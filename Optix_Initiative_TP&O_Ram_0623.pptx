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4.xml" ContentType="application/vnd.openxmlformats-officedocument.theme+xml"/>
  <Override PartName="/ppt/slideLayouts/slideLayout100.xml" ContentType="application/vnd.openxmlformats-officedocument.presentationml.slideLayout+xml"/>
  <Override PartName="/ppt/theme/theme5.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omments/modernComment_104_B02AE255.xml" ContentType="application/vnd.ms-powerpoint.comments+xml"/>
  <Override PartName="/ppt/notesSlides/notesSlide2.xml" ContentType="application/vnd.openxmlformats-officedocument.presentationml.notesSlide+xml"/>
  <Override PartName="/ppt/comments/modernComment_1A3_4F4146CB.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2A4C_4FAFB732.xml" ContentType="application/vnd.ms-powerpoint.comments+xml"/>
  <Override PartName="/ppt/notesSlides/notesSlide5.xml" ContentType="application/vnd.openxmlformats-officedocument.presentationml.notesSlide+xml"/>
  <Override PartName="/ppt/comments/modernComment_2A43_DB63F15.xml" ContentType="application/vnd.ms-powerpoint.comments+xml"/>
  <Override PartName="/ppt/notesSlides/notesSlide6.xml" ContentType="application/vnd.openxmlformats-officedocument.presentationml.notesSlide+xml"/>
  <Override PartName="/ppt/comments/modernComment_D3F_56F903F7.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2A4E_67618C46.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D3D_25ED772D.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2.xml" ContentType="application/vnd.openxmlformats-officedocument.presentationml.tags+xml"/>
  <Override PartName="/ppt/notesSlides/notesSlide2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omments/modernComment_D3E_87906E44.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4" r:id="rId5"/>
    <p:sldMasterId id="2147483721" r:id="rId6"/>
    <p:sldMasterId id="2147483985" r:id="rId7"/>
    <p:sldMasterId id="2147484155" r:id="rId8"/>
    <p:sldMasterId id="2147484214" r:id="rId9"/>
  </p:sldMasterIdLst>
  <p:notesMasterIdLst>
    <p:notesMasterId r:id="rId47"/>
  </p:notesMasterIdLst>
  <p:sldIdLst>
    <p:sldId id="260" r:id="rId10"/>
    <p:sldId id="419" r:id="rId11"/>
    <p:sldId id="10831" r:id="rId12"/>
    <p:sldId id="10828" r:id="rId13"/>
    <p:sldId id="10819" r:id="rId14"/>
    <p:sldId id="3391" r:id="rId15"/>
    <p:sldId id="3393" r:id="rId16"/>
    <p:sldId id="417" r:id="rId17"/>
    <p:sldId id="10830" r:id="rId18"/>
    <p:sldId id="10829" r:id="rId19"/>
    <p:sldId id="10818" r:id="rId20"/>
    <p:sldId id="10825" r:id="rId21"/>
    <p:sldId id="10824" r:id="rId22"/>
    <p:sldId id="10820" r:id="rId23"/>
    <p:sldId id="434" r:id="rId24"/>
    <p:sldId id="10823" r:id="rId25"/>
    <p:sldId id="10822" r:id="rId26"/>
    <p:sldId id="10821" r:id="rId27"/>
    <p:sldId id="10816" r:id="rId28"/>
    <p:sldId id="3389" r:id="rId29"/>
    <p:sldId id="3388" r:id="rId30"/>
    <p:sldId id="3387" r:id="rId31"/>
    <p:sldId id="440" r:id="rId32"/>
    <p:sldId id="423" r:id="rId33"/>
    <p:sldId id="428" r:id="rId34"/>
    <p:sldId id="339" r:id="rId35"/>
    <p:sldId id="416" r:id="rId36"/>
    <p:sldId id="10827" r:id="rId37"/>
    <p:sldId id="403" r:id="rId38"/>
    <p:sldId id="436" r:id="rId39"/>
    <p:sldId id="391" r:id="rId40"/>
    <p:sldId id="326" r:id="rId41"/>
    <p:sldId id="421" r:id="rId42"/>
    <p:sldId id="431" r:id="rId43"/>
    <p:sldId id="439" r:id="rId44"/>
    <p:sldId id="350" r:id="rId45"/>
    <p:sldId id="3390" r:id="rId46"/>
  </p:sldIdLst>
  <p:sldSz cx="12192000" cy="6858000"/>
  <p:notesSz cx="7010400" cy="9296400"/>
  <p:custDataLst>
    <p:tags r:id="rId48"/>
  </p:custDataLst>
  <p:defaultTextStyle>
    <a:defPPr>
      <a:defRPr lang="en-US"/>
    </a:defPPr>
    <a:lvl1pPr marL="0" indent="0">
      <a:spcAft>
        <a:spcPts val="600"/>
      </a:spcAft>
      <a:buNone/>
      <a:defRPr sz="1600" b="0" i="0">
        <a:latin typeface="FedEx Sans" panose="020B0603020203020204" pitchFamily="34" charset="0"/>
        <a:ea typeface="FedEx Sans" panose="020B0603020203020204" pitchFamily="34" charset="0"/>
        <a:cs typeface="FedEx Sans" panose="020B0603020203020204" pitchFamily="34" charset="0"/>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p:defaultTextStyle>
  <p:extLst>
    <p:ext uri="{521415D9-36F7-43E2-AB2F-B90AF26B5E84}">
      <p14:sectionLst xmlns:p14="http://schemas.microsoft.com/office/powerpoint/2010/main">
        <p14:section name="Moving Forward PPT Template" id="{3C0358E3-6E9C-3F4D-A608-2C178D528B6E}">
          <p14:sldIdLst>
            <p14:sldId id="260"/>
            <p14:sldId id="419"/>
            <p14:sldId id="10831"/>
            <p14:sldId id="10828"/>
            <p14:sldId id="10819"/>
            <p14:sldId id="3391"/>
            <p14:sldId id="3393"/>
            <p14:sldId id="417"/>
            <p14:sldId id="10830"/>
            <p14:sldId id="10829"/>
            <p14:sldId id="10818"/>
            <p14:sldId id="10825"/>
            <p14:sldId id="10824"/>
            <p14:sldId id="10820"/>
            <p14:sldId id="434"/>
            <p14:sldId id="10823"/>
            <p14:sldId id="10822"/>
            <p14:sldId id="10821"/>
            <p14:sldId id="10816"/>
            <p14:sldId id="3389"/>
            <p14:sldId id="3388"/>
            <p14:sldId id="3387"/>
            <p14:sldId id="440"/>
          </p14:sldIdLst>
        </p14:section>
        <p14:section name="Optix Current Challenges" id="{A425B184-970A-41B2-89CC-FFA4F26671CB}">
          <p14:sldIdLst>
            <p14:sldId id="423"/>
            <p14:sldId id="428"/>
          </p14:sldIdLst>
        </p14:section>
        <p14:section name="Optix Roadmap &amp; Vision" id="{3A9BF666-7F72-455D-A451-E8F6B7D71D9A}">
          <p14:sldIdLst>
            <p14:sldId id="339"/>
            <p14:sldId id="416"/>
            <p14:sldId id="10827"/>
            <p14:sldId id="403"/>
          </p14:sldIdLst>
        </p14:section>
        <p14:section name="Support Required" id="{641B42EF-9B1B-4904-945B-55E8BB77CF04}">
          <p14:sldIdLst>
            <p14:sldId id="436"/>
          </p14:sldIdLst>
        </p14:section>
        <p14:section name="Optix Team" id="{51D4C81F-911E-4172-B579-76F970B2B8BB}">
          <p14:sldIdLst>
            <p14:sldId id="391"/>
          </p14:sldIdLst>
        </p14:section>
        <p14:section name="Appendix" id="{B3AFCFE2-162B-C847-8CC2-7238108D099A}">
          <p14:sldIdLst>
            <p14:sldId id="326"/>
            <p14:sldId id="421"/>
            <p14:sldId id="431"/>
            <p14:sldId id="439"/>
            <p14:sldId id="350"/>
            <p14:sldId id="3390"/>
          </p14:sldIdLst>
        </p14:section>
      </p14:sectionLst>
    </p:ext>
    <p:ext uri="{EFAFB233-063F-42B5-8137-9DF3F51BA10A}">
      <p15:sldGuideLst xmlns:p15="http://schemas.microsoft.com/office/powerpoint/2012/main">
        <p15:guide id="1" orient="horz" pos="2184" userDrawn="1">
          <p15:clr>
            <a:srgbClr val="A4A3A4"/>
          </p15:clr>
        </p15:guide>
        <p15:guide id="2" pos="3864">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80482E-AC0D-485A-CA85-9137DE649A19}" name="Nayan Gupta" initials="NG" userId="S::nayan.gupta@fedex.com::5ca0533a-ff5f-4ad8-94f2-1e80d8395aef" providerId="AD"/>
  <p188:author id="{92CE5A4F-835F-1925-AFA7-CCC873345327}" name="Deeksha Gauba" initials="DG" userId="S::deeksha.gauba@fedex.com::b247e586-7cf3-4f4a-9618-abdf40ab4964" providerId="AD"/>
  <p188:author id="{D15EA564-4B25-9235-5341-605B6603D5E7}" name="Rashmi Bangar" initials="RB" userId="S::rashmi.bangar@fedex.com::9039ad4a-83fc-4412-9309-73a27556ad17" providerId="AD"/>
  <p188:author id="{6C96E6CB-4791-BABC-24D8-380FC1196F4A}" name="Akshay Ghaytadkar" initials="AG" userId="S::akshay.ghaytadkar@fedex.com::b14542df-d4b0-42a7-a1fd-960dfafd3d95" providerId="AD"/>
  <p188:author id="{D79D1DEE-EF67-E7D4-8AAB-E2E1A4F6074B}" name="Runal Deogadkar" initials="" userId="S::runal.deogadkar@fedex.com::e77d4122-875e-4b3b-a78f-7220d3b09a29" providerId="AD"/>
  <p188:author id="{2981ACEF-82F8-6F1A-4D7E-F0BFFD52B78C}" name="Avishkar Ghumare" initials="AG" userId="S::avishkar.ghumare@fedex.com::b1aa04bf-0a99-4bfc-a70f-ae0e0200142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DBC2F6"/>
    <a:srgbClr val="7D22C3"/>
    <a:srgbClr val="3A0F69"/>
    <a:srgbClr val="F2F2F2"/>
    <a:srgbClr val="9247E5"/>
    <a:srgbClr val="B685ED"/>
    <a:srgbClr val="E5CFF7"/>
    <a:srgbClr val="F3F3F3"/>
    <a:srgbClr val="4B13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39" autoAdjust="0"/>
    <p:restoredTop sz="94660"/>
  </p:normalViewPr>
  <p:slideViewPr>
    <p:cSldViewPr snapToGrid="0">
      <p:cViewPr varScale="1">
        <p:scale>
          <a:sx n="105" d="100"/>
          <a:sy n="105" d="100"/>
        </p:scale>
        <p:origin x="774" y="96"/>
      </p:cViewPr>
      <p:guideLst>
        <p:guide orient="horz" pos="2184"/>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tags" Target="tags/tag1.xml"/><Relationship Id="rId8" Type="http://schemas.openxmlformats.org/officeDocument/2006/relationships/slideMaster" Target="slideMasters/slideMaster5.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54"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hmi Bangar" userId="9039ad4a-83fc-4412-9309-73a27556ad17" providerId="ADAL" clId="{749E3B36-C708-4D17-9048-065930B3B07B}"/>
    <pc:docChg chg="undo custSel addSld delSld modSld sldOrd delMainMaster delSection modSection">
      <pc:chgData name="Rashmi Bangar" userId="9039ad4a-83fc-4412-9309-73a27556ad17" providerId="ADAL" clId="{749E3B36-C708-4D17-9048-065930B3B07B}" dt="2026-07-31T10:18:34.060" v="6121" actId="6549"/>
      <pc:docMkLst>
        <pc:docMk/>
      </pc:docMkLst>
      <pc:sldChg chg="addSp delSp modSp add mod">
        <pc:chgData name="Rashmi Bangar" userId="9039ad4a-83fc-4412-9309-73a27556ad17" providerId="ADAL" clId="{749E3B36-C708-4D17-9048-065930B3B07B}" dt="2026-07-31T10:18:34.060" v="6121" actId="6549"/>
        <pc:sldMkLst>
          <pc:docMk/>
          <pc:sldMk cId="1369890868" sldId="10831"/>
        </pc:sldMkLst>
        <pc:spChg chg="mod">
          <ac:chgData name="Rashmi Bangar" userId="9039ad4a-83fc-4412-9309-73a27556ad17" providerId="ADAL" clId="{749E3B36-C708-4D17-9048-065930B3B07B}" dt="2026-07-31T10:18:34.060" v="6121" actId="6549"/>
          <ac:spMkLst>
            <pc:docMk/>
            <pc:sldMk cId="1369890868" sldId="10831"/>
            <ac:spMk id="51" creationId="{DFF8DB15-3CB5-35BE-775F-4F0AE52CD1ED}"/>
          </ac:spMkLst>
        </pc:spChg>
      </pc:sldChg>
    </pc:docChg>
  </pc:docChgLst>
  <pc:docChgLst>
    <pc:chgData name="Deeksha Gauba" userId="b247e586-7cf3-4f4a-9618-abdf40ab4964" providerId="ADAL" clId="{028D424F-FBFC-4FA9-81A5-28BCBBF557E4}"/>
    <pc:docChg chg="undo custSel addSld delSld modSld modSection">
      <pc:chgData name="Deeksha Gauba" userId="b247e586-7cf3-4f4a-9618-abdf40ab4964" providerId="ADAL" clId="{028D424F-FBFC-4FA9-81A5-28BCBBF557E4}" dt="2026-08-26T08:17:04.939" v="3671" actId="6549"/>
      <pc:docMkLst>
        <pc:docMk/>
      </pc:docMkLst>
      <pc:sldChg chg="modSp mod">
        <pc:chgData name="Deeksha Gauba" userId="b247e586-7cf3-4f4a-9618-abdf40ab4964" providerId="ADAL" clId="{028D424F-FBFC-4FA9-81A5-28BCBBF557E4}" dt="2026-08-25T09:50:47.438" v="3639" actId="20577"/>
        <pc:sldMkLst>
          <pc:docMk/>
          <pc:sldMk cId="2377663694" sldId="423"/>
        </pc:sldMkLst>
        <pc:graphicFrameChg chg="modGraphic">
          <ac:chgData name="Deeksha Gauba" userId="b247e586-7cf3-4f4a-9618-abdf40ab4964" providerId="ADAL" clId="{028D424F-FBFC-4FA9-81A5-28BCBBF557E4}" dt="2026-08-25T09:50:47.438" v="3639" actId="20577"/>
          <ac:graphicFrameMkLst>
            <pc:docMk/>
            <pc:sldMk cId="2377663694" sldId="423"/>
            <ac:graphicFrameMk id="6" creationId="{90A345D8-E2E7-656E-84A5-1BB5B687D2A7}"/>
          </ac:graphicFrameMkLst>
        </pc:graphicFrameChg>
      </pc:sldChg>
      <pc:sldChg chg="modSp mod">
        <pc:chgData name="Deeksha Gauba" userId="b247e586-7cf3-4f4a-9618-abdf40ab4964" providerId="ADAL" clId="{028D424F-FBFC-4FA9-81A5-28BCBBF557E4}" dt="2026-08-26T08:17:04.939" v="3671" actId="6549"/>
        <pc:sldMkLst>
          <pc:docMk/>
          <pc:sldMk cId="1369890868" sldId="10831"/>
        </pc:sldMkLst>
        <pc:spChg chg="mod">
          <ac:chgData name="Deeksha Gauba" userId="b247e586-7cf3-4f4a-9618-abdf40ab4964" providerId="ADAL" clId="{028D424F-FBFC-4FA9-81A5-28BCBBF557E4}" dt="2026-08-26T08:17:04.939" v="3671" actId="6549"/>
          <ac:spMkLst>
            <pc:docMk/>
            <pc:sldMk cId="1369890868" sldId="10831"/>
            <ac:spMk id="34" creationId="{2ED41AD2-5A8E-884B-A8C4-54723E3F5685}"/>
          </ac:spMkLst>
        </pc:spChg>
        <pc:spChg chg="mod">
          <ac:chgData name="Deeksha Gauba" userId="b247e586-7cf3-4f4a-9618-abdf40ab4964" providerId="ADAL" clId="{028D424F-FBFC-4FA9-81A5-28BCBBF557E4}" dt="2026-08-20T07:17:08.408" v="3628" actId="1076"/>
          <ac:spMkLst>
            <pc:docMk/>
            <pc:sldMk cId="1369890868" sldId="10831"/>
            <ac:spMk id="95" creationId="{3ED6BCEF-0FF6-9271-0CF3-DD055C55EE24}"/>
          </ac:spMkLst>
        </pc:spChg>
      </pc:sldChg>
      <pc:sldChg chg="modSp add del mod">
        <pc:chgData name="Deeksha Gauba" userId="b247e586-7cf3-4f4a-9618-abdf40ab4964" providerId="ADAL" clId="{028D424F-FBFC-4FA9-81A5-28BCBBF557E4}" dt="2026-08-25T09:52:59.850" v="3670" actId="47"/>
        <pc:sldMkLst>
          <pc:docMk/>
          <pc:sldMk cId="3098276555" sldId="10832"/>
        </pc:sldMkLst>
        <pc:graphicFrameChg chg="modGraphic">
          <ac:chgData name="Deeksha Gauba" userId="b247e586-7cf3-4f4a-9618-abdf40ab4964" providerId="ADAL" clId="{028D424F-FBFC-4FA9-81A5-28BCBBF557E4}" dt="2026-08-25T09:51:22.066" v="3669" actId="20577"/>
          <ac:graphicFrameMkLst>
            <pc:docMk/>
            <pc:sldMk cId="3098276555" sldId="10832"/>
            <ac:graphicFrameMk id="6" creationId="{5F8B2F5F-6CDC-BB71-546C-5B076C5AB7BE}"/>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myfedex.sharepoint.com/teams/TPO-IndiaCOE/Shared%20Documents/TP%20and%20O%20-%20India%20COE/TP%20&amp;%20O%20Opitx/OPTIX%20Performance%20Data/Dec25-Optix%20Report.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1"/>
          <c:order val="0"/>
          <c:tx>
            <c:strRef>
              <c:f>'Dec_Summary (Final)'!$C$52</c:f>
              <c:strCache>
                <c:ptCount val="1"/>
                <c:pt idx="0">
                  <c:v>Transparent</c:v>
                </c:pt>
              </c:strCache>
            </c:strRef>
          </c:tx>
          <c:spPr>
            <a:noFill/>
            <a:ln>
              <a:noFill/>
            </a:ln>
            <a:effectLst/>
          </c:spPr>
          <c:invertIfNegative val="0"/>
          <c:dLbls>
            <c:delete val="1"/>
          </c:dLbls>
          <c:cat>
            <c:strRef>
              <c:f>'Dec_Summary (Final)'!$A$53:$A$57</c:f>
              <c:strCache>
                <c:ptCount val="5"/>
                <c:pt idx="0">
                  <c:v>Total cases</c:v>
                </c:pt>
                <c:pt idx="1">
                  <c:v>Out of scope</c:v>
                </c:pt>
                <c:pt idx="2">
                  <c:v>Optix in-scope</c:v>
                </c:pt>
                <c:pt idx="3">
                  <c:v>Data issue</c:v>
                </c:pt>
                <c:pt idx="4">
                  <c:v>Response</c:v>
                </c:pt>
              </c:strCache>
            </c:strRef>
          </c:cat>
          <c:val>
            <c:numRef>
              <c:f>'Dec_Summary (Final)'!$C$53:$C$57</c:f>
              <c:numCache>
                <c:formatCode>General</c:formatCode>
                <c:ptCount val="5"/>
                <c:pt idx="0">
                  <c:v>0</c:v>
                </c:pt>
                <c:pt idx="1">
                  <c:v>4922</c:v>
                </c:pt>
                <c:pt idx="2">
                  <c:v>0</c:v>
                </c:pt>
                <c:pt idx="3">
                  <c:v>4408</c:v>
                </c:pt>
                <c:pt idx="4">
                  <c:v>0</c:v>
                </c:pt>
              </c:numCache>
            </c:numRef>
          </c:val>
          <c:extLst>
            <c:ext xmlns:c16="http://schemas.microsoft.com/office/drawing/2014/chart" uri="{C3380CC4-5D6E-409C-BE32-E72D297353CC}">
              <c16:uniqueId val="{00000000-818C-4E2F-B1B5-693E04CAF832}"/>
            </c:ext>
          </c:extLst>
        </c:ser>
        <c:ser>
          <c:idx val="0"/>
          <c:order val="1"/>
          <c:tx>
            <c:strRef>
              <c:f>'Dec_Summary (Final)'!$B$52</c:f>
              <c:strCache>
                <c:ptCount val="1"/>
                <c:pt idx="0">
                  <c:v>Colored</c:v>
                </c:pt>
              </c:strCache>
            </c:strRef>
          </c:tx>
          <c:spPr>
            <a:solidFill>
              <a:schemeClr val="accent1"/>
            </a:solidFill>
            <a:ln>
              <a:noFill/>
            </a:ln>
            <a:effectLst/>
          </c:spPr>
          <c:invertIfNegative val="0"/>
          <c:dPt>
            <c:idx val="2"/>
            <c:invertIfNegative val="0"/>
            <c:bubble3D val="0"/>
            <c:spPr>
              <a:solidFill>
                <a:schemeClr val="bg2"/>
              </a:solidFill>
              <a:ln>
                <a:noFill/>
              </a:ln>
              <a:effectLst/>
            </c:spPr>
            <c:extLst>
              <c:ext xmlns:c16="http://schemas.microsoft.com/office/drawing/2014/chart" uri="{C3380CC4-5D6E-409C-BE32-E72D297353CC}">
                <c16:uniqueId val="{00000004-818C-4E2F-B1B5-693E04CAF832}"/>
              </c:ext>
            </c:extLst>
          </c:dPt>
          <c:dPt>
            <c:idx val="3"/>
            <c:invertIfNegative val="0"/>
            <c:bubble3D val="0"/>
            <c:spPr>
              <a:solidFill>
                <a:schemeClr val="tx2"/>
              </a:solidFill>
              <a:ln>
                <a:noFill/>
              </a:ln>
              <a:effectLst/>
            </c:spPr>
            <c:extLst>
              <c:ext xmlns:c16="http://schemas.microsoft.com/office/drawing/2014/chart" uri="{C3380CC4-5D6E-409C-BE32-E72D297353CC}">
                <c16:uniqueId val="{00000005-818C-4E2F-B1B5-693E04CAF832}"/>
              </c:ext>
            </c:extLst>
          </c:dPt>
          <c:dPt>
            <c:idx val="4"/>
            <c:invertIfNegative val="0"/>
            <c:bubble3D val="0"/>
            <c:spPr>
              <a:solidFill>
                <a:srgbClr val="008A00"/>
              </a:solidFill>
              <a:ln>
                <a:noFill/>
              </a:ln>
              <a:effectLst/>
            </c:spPr>
            <c:extLst>
              <c:ext xmlns:c16="http://schemas.microsoft.com/office/drawing/2014/chart" uri="{C3380CC4-5D6E-409C-BE32-E72D297353CC}">
                <c16:uniqueId val="{00000006-818C-4E2F-B1B5-693E04CAF832}"/>
              </c:ext>
            </c:extLst>
          </c:dPt>
          <c:dLbls>
            <c:dLbl>
              <c:idx val="3"/>
              <c:layout>
                <c:manualLayout>
                  <c:x val="-1.0212667640450423E-16"/>
                  <c:y val="-7.7022367821227247E-2"/>
                </c:manualLayout>
              </c:layout>
              <c:tx>
                <c:rich>
                  <a:bodyPr/>
                  <a:lstStyle/>
                  <a:p>
                    <a:fld id="{9422AEDA-69CF-444A-8E9A-FABF75DF4069}" type="VALUE">
                      <a:rPr lang="en-US" dirty="0">
                        <a:solidFill>
                          <a:schemeClr val="tx1"/>
                        </a:solidFill>
                      </a:rPr>
                      <a:pPr/>
                      <a:t>[VALUE]</a:t>
                    </a:fld>
                    <a:endParaRPr lang="en-IN"/>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818C-4E2F-B1B5-693E04CAF832}"/>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'Dec_Summary (Final)'!$A$53:$A$57</c:f>
              <c:strCache>
                <c:ptCount val="5"/>
                <c:pt idx="0">
                  <c:v>Total cases</c:v>
                </c:pt>
                <c:pt idx="1">
                  <c:v>Out of scope</c:v>
                </c:pt>
                <c:pt idx="2">
                  <c:v>Optix in-scope</c:v>
                </c:pt>
                <c:pt idx="3">
                  <c:v>Data issue</c:v>
                </c:pt>
                <c:pt idx="4">
                  <c:v>Response</c:v>
                </c:pt>
              </c:strCache>
            </c:strRef>
          </c:cat>
          <c:val>
            <c:numRef>
              <c:f>'Dec_Summary (Final)'!$B$53:$B$57</c:f>
              <c:numCache>
                <c:formatCode>General</c:formatCode>
                <c:ptCount val="5"/>
                <c:pt idx="0">
                  <c:v>7625</c:v>
                </c:pt>
                <c:pt idx="1">
                  <c:v>2703</c:v>
                </c:pt>
                <c:pt idx="2">
                  <c:v>4922</c:v>
                </c:pt>
                <c:pt idx="3">
                  <c:v>514</c:v>
                </c:pt>
                <c:pt idx="4">
                  <c:v>4408</c:v>
                </c:pt>
              </c:numCache>
            </c:numRef>
          </c:val>
          <c:extLst>
            <c:ext xmlns:c16="http://schemas.microsoft.com/office/drawing/2014/chart" uri="{C3380CC4-5D6E-409C-BE32-E72D297353CC}">
              <c16:uniqueId val="{00000001-818C-4E2F-B1B5-693E04CAF832}"/>
            </c:ext>
          </c:extLst>
        </c:ser>
        <c:dLbls>
          <c:dLblPos val="ctr"/>
          <c:showLegendKey val="0"/>
          <c:showVal val="1"/>
          <c:showCatName val="0"/>
          <c:showSerName val="0"/>
          <c:showPercent val="0"/>
          <c:showBubbleSize val="0"/>
        </c:dLbls>
        <c:gapWidth val="150"/>
        <c:overlap val="100"/>
        <c:axId val="1391190991"/>
        <c:axId val="1391190511"/>
      </c:barChart>
      <c:catAx>
        <c:axId val="1391190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1190511"/>
        <c:crosses val="autoZero"/>
        <c:auto val="1"/>
        <c:lblAlgn val="ctr"/>
        <c:lblOffset val="100"/>
        <c:noMultiLvlLbl val="0"/>
      </c:catAx>
      <c:valAx>
        <c:axId val="1391190511"/>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139119099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A3_4F4146CB.xml><?xml version="1.0" encoding="utf-8"?>
<p188:cmLst xmlns:a="http://schemas.openxmlformats.org/drawingml/2006/main" xmlns:r="http://schemas.openxmlformats.org/officeDocument/2006/relationships" xmlns:p188="http://schemas.microsoft.com/office/powerpoint/2018/8/main">
  <p188:cm id="{D0B88166-4240-405F-AEAE-27505D7E972C}" authorId="{D15EA564-4B25-9235-5341-605B6603D5E7}" created="2026-06-23T10:36:02.231">
    <pc:sldMkLst xmlns:pc="http://schemas.microsoft.com/office/powerpoint/2013/main/command">
      <pc:docMk/>
      <pc:sldMk cId="1329678027" sldId="419"/>
    </pc:sldMkLst>
    <p188:txBody>
      <a:bodyPr/>
      <a:lstStyle/>
      <a:p>
        <a:r>
          <a:rPr lang="en-US"/>
          <a:t>Update Agenda</a:t>
        </a:r>
      </a:p>
    </p188:txBody>
  </p188:cm>
</p188:cmLst>
</file>

<file path=ppt/comments/modernComment_2A4C_4FAFB732.xml><?xml version="1.0" encoding="utf-8"?>
<p188:cmLst xmlns:a="http://schemas.openxmlformats.org/drawingml/2006/main" xmlns:r="http://schemas.openxmlformats.org/officeDocument/2006/relationships" xmlns:p188="http://schemas.microsoft.com/office/powerpoint/2018/8/main">
  <p188:cm id="{057137D2-E2DD-4090-8348-6A669208FAA5}" authorId="{D15EA564-4B25-9235-5341-605B6603D5E7}" status="resolved" created="2026-07-06T10:10:03.229" complete="100000">
    <ac:deMkLst xmlns:ac="http://schemas.microsoft.com/office/drawing/2013/main/command">
      <pc:docMk xmlns:pc="http://schemas.microsoft.com/office/powerpoint/2013/main/command"/>
      <pc:sldMk xmlns:pc="http://schemas.microsoft.com/office/powerpoint/2013/main/command" cId="1336915762" sldId="10828"/>
      <ac:spMk id="22" creationId="{1F66D332-AACC-44F2-5552-B5583A67142C}"/>
    </ac:deMkLst>
    <p188:txBody>
      <a:bodyPr/>
      <a:lstStyle/>
      <a:p>
        <a:r>
          <a:rPr lang="en-US"/>
          <a:t>[@Nayan Gupta] : fill details here</a:t>
        </a:r>
      </a:p>
    </p188:txBody>
  </p188:cm>
  <p188:cm id="{8F78185F-0C9F-466D-B902-32E39C8180AE}" authorId="{D15EA564-4B25-9235-5341-605B6603D5E7}" status="resolved" created="2026-07-06T10:11:09.440" complete="100000">
    <ac:txMkLst xmlns:ac="http://schemas.microsoft.com/office/drawing/2013/main/command">
      <pc:docMk xmlns:pc="http://schemas.microsoft.com/office/powerpoint/2013/main/command"/>
      <pc:sldMk xmlns:pc="http://schemas.microsoft.com/office/powerpoint/2013/main/command" cId="1336915762" sldId="10828"/>
      <ac:spMk id="14" creationId="{CF2EA65D-72AE-B340-180A-E15C0B570CF1}"/>
      <ac:txMk cp="0">
        <ac:context len="141" hash="1032775134"/>
      </ac:txMk>
    </ac:txMkLst>
    <p188:pos x="1454701" y="1043587"/>
    <p188:txBody>
      <a:bodyPr/>
      <a:lstStyle/>
      <a:p>
        <a:r>
          <a:rPr lang="en-US"/>
          <a:t>[@Nayan Gupta] : add % time reduction</a:t>
        </a:r>
      </a:p>
    </p188:txBody>
    <p188:extLst>
      <p:ext xmlns:p="http://schemas.openxmlformats.org/presentationml/2006/main" uri="{57CB4572-C831-44C2-8A1C-0ADB6CCDFE69}">
        <p223:reactions xmlns:p223="http://schemas.microsoft.com/office/powerpoint/2022/03/main">
          <p223:rxn type="👍">
            <p223:instance time="2026-07-06T15:08:03.471" authorId="{E480482E-AC0D-485A-CA85-9137DE649A19}"/>
          </p223:rxn>
        </p223:reactions>
      </p:ext>
    </p188:extLst>
  </p188:cm>
  <p188:cm id="{55E059B5-659E-478F-AF2C-D0FC960AC86B}" authorId="{D15EA564-4B25-9235-5341-605B6603D5E7}" status="resolved" created="2026-07-06T12:11:48.394" complete="100000">
    <ac:deMkLst xmlns:ac="http://schemas.microsoft.com/office/drawing/2013/main/command">
      <pc:docMk xmlns:pc="http://schemas.microsoft.com/office/powerpoint/2013/main/command"/>
      <pc:sldMk xmlns:pc="http://schemas.microsoft.com/office/powerpoint/2013/main/command" cId="1336915762" sldId="10828"/>
      <ac:spMk id="14" creationId="{CF2EA65D-72AE-B340-180A-E15C0B570CF1}"/>
    </ac:deMkLst>
    <p188:txBody>
      <a:bodyPr/>
      <a:lstStyle/>
      <a:p>
        <a:r>
          <a:rPr lang="en-US"/>
          <a:t>[@Nayan Gupta] : can you do similar analysis as we did for “cloud hosting” for gemini agents? </a:t>
        </a:r>
      </a:p>
    </p188:txBody>
    <p188:extLst>
      <p:ext xmlns:p="http://schemas.openxmlformats.org/presentationml/2006/main" uri="{57CB4572-C831-44C2-8A1C-0ADB6CCDFE69}">
        <p223:reactions xmlns:p223="http://schemas.microsoft.com/office/powerpoint/2022/03/main">
          <p223:rxn type="👍">
            <p223:instance time="2026-07-06T15:08:05.101" authorId="{E480482E-AC0D-485A-CA85-9137DE649A19}"/>
          </p223:rxn>
        </p223:reactions>
      </p:ext>
    </p188:extLst>
  </p188:cm>
</p188:cmLst>
</file>

<file path=ppt/comments/modernComment_2A4E_67618C46.xml><?xml version="1.0" encoding="utf-8"?>
<p188:cmLst xmlns:a="http://schemas.openxmlformats.org/drawingml/2006/main" xmlns:r="http://schemas.openxmlformats.org/officeDocument/2006/relationships" xmlns:p188="http://schemas.microsoft.com/office/powerpoint/2018/8/main">
  <p188:cm id="{065156C8-2428-4FDF-95A2-67DE6548A802}" authorId="{D15EA564-4B25-9235-5341-605B6603D5E7}" created="2026-07-06T08:52:34.394">
    <pc:sldMkLst xmlns:pc="http://schemas.microsoft.com/office/powerpoint/2013/main/command">
      <pc:docMk/>
      <pc:sldMk cId="230047509" sldId="10819"/>
    </pc:sldMkLst>
    <p188:replyLst>
      <p188:reply id="{8A272B7D-0616-40C6-9506-5428D3D8C399}" authorId="{6C96E6CB-4791-BABC-24D8-380FC1196F4A}" created="2026-07-06T09:46:56.181">
        <p188:txBody>
          <a:bodyPr/>
          <a:lstStyle/>
          <a:p>
            <a:r>
              <a:rPr lang="en-IN"/>
              <a:t>[@Rashmi Bangar] Slide format updated as per slide 4. Please let me know if we have to update anything else.</a:t>
            </a:r>
          </a:p>
        </p188:txBody>
      </p188:reply>
      <p188:reply id="{81547624-829A-4D35-943F-53A0274AD69B}" authorId="{D15EA564-4B25-9235-5341-605B6603D5E7}" created="2026-07-06T09:49:55.477">
        <p188:txBody>
          <a:bodyPr/>
          <a:lstStyle/>
          <a:p>
            <a:r>
              <a:rPr lang="en-US"/>
              <a:t>Please change icons
</a:t>
            </a:r>
          </a:p>
        </p188:txBody>
        <p188:extLst>
          <p:ext xmlns:p="http://schemas.openxmlformats.org/presentationml/2006/main" uri="{57CB4572-C831-44C2-8A1C-0ADB6CCDFE69}">
            <p223:reactions xmlns:p223="http://schemas.microsoft.com/office/powerpoint/2022/03/main">
              <p223:rxn type="👍">
                <p223:instance time="2026-07-06T10:04:06.564" authorId="{6C96E6CB-4791-BABC-24D8-380FC1196F4A}"/>
              </p223:rxn>
            </p223:reactions>
          </p:ext>
        </p188:extLst>
      </p188:reply>
      <p188:reply id="{54C6C657-0A28-43BB-ADAC-906E9A6C5FCF}" authorId="{6C96E6CB-4791-BABC-24D8-380FC1196F4A}" created="2026-07-06T10:21:07.657">
        <p188:txBody>
          <a:bodyPr/>
          <a:lstStyle/>
          <a:p>
            <a:r>
              <a:rPr lang="en-IN"/>
              <a:t>Updated, please check. Thanks</a:t>
            </a:r>
          </a:p>
        </p188:txBody>
      </p188:reply>
    </p188:replyLst>
    <p188:txBody>
      <a:bodyPr/>
      <a:lstStyle/>
      <a:p>
        <a:r>
          <a:rPr lang="en-US"/>
          <a:t>[@Akshay Ghaytadkar] : Please format this slide so that it looks like slide 4 from theme perspective like boxes, line etc</a:t>
        </a:r>
      </a:p>
    </p188:txBody>
    <p188:extLst>
      <p:ext xmlns:p="http://schemas.openxmlformats.org/presentationml/2006/main" uri="{57CB4572-C831-44C2-8A1C-0ADB6CCDFE69}">
        <p223:reactions xmlns:p223="http://schemas.microsoft.com/office/powerpoint/2022/03/main">
          <p223:rxn type="👍">
            <p223:instance time="2026-07-06T08:55:25.725" authorId="{6C96E6CB-4791-BABC-24D8-380FC1196F4A}"/>
          </p223:rxn>
        </p223:reactions>
      </p:ext>
    </p188:extLst>
  </p188:cm>
  <p188:cm id="{04C7EECC-6EB4-4595-A017-43BAE787030D}" authorId="{D15EA564-4B25-9235-5341-605B6603D5E7}" created="2026-07-06T12:00:43.647">
    <ac:deMkLst xmlns:ac="http://schemas.microsoft.com/office/drawing/2013/main/command">
      <pc:docMk xmlns:pc="http://schemas.microsoft.com/office/powerpoint/2013/main/command"/>
      <pc:sldMk xmlns:pc="http://schemas.microsoft.com/office/powerpoint/2013/main/command" cId="1734446150" sldId="10830"/>
      <ac:spMk id="36" creationId="{7F99391A-BB2C-FE1B-CEA5-A792400587AD}"/>
    </ac:deMkLst>
    <p188:txBody>
      <a:bodyPr/>
      <a:lstStyle/>
      <a:p>
        <a:r>
          <a:rPr lang="en-US"/>
          <a:t>[@Akshay Ghaytadkar] : Can we break it like Sales feedback section?
Purpose, current state, future state, impact etc?</a:t>
        </a:r>
      </a:p>
    </p188:txBody>
  </p188:cm>
</p188:cmLst>
</file>

<file path=ppt/comments/modernComment_2A43_DB63F15.xml><?xml version="1.0" encoding="utf-8"?>
<p188:cmLst xmlns:a="http://schemas.openxmlformats.org/drawingml/2006/main" xmlns:r="http://schemas.openxmlformats.org/officeDocument/2006/relationships" xmlns:p188="http://schemas.microsoft.com/office/powerpoint/2018/8/main">
  <p188:cm id="{E459EA12-7C0A-4375-A8E2-27379543720E}" authorId="{D15EA564-4B25-9235-5341-605B6603D5E7}" status="resolved" created="2026-07-06T08:52:34.394" complete="100000">
    <pc:sldMkLst xmlns:pc="http://schemas.microsoft.com/office/powerpoint/2013/main/command">
      <pc:docMk/>
      <pc:sldMk cId="230047509" sldId="10819"/>
    </pc:sldMkLst>
    <p188:replyLst>
      <p188:reply id="{8A272B7D-0616-40C6-9506-5428D3D8C399}" authorId="{6C96E6CB-4791-BABC-24D8-380FC1196F4A}" created="2026-07-06T09:46:56.181">
        <p188:txBody>
          <a:bodyPr/>
          <a:lstStyle/>
          <a:p>
            <a:r>
              <a:rPr lang="en-IN"/>
              <a:t>[@Rashmi Bangar] Slide format updated as per slide 4. Please let me know if we have to update anything else.</a:t>
            </a:r>
          </a:p>
        </p188:txBody>
      </p188:reply>
      <p188:reply id="{81547624-829A-4D35-943F-53A0274AD69B}" authorId="{D15EA564-4B25-9235-5341-605B6603D5E7}" created="2026-07-06T09:49:55.477">
        <p188:txBody>
          <a:bodyPr/>
          <a:lstStyle/>
          <a:p>
            <a:r>
              <a:rPr lang="en-US"/>
              <a:t>Please change icons
</a:t>
            </a:r>
          </a:p>
        </p188:txBody>
        <p188:extLst>
          <p:ext xmlns:p="http://schemas.openxmlformats.org/presentationml/2006/main" uri="{57CB4572-C831-44C2-8A1C-0ADB6CCDFE69}">
            <p223:reactions xmlns:p223="http://schemas.microsoft.com/office/powerpoint/2022/03/main">
              <p223:rxn type="👍">
                <p223:instance time="2026-07-06T10:04:06.564" authorId="{6C96E6CB-4791-BABC-24D8-380FC1196F4A}"/>
              </p223:rxn>
            </p223:reactions>
          </p:ext>
        </p188:extLst>
      </p188:reply>
      <p188:reply id="{54C6C657-0A28-43BB-ADAC-906E9A6C5FCF}" authorId="{6C96E6CB-4791-BABC-24D8-380FC1196F4A}" created="2026-07-06T10:21:07.657">
        <p188:txBody>
          <a:bodyPr/>
          <a:lstStyle/>
          <a:p>
            <a:r>
              <a:rPr lang="en-IN"/>
              <a:t>Updated, please check. Thanks</a:t>
            </a:r>
          </a:p>
        </p188:txBody>
      </p188:reply>
    </p188:replyLst>
    <p188:txBody>
      <a:bodyPr/>
      <a:lstStyle/>
      <a:p>
        <a:r>
          <a:rPr lang="en-US"/>
          <a:t>[@Akshay Ghaytadkar] : Please format this slide so that it looks like slide 4 from theme perspective like boxes, line etc</a:t>
        </a:r>
      </a:p>
    </p188:txBody>
    <p188:extLst>
      <p:ext xmlns:p="http://schemas.openxmlformats.org/presentationml/2006/main" uri="{57CB4572-C831-44C2-8A1C-0ADB6CCDFE69}">
        <p223:reactions xmlns:p223="http://schemas.microsoft.com/office/powerpoint/2022/03/main">
          <p223:rxn type="👍">
            <p223:instance time="2026-07-06T08:55:25.725" authorId="{6C96E6CB-4791-BABC-24D8-380FC1196F4A}"/>
          </p223:rxn>
        </p223:reactions>
      </p:ext>
    </p188:extLst>
  </p188:cm>
  <p188:cm id="{30542CE9-F1E5-4DCD-9408-8ECE2B3576FB}" authorId="{D15EA564-4B25-9235-5341-605B6603D5E7}" created="2026-07-06T12:00:43.647">
    <ac:deMkLst xmlns:ac="http://schemas.microsoft.com/office/drawing/2013/main/command">
      <pc:docMk xmlns:pc="http://schemas.microsoft.com/office/powerpoint/2013/main/command"/>
      <pc:sldMk xmlns:pc="http://schemas.microsoft.com/office/powerpoint/2013/main/command" cId="230047509" sldId="10819"/>
      <ac:spMk id="36" creationId="{16792A6E-CAD3-D810-42C0-FFC84650F758}"/>
    </ac:deMkLst>
    <p188:replyLst>
      <p188:reply id="{B68B614E-390C-4912-8CC4-1D59AB8C3969}" authorId="{6C96E6CB-4791-BABC-24D8-380FC1196F4A}" created="2026-07-06T13:04:52.931">
        <p188:txBody>
          <a:bodyPr/>
          <a:lstStyle/>
          <a:p>
            <a:r>
              <a:rPr lang="en-IN"/>
              <a:t>Updated, please check and let me know if anymore changes are needed. </a:t>
            </a:r>
          </a:p>
        </p188:txBody>
      </p188:reply>
    </p188:replyLst>
    <p188:txBody>
      <a:bodyPr/>
      <a:lstStyle/>
      <a:p>
        <a:r>
          <a:rPr lang="en-US"/>
          <a:t>[@Akshay Ghaytadkar] : Can we break it like Sales feedback section?
Purpose, current state, future state, impact etc?</a:t>
        </a:r>
      </a:p>
    </p188:txBody>
    <p188:extLst>
      <p:ext xmlns:p="http://schemas.openxmlformats.org/presentationml/2006/main" uri="{57CB4572-C831-44C2-8A1C-0ADB6CCDFE69}">
        <p223:reactions xmlns:p223="http://schemas.microsoft.com/office/powerpoint/2022/03/main">
          <p223:rxn type="👍">
            <p223:instance time="2026-07-06T13:03:42.020" authorId="{6C96E6CB-4791-BABC-24D8-380FC1196F4A}"/>
          </p223:rxn>
        </p223:reactions>
      </p:ext>
    </p188:extLst>
  </p188:cm>
</p188:cmLst>
</file>

<file path=ppt/comments/modernComment_104_B02AE255.xml><?xml version="1.0" encoding="utf-8"?>
<p188:cmLst xmlns:a="http://schemas.openxmlformats.org/drawingml/2006/main" xmlns:r="http://schemas.openxmlformats.org/officeDocument/2006/relationships" xmlns:p188="http://schemas.microsoft.com/office/powerpoint/2018/8/main">
  <p188:cm id="{DD980753-3152-4B74-91A5-23B5AB45E0E7}" authorId="{D15EA564-4B25-9235-5341-605B6603D5E7}" created="2026-06-23T10:35:52.217">
    <ac:deMkLst xmlns:ac="http://schemas.microsoft.com/office/drawing/2013/main/command">
      <pc:docMk xmlns:pc="http://schemas.microsoft.com/office/powerpoint/2013/main/command"/>
      <pc:sldMk xmlns:pc="http://schemas.microsoft.com/office/powerpoint/2013/main/command" cId="2955600469" sldId="260"/>
      <ac:spMk id="2" creationId="{B607A6E6-E4EE-861E-2D20-66358B8A9A7F}"/>
    </ac:deMkLst>
    <p188:txBody>
      <a:bodyPr/>
      <a:lstStyle/>
      <a:p>
        <a:r>
          <a:rPr lang="en-US"/>
          <a:t>Update date</a:t>
        </a:r>
      </a:p>
    </p188:txBody>
  </p188:cm>
</p188:cmLst>
</file>

<file path=ppt/comments/modernComment_D3D_25ED772D.xml><?xml version="1.0" encoding="utf-8"?>
<p188:cmLst xmlns:a="http://schemas.openxmlformats.org/drawingml/2006/main" xmlns:r="http://schemas.openxmlformats.org/officeDocument/2006/relationships" xmlns:p188="http://schemas.microsoft.com/office/powerpoint/2018/8/main">
  <p188:cm id="{FD945D3A-F897-4D6D-BE33-4F2DE08818F2}" authorId="{D15EA564-4B25-9235-5341-605B6603D5E7}" created="2026-06-23T10:38:20.803">
    <ac:deMkLst xmlns:ac="http://schemas.microsoft.com/office/drawing/2013/main/command">
      <pc:docMk xmlns:pc="http://schemas.microsoft.com/office/powerpoint/2013/main/command"/>
      <pc:sldMk xmlns:pc="http://schemas.microsoft.com/office/powerpoint/2013/main/command" cId="636319533" sldId="3389"/>
      <ac:spMk id="6" creationId="{CDB9F711-34FE-AC9E-C480-FAD399078A2C}"/>
    </ac:deMkLst>
    <p188:txBody>
      <a:bodyPr/>
      <a:lstStyle/>
      <a:p>
        <a:r>
          <a:rPr lang="en-US"/>
          <a:t>Inclusion of other case category [@Avishkar Ghumare] </a:t>
        </a:r>
      </a:p>
    </p188:txBody>
  </p188:cm>
  <p188:cm id="{285ADFB0-7AC8-4226-A18D-782BFDDF588D}" authorId="{D15EA564-4B25-9235-5341-605B6603D5E7}" created="2026-06-23T10:38:34.160">
    <ac:deMkLst xmlns:ac="http://schemas.microsoft.com/office/drawing/2013/main/command">
      <pc:docMk xmlns:pc="http://schemas.microsoft.com/office/powerpoint/2013/main/command"/>
      <pc:sldMk xmlns:pc="http://schemas.microsoft.com/office/powerpoint/2013/main/command" cId="636319533" sldId="3389"/>
      <ac:spMk id="7" creationId="{DA577CC7-83F3-AA3E-81B7-CE8C9B8973E5}"/>
    </ac:deMkLst>
    <p188:txBody>
      <a:bodyPr/>
      <a:lstStyle/>
      <a:p>
        <a:r>
          <a:rPr lang="en-US"/>
          <a:t>Agents creation: [@Nayan Gupta] </a:t>
        </a:r>
      </a:p>
    </p188:txBody>
  </p188:cm>
  <p188:cm id="{0B033F39-6554-4B6F-AE07-CE381A5654F5}" authorId="{D15EA564-4B25-9235-5341-605B6603D5E7}" created="2026-06-23T10:39:35.892">
    <ac:deMkLst xmlns:ac="http://schemas.microsoft.com/office/drawing/2013/main/command">
      <pc:docMk xmlns:pc="http://schemas.microsoft.com/office/powerpoint/2013/main/command"/>
      <pc:sldMk xmlns:pc="http://schemas.microsoft.com/office/powerpoint/2013/main/command" cId="636319533" sldId="3389"/>
      <ac:spMk id="8" creationId="{7F4EA9A2-4FBE-9CB3-9354-73E9A2F54BDA}"/>
    </ac:deMkLst>
    <p188:txBody>
      <a:bodyPr/>
      <a:lstStyle/>
      <a:p>
        <a:r>
          <a:rPr lang="en-US"/>
          <a:t>Policy changes, case description changes [@Deeksha Gauba] </a:t>
        </a:r>
      </a:p>
    </p188:txBody>
  </p188:cm>
  <p188:cm id="{DDA93EC0-2AA0-4DE1-BCAC-0D20AD813EC7}" authorId="{D15EA564-4B25-9235-5341-605B6603D5E7}" created="2026-06-24T08:45:44.670">
    <ac:deMkLst xmlns:ac="http://schemas.microsoft.com/office/drawing/2013/main/command">
      <pc:docMk xmlns:pc="http://schemas.microsoft.com/office/powerpoint/2013/main/command"/>
      <pc:sldMk xmlns:pc="http://schemas.microsoft.com/office/powerpoint/2013/main/command" cId="636319533" sldId="3389"/>
      <ac:spMk id="3" creationId="{D770C841-3D21-EFC2-E2A9-86DA23A5EEE7}"/>
    </ac:deMkLst>
    <p188:txBody>
      <a:bodyPr/>
      <a:lstStyle/>
      <a:p>
        <a:r>
          <a:rPr lang="en-US"/>
          <a:t>[@Deeksha Gauba] : process documentation (Aoc), dependency-</a:t>
        </a:r>
      </a:p>
    </p188:txBody>
  </p188:cm>
</p188:cmLst>
</file>

<file path=ppt/comments/modernComment_D3E_87906E44.xml><?xml version="1.0" encoding="utf-8"?>
<p188:cmLst xmlns:a="http://schemas.openxmlformats.org/drawingml/2006/main" xmlns:r="http://schemas.openxmlformats.org/officeDocument/2006/relationships" xmlns:p188="http://schemas.microsoft.com/office/powerpoint/2018/8/main">
  <p188:cm id="{D2F7D190-A5E0-496C-85B9-CE84D507C8F9}" authorId="{D15EA564-4B25-9235-5341-605B6603D5E7}" created="2026-06-23T10:40:36.847">
    <ac:deMkLst xmlns:ac="http://schemas.microsoft.com/office/drawing/2013/main/command">
      <pc:docMk xmlns:pc="http://schemas.microsoft.com/office/powerpoint/2013/main/command"/>
      <pc:sldMk xmlns:pc="http://schemas.microsoft.com/office/powerpoint/2013/main/command" cId="2274389572" sldId="3390"/>
      <ac:spMk id="6" creationId="{B008C271-7BF8-5169-E708-F00D486AD6B0}"/>
    </ac:deMkLst>
    <p188:txBody>
      <a:bodyPr/>
      <a:lstStyle/>
      <a:p>
        <a:r>
          <a:rPr lang="en-US"/>
          <a:t>[@Runal Deogadkar] : Mention owning sales feedback form automation process</a:t>
        </a:r>
      </a:p>
    </p188:txBody>
  </p188:cm>
  <p188:cm id="{C977A78C-405E-43B2-A965-AFB31D2F1BEB}" authorId="{D15EA564-4B25-9235-5341-605B6603D5E7}" created="2026-06-23T10:40:56.570">
    <ac:deMkLst xmlns:ac="http://schemas.microsoft.com/office/drawing/2013/main/command">
      <pc:docMk xmlns:pc="http://schemas.microsoft.com/office/powerpoint/2013/main/command"/>
      <pc:sldMk xmlns:pc="http://schemas.microsoft.com/office/powerpoint/2013/main/command" cId="2274389572" sldId="3390"/>
      <ac:spMk id="11" creationId="{225FECF4-771C-F82C-D021-034E11173D38}"/>
    </ac:deMkLst>
    <p188:txBody>
      <a:bodyPr/>
      <a:lstStyle/>
      <a:p>
        <a:r>
          <a:rPr lang="en-US"/>
          <a:t>[@Akshay Ghaytadkar] : Mention how OPTIX Feedback will be automated</a:t>
        </a:r>
      </a:p>
    </p188:txBody>
  </p188:cm>
  <p188:cm id="{2E7E3D25-F5A7-453C-AFE7-22786D600620}" authorId="{D15EA564-4B25-9235-5341-605B6603D5E7}" created="2026-06-23T10:41:24.669">
    <ac:deMkLst xmlns:ac="http://schemas.microsoft.com/office/drawing/2013/main/command">
      <pc:docMk xmlns:pc="http://schemas.microsoft.com/office/powerpoint/2013/main/command"/>
      <pc:sldMk xmlns:pc="http://schemas.microsoft.com/office/powerpoint/2013/main/command" cId="2274389572" sldId="3390"/>
      <ac:spMk id="8" creationId="{5E498896-CD53-79F3-A29F-C5E89449EBF4}"/>
    </ac:deMkLst>
    <p188:txBody>
      <a:bodyPr/>
      <a:lstStyle/>
      <a:p>
        <a:r>
          <a:rPr lang="en-US"/>
          <a:t>[@Avishkar Ghumare] : mention cloud hosting of OPTIX, Gemini API Key Mention the timeline</a:t>
        </a:r>
      </a:p>
    </p188:txBody>
  </p188:cm>
  <p188:cm id="{EC6DB2C7-CECD-4CE4-9410-099F113A5ECA}" authorId="{D15EA564-4B25-9235-5341-605B6603D5E7}" created="2026-06-24T08:46:06.290">
    <pc:sldMkLst xmlns:pc="http://schemas.microsoft.com/office/powerpoint/2013/main/command">
      <pc:docMk/>
      <pc:sldMk cId="2274389572" sldId="3390"/>
    </pc:sldMkLst>
    <p188:txBody>
      <a:bodyPr/>
      <a:lstStyle/>
      <a:p>
        <a:r>
          <a:rPr lang="en-US"/>
          <a:t>Timeline menion </a:t>
        </a:r>
      </a:p>
    </p188:txBody>
  </p188:cm>
</p188:cmLst>
</file>

<file path=ppt/comments/modernComment_D3F_56F903F7.xml><?xml version="1.0" encoding="utf-8"?>
<p188:cmLst xmlns:a="http://schemas.openxmlformats.org/drawingml/2006/main" xmlns:r="http://schemas.openxmlformats.org/officeDocument/2006/relationships" xmlns:p188="http://schemas.microsoft.com/office/powerpoint/2018/8/main">
  <p188:cm id="{8371B28E-2B75-48FE-8BD0-2E2A75867E17}" authorId="{D15EA564-4B25-9235-5341-605B6603D5E7}" created="2026-06-23T10:40:12.058">
    <ac:deMkLst xmlns:ac="http://schemas.microsoft.com/office/drawing/2013/main/command">
      <pc:docMk xmlns:pc="http://schemas.microsoft.com/office/powerpoint/2013/main/command"/>
      <pc:sldMk xmlns:pc="http://schemas.microsoft.com/office/powerpoint/2013/main/command" cId="1459160055" sldId="3391"/>
      <ac:spMk id="2" creationId="{D6DD37CD-F888-8EB0-E809-D39320721D5E}"/>
    </ac:deMkLst>
    <p188:txBody>
      <a:bodyPr/>
      <a:lstStyle/>
      <a:p>
        <a:r>
          <a:rPr lang="en-US"/>
          <a:t>[@Avishkar Ghumare] : Paste the demo link here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9FB7E891-4613-4D7B-A354-E85A5FA4583B}" type="datetimeFigureOut">
              <a:rPr lang="en-US" smtClean="0"/>
              <a:t>8/26/2026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104D4063-B453-4E97-9FC9-9BB8E5997E54}" type="slidenum">
              <a:rPr lang="en-US" smtClean="0"/>
              <a:t>‹#›</a:t>
            </a:fld>
            <a:endParaRPr lang="en-US"/>
          </a:p>
        </p:txBody>
      </p:sp>
    </p:spTree>
    <p:extLst>
      <p:ext uri="{BB962C8B-B14F-4D97-AF65-F5344CB8AC3E}">
        <p14:creationId xmlns:p14="http://schemas.microsoft.com/office/powerpoint/2010/main" val="1611795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fdx.highspot.com/items/63f7e6766fd5d338bc80239d#41"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fdx.highspot.com/items/63f7e6766fd5d338bc80239d#41"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fdx.highspot.com/items/63f7e6766fd5d338bc80239d#41"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fdx.highspot.com/items/63f7e6766fd5d338bc80239d#41"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04D4063-B453-4E97-9FC9-9BB8E5997E54}" type="slidenum">
              <a:rPr lang="en-US" smtClean="0"/>
              <a:t>1</a:t>
            </a:fld>
            <a:endParaRPr lang="en-US"/>
          </a:p>
        </p:txBody>
      </p:sp>
    </p:spTree>
    <p:extLst>
      <p:ext uri="{BB962C8B-B14F-4D97-AF65-F5344CB8AC3E}">
        <p14:creationId xmlns:p14="http://schemas.microsoft.com/office/powerpoint/2010/main" val="3451095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04D4063-B453-4E97-9FC9-9BB8E5997E54}" type="slidenum">
              <a:rPr lang="en-US" smtClean="0"/>
              <a:t>2</a:t>
            </a:fld>
            <a:endParaRPr lang="en-US"/>
          </a:p>
        </p:txBody>
      </p:sp>
    </p:spTree>
    <p:extLst>
      <p:ext uri="{BB962C8B-B14F-4D97-AF65-F5344CB8AC3E}">
        <p14:creationId xmlns:p14="http://schemas.microsoft.com/office/powerpoint/2010/main" val="2898377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B6CE-B9E5-6868-A4FC-9E23BC7819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D2566-39EE-17C8-EBA0-EFB6F019A3C0}"/>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6E7D0-F71C-9762-165C-CAE915F7E16F}"/>
              </a:ext>
            </a:extLst>
          </p:cNvPr>
          <p:cNvSpPr>
            <a:spLocks noGrp="1"/>
          </p:cNvSpPr>
          <p:nvPr>
            <p:ph type="body" idx="1"/>
          </p:nvPr>
        </p:nvSpPr>
        <p:spPr/>
        <p:txBody>
          <a:bodyPr/>
          <a:lstStyle/>
          <a:p>
            <a:r>
              <a:rPr lang="en-US" dirty="0"/>
              <a:t>Policy guide: </a:t>
            </a:r>
            <a:r>
              <a:rPr lang="en-US" dirty="0">
                <a:hlinkClick r:id="rId3"/>
              </a:rPr>
              <a:t>Territory Planning &amp; Optimization (TP&amp;O) Policy and Procedure Guide (U.S. Sales) | </a:t>
            </a:r>
            <a:r>
              <a:rPr lang="en-US" dirty="0" err="1">
                <a:hlinkClick r:id="rId3"/>
              </a:rPr>
              <a:t>Highspot</a:t>
            </a:r>
            <a:endParaRPr lang="en-US" dirty="0"/>
          </a:p>
          <a:p>
            <a:r>
              <a:rPr lang="en-US" dirty="0" err="1"/>
              <a:t>Streamlit</a:t>
            </a:r>
            <a:r>
              <a:rPr lang="en-US" dirty="0"/>
              <a:t> UI</a:t>
            </a:r>
          </a:p>
        </p:txBody>
      </p:sp>
      <p:sp>
        <p:nvSpPr>
          <p:cNvPr id="4" name="Slide Number Placeholder 3">
            <a:extLst>
              <a:ext uri="{FF2B5EF4-FFF2-40B4-BE49-F238E27FC236}">
                <a16:creationId xmlns:a16="http://schemas.microsoft.com/office/drawing/2014/main" id="{FD6EDB95-222B-D0D2-B62C-A6C892DF7EB4}"/>
              </a:ext>
            </a:extLst>
          </p:cNvPr>
          <p:cNvSpPr>
            <a:spLocks noGrp="1"/>
          </p:cNvSpPr>
          <p:nvPr>
            <p:ph type="sldNum" sz="quarter" idx="5"/>
          </p:nvPr>
        </p:nvSpPr>
        <p:spPr/>
        <p:txBody>
          <a:bodyPr/>
          <a:lstStyle/>
          <a:p>
            <a:fld id="{104D4063-B453-4E97-9FC9-9BB8E5997E54}" type="slidenum">
              <a:rPr lang="en-US" smtClean="0"/>
              <a:t>3</a:t>
            </a:fld>
            <a:endParaRPr lang="en-US"/>
          </a:p>
        </p:txBody>
      </p:sp>
    </p:spTree>
    <p:extLst>
      <p:ext uri="{BB962C8B-B14F-4D97-AF65-F5344CB8AC3E}">
        <p14:creationId xmlns:p14="http://schemas.microsoft.com/office/powerpoint/2010/main" val="127255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EBFE5-A7AA-FD6F-877F-F93885975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A456E-CE4F-646D-001D-01BC6B0B386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F25C44E-D119-3996-9EB7-E0DA08CEB4E4}"/>
              </a:ext>
            </a:extLst>
          </p:cNvPr>
          <p:cNvSpPr>
            <a:spLocks noGrp="1"/>
          </p:cNvSpPr>
          <p:nvPr>
            <p:ph type="body" idx="1"/>
          </p:nvPr>
        </p:nvSpPr>
        <p:spPr/>
        <p:txBody>
          <a:bodyPr/>
          <a:lstStyle/>
          <a:p>
            <a:r>
              <a:rPr lang="en-US"/>
              <a:t>Policy guide: </a:t>
            </a:r>
            <a:r>
              <a:rPr lang="en-US">
                <a:hlinkClick r:id="rId3"/>
              </a:rPr>
              <a:t>Territory Planning &amp; Optimization (TP&amp;O) Policy and Procedure Guide (U.S. Sales) | </a:t>
            </a:r>
            <a:r>
              <a:rPr lang="en-US" err="1">
                <a:hlinkClick r:id="rId3"/>
              </a:rPr>
              <a:t>Highspot</a:t>
            </a:r>
            <a:endParaRPr lang="en-US"/>
          </a:p>
          <a:p>
            <a:r>
              <a:rPr lang="en-US" err="1"/>
              <a:t>Streamlit</a:t>
            </a:r>
            <a:r>
              <a:rPr lang="en-US"/>
              <a:t> UI</a:t>
            </a:r>
          </a:p>
          <a:p>
            <a:endParaRPr lang="en-US"/>
          </a:p>
        </p:txBody>
      </p:sp>
      <p:sp>
        <p:nvSpPr>
          <p:cNvPr id="4" name="Slide Number Placeholder 3">
            <a:extLst>
              <a:ext uri="{FF2B5EF4-FFF2-40B4-BE49-F238E27FC236}">
                <a16:creationId xmlns:a16="http://schemas.microsoft.com/office/drawing/2014/main" id="{CBD22D61-994B-CDFD-B8DC-4E37C9866DA7}"/>
              </a:ext>
            </a:extLst>
          </p:cNvPr>
          <p:cNvSpPr>
            <a:spLocks noGrp="1"/>
          </p:cNvSpPr>
          <p:nvPr>
            <p:ph type="sldNum" sz="quarter" idx="5"/>
          </p:nvPr>
        </p:nvSpPr>
        <p:spPr/>
        <p:txBody>
          <a:bodyPr/>
          <a:lstStyle/>
          <a:p>
            <a:fld id="{104D4063-B453-4E97-9FC9-9BB8E5997E54}" type="slidenum">
              <a:rPr lang="en-US" smtClean="0"/>
              <a:t>4</a:t>
            </a:fld>
            <a:endParaRPr lang="en-US"/>
          </a:p>
        </p:txBody>
      </p:sp>
    </p:spTree>
    <p:extLst>
      <p:ext uri="{BB962C8B-B14F-4D97-AF65-F5344CB8AC3E}">
        <p14:creationId xmlns:p14="http://schemas.microsoft.com/office/powerpoint/2010/main" val="4158491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04D4063-B453-4E97-9FC9-9BB8E5997E54}" type="slidenum">
              <a:rPr lang="en-US" smtClean="0"/>
              <a:t>5</a:t>
            </a:fld>
            <a:endParaRPr lang="en-US"/>
          </a:p>
        </p:txBody>
      </p:sp>
    </p:spTree>
    <p:extLst>
      <p:ext uri="{BB962C8B-B14F-4D97-AF65-F5344CB8AC3E}">
        <p14:creationId xmlns:p14="http://schemas.microsoft.com/office/powerpoint/2010/main" val="1695875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208DE-1F5B-B9F6-9F4C-3E92E96F2B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7271A-AAEF-D0E0-43AA-2E7177A00C4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4A055F9-E6C2-78C8-63D8-3BCE719F5FD7}"/>
              </a:ext>
            </a:extLst>
          </p:cNvPr>
          <p:cNvSpPr>
            <a:spLocks noGrp="1"/>
          </p:cNvSpPr>
          <p:nvPr>
            <p:ph type="body" idx="1"/>
          </p:nvPr>
        </p:nvSpPr>
        <p:spPr/>
        <p:txBody>
          <a:bodyPr/>
          <a:lstStyle/>
          <a:p>
            <a:r>
              <a:rPr lang="en-US"/>
              <a:t>Policy guide: </a:t>
            </a:r>
            <a:r>
              <a:rPr lang="en-US">
                <a:hlinkClick r:id="rId3"/>
              </a:rPr>
              <a:t>Territory Planning &amp; Optimization (TP&amp;O) Policy and Procedure Guide (U.S. Sales) | Highspot</a:t>
            </a:r>
            <a:endParaRPr lang="en-US"/>
          </a:p>
          <a:p>
            <a:r>
              <a:rPr lang="en-US" err="1"/>
              <a:t>Streamlit</a:t>
            </a:r>
            <a:r>
              <a:rPr lang="en-US"/>
              <a:t> UI</a:t>
            </a:r>
          </a:p>
        </p:txBody>
      </p:sp>
      <p:sp>
        <p:nvSpPr>
          <p:cNvPr id="4" name="Slide Number Placeholder 3">
            <a:extLst>
              <a:ext uri="{FF2B5EF4-FFF2-40B4-BE49-F238E27FC236}">
                <a16:creationId xmlns:a16="http://schemas.microsoft.com/office/drawing/2014/main" id="{FFD45043-1B6D-943B-8577-B035E1212587}"/>
              </a:ext>
            </a:extLst>
          </p:cNvPr>
          <p:cNvSpPr>
            <a:spLocks noGrp="1"/>
          </p:cNvSpPr>
          <p:nvPr>
            <p:ph type="sldNum" sz="quarter" idx="5"/>
          </p:nvPr>
        </p:nvSpPr>
        <p:spPr/>
        <p:txBody>
          <a:bodyPr/>
          <a:lstStyle/>
          <a:p>
            <a:fld id="{104D4063-B453-4E97-9FC9-9BB8E5997E54}" type="slidenum">
              <a:rPr lang="en-US" smtClean="0"/>
              <a:t>6</a:t>
            </a:fld>
            <a:endParaRPr lang="en-US"/>
          </a:p>
        </p:txBody>
      </p:sp>
    </p:spTree>
    <p:extLst>
      <p:ext uri="{BB962C8B-B14F-4D97-AF65-F5344CB8AC3E}">
        <p14:creationId xmlns:p14="http://schemas.microsoft.com/office/powerpoint/2010/main" val="4271344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51DE7-662B-7A3D-76D4-682AD2137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7B1C2-0F1A-B0BF-BF95-62C5E79AB64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99CE686-E502-FE42-A70B-68A8BED401A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6469A51-8131-D3AE-FC03-76207B8BA557}"/>
              </a:ext>
            </a:extLst>
          </p:cNvPr>
          <p:cNvSpPr>
            <a:spLocks noGrp="1"/>
          </p:cNvSpPr>
          <p:nvPr>
            <p:ph type="sldNum" sz="quarter" idx="5"/>
          </p:nvPr>
        </p:nvSpPr>
        <p:spPr/>
        <p:txBody>
          <a:bodyPr/>
          <a:lstStyle/>
          <a:p>
            <a:fld id="{104D4063-B453-4E97-9FC9-9BB8E5997E54}" type="slidenum">
              <a:rPr lang="en-US" smtClean="0"/>
              <a:t>7</a:t>
            </a:fld>
            <a:endParaRPr lang="en-US"/>
          </a:p>
        </p:txBody>
      </p:sp>
    </p:spTree>
    <p:extLst>
      <p:ext uri="{BB962C8B-B14F-4D97-AF65-F5344CB8AC3E}">
        <p14:creationId xmlns:p14="http://schemas.microsoft.com/office/powerpoint/2010/main" val="814903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04D4063-B453-4E97-9FC9-9BB8E5997E54}" type="slidenum">
              <a:rPr lang="en-US" smtClean="0"/>
              <a:t>8</a:t>
            </a:fld>
            <a:endParaRPr lang="en-US"/>
          </a:p>
        </p:txBody>
      </p:sp>
    </p:spTree>
    <p:extLst>
      <p:ext uri="{BB962C8B-B14F-4D97-AF65-F5344CB8AC3E}">
        <p14:creationId xmlns:p14="http://schemas.microsoft.com/office/powerpoint/2010/main" val="13720216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AFBCE-DF25-03EB-CA98-1AD99083DA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B62B6-8DB8-D821-C99B-322962BBB3A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67BDA81-DCE9-5B35-68B5-D7B938D8A91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8D77CF6-70CA-82AB-2B11-EC4F3E22E6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D0202E3-7F70-4647-ADA1-E95927D119DA}" type="slidenum">
              <a:rPr kumimoji="0" lang="en-IN" sz="1200" b="0" i="0" u="none" strike="noStrike" kern="0" cap="none" spc="0" normalizeH="0" baseline="0" noProof="0" smtClean="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IN" sz="1200" b="0" i="0" u="none" strike="noStrike" kern="0" cap="none" spc="0" normalizeH="0" baseline="0" noProof="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Tree>
    <p:extLst>
      <p:ext uri="{BB962C8B-B14F-4D97-AF65-F5344CB8AC3E}">
        <p14:creationId xmlns:p14="http://schemas.microsoft.com/office/powerpoint/2010/main" val="1829692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CDF2A-1A4F-62F6-889C-AEB607F37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32B59-2FEF-0EF4-B226-563F2B96ACC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1DD0B17-4A04-F293-6212-9D71752B7D5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4143A7C-9D38-28B7-2629-4A857B48BC8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D0202E3-7F70-4647-ADA1-E95927D119DA}" type="slidenum">
              <a:rPr kumimoji="0" lang="en-IN" sz="1200" b="0" i="0" u="none" strike="noStrike" kern="0" cap="none" spc="0" normalizeH="0" baseline="0" noProof="0" smtClean="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IN" sz="1200" b="0" i="0" u="none" strike="noStrike" kern="0" cap="none" spc="0" normalizeH="0" baseline="0" noProof="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Tree>
    <p:extLst>
      <p:ext uri="{BB962C8B-B14F-4D97-AF65-F5344CB8AC3E}">
        <p14:creationId xmlns:p14="http://schemas.microsoft.com/office/powerpoint/2010/main" val="328463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C0B80-0FBA-7B04-4A38-33553775F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4D435-4D92-5199-8DD7-4C133BEFC80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3AB4F2E-9D02-D486-7852-CBC78338766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524D4CA-F04F-92AA-176E-CF3A480595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D0202E3-7F70-4647-ADA1-E95927D119DA}" type="slidenum">
              <a:rPr kumimoji="0" lang="en-IN" sz="1200" b="0" i="0" u="none" strike="noStrike" kern="0" cap="none" spc="0" normalizeH="0" baseline="0" noProof="0" smtClean="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IN" sz="1200" b="0" i="0" u="none" strike="noStrike" kern="0" cap="none" spc="0" normalizeH="0" baseline="0" noProof="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Tree>
    <p:extLst>
      <p:ext uri="{BB962C8B-B14F-4D97-AF65-F5344CB8AC3E}">
        <p14:creationId xmlns:p14="http://schemas.microsoft.com/office/powerpoint/2010/main" val="1151665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D7BC3-6722-C605-AD45-6FFDAF191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5DD37-99A9-4FAA-42D4-DAB038BAE5F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5F10263-4B7D-5330-9B9F-F3575E9734C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B232E7A-FB92-BC95-DB4B-0021F392138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D0202E3-7F70-4647-ADA1-E95927D119DA}" type="slidenum">
              <a:rPr kumimoji="0" lang="en-IN" sz="1200" b="0" i="0" u="none" strike="noStrike" kern="0" cap="none" spc="0" normalizeH="0" baseline="0" noProof="0" smtClean="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IN" sz="1200" b="0" i="0" u="none" strike="noStrike" kern="0" cap="none" spc="0" normalizeH="0" baseline="0" noProof="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Tree>
    <p:extLst>
      <p:ext uri="{BB962C8B-B14F-4D97-AF65-F5344CB8AC3E}">
        <p14:creationId xmlns:p14="http://schemas.microsoft.com/office/powerpoint/2010/main" val="6362019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23232-A271-5960-B535-44A81C1D7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3393B-7113-59CF-41DE-45AA1070729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F81E243-9BA2-488D-C873-E2D35E928AE8}"/>
              </a:ext>
            </a:extLst>
          </p:cNvPr>
          <p:cNvSpPr>
            <a:spLocks noGrp="1"/>
          </p:cNvSpPr>
          <p:nvPr>
            <p:ph type="body" idx="1"/>
          </p:nvPr>
        </p:nvSpPr>
        <p:spPr/>
        <p:txBody>
          <a:bodyPr/>
          <a:lstStyle/>
          <a:p>
            <a:r>
              <a:rPr lang="en-US"/>
              <a:t>Policy guide: </a:t>
            </a:r>
            <a:r>
              <a:rPr lang="en-US">
                <a:hlinkClick r:id="rId3"/>
              </a:rPr>
              <a:t>Territory Planning &amp; Optimization (TP&amp;O) Policy and Procedure Guide (U.S. Sales) | </a:t>
            </a:r>
            <a:r>
              <a:rPr lang="en-US" err="1">
                <a:hlinkClick r:id="rId3"/>
              </a:rPr>
              <a:t>Highspot</a:t>
            </a:r>
            <a:endParaRPr lang="en-US"/>
          </a:p>
          <a:p>
            <a:r>
              <a:rPr lang="en-US" err="1"/>
              <a:t>Streamlit</a:t>
            </a:r>
            <a:r>
              <a:rPr lang="en-US"/>
              <a:t> UI</a:t>
            </a:r>
          </a:p>
        </p:txBody>
      </p:sp>
      <p:sp>
        <p:nvSpPr>
          <p:cNvPr id="4" name="Slide Number Placeholder 3">
            <a:extLst>
              <a:ext uri="{FF2B5EF4-FFF2-40B4-BE49-F238E27FC236}">
                <a16:creationId xmlns:a16="http://schemas.microsoft.com/office/drawing/2014/main" id="{1F12B6E6-AB88-FE43-CEB4-0D38E325FFEB}"/>
              </a:ext>
            </a:extLst>
          </p:cNvPr>
          <p:cNvSpPr>
            <a:spLocks noGrp="1"/>
          </p:cNvSpPr>
          <p:nvPr>
            <p:ph type="sldNum" sz="quarter" idx="5"/>
          </p:nvPr>
        </p:nvSpPr>
        <p:spPr/>
        <p:txBody>
          <a:bodyPr/>
          <a:lstStyle/>
          <a:p>
            <a:fld id="{104D4063-B453-4E97-9FC9-9BB8E5997E54}" type="slidenum">
              <a:rPr lang="en-US" smtClean="0"/>
              <a:t>15</a:t>
            </a:fld>
            <a:endParaRPr lang="en-US"/>
          </a:p>
        </p:txBody>
      </p:sp>
    </p:spTree>
    <p:extLst>
      <p:ext uri="{BB962C8B-B14F-4D97-AF65-F5344CB8AC3E}">
        <p14:creationId xmlns:p14="http://schemas.microsoft.com/office/powerpoint/2010/main" val="3143352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CD879-441B-CC6C-D89D-D76F9AAF3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EB73D-377A-1856-779A-9C874EEF3F6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CFA880F-D3FF-6493-8F0C-F38AEAB5769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D9C53A1-8E07-5F63-BFFD-B286193CF3D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D0202E3-7F70-4647-ADA1-E95927D119DA}" type="slidenum">
              <a:rPr kumimoji="0" lang="en-IN" sz="1200" b="0" i="0" u="none" strike="noStrike" kern="0" cap="none" spc="0" normalizeH="0" baseline="0" noProof="0" smtClean="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16</a:t>
            </a:fld>
            <a:endParaRPr kumimoji="0" lang="en-IN" sz="1200" b="0" i="0" u="none" strike="noStrike" kern="0" cap="none" spc="0" normalizeH="0" baseline="0" noProof="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Tree>
    <p:extLst>
      <p:ext uri="{BB962C8B-B14F-4D97-AF65-F5344CB8AC3E}">
        <p14:creationId xmlns:p14="http://schemas.microsoft.com/office/powerpoint/2010/main" val="2795842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AC27E-4954-AFA8-1A0C-F57D9B6C0D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40F62B-7B62-F409-91C9-3991DF62037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17CB459-CD41-0F84-58E7-5FEED6A71B3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9F9A3F1-C4B2-E374-E991-E7356D1759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D0202E3-7F70-4647-ADA1-E95927D119DA}" type="slidenum">
              <a:rPr kumimoji="0" lang="en-IN" sz="1200" b="0" i="0" u="none" strike="noStrike" kern="0" cap="none" spc="0" normalizeH="0" baseline="0" noProof="0" smtClean="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17</a:t>
            </a:fld>
            <a:endParaRPr kumimoji="0" lang="en-IN" sz="1200" b="0" i="0" u="none" strike="noStrike" kern="0" cap="none" spc="0" normalizeH="0" baseline="0" noProof="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Tree>
    <p:extLst>
      <p:ext uri="{BB962C8B-B14F-4D97-AF65-F5344CB8AC3E}">
        <p14:creationId xmlns:p14="http://schemas.microsoft.com/office/powerpoint/2010/main" val="76124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D7D33-6E64-2702-8EE7-42CA26558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00630-D75D-8C3C-5733-299D115A01D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0F69374-4959-8384-5734-FE31DC74863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0686438-8EE0-3C8B-EF46-5A36452276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D0202E3-7F70-4647-ADA1-E95927D119DA}" type="slidenum">
              <a:rPr kumimoji="0" lang="en-IN" sz="1200" b="0" i="0" u="none" strike="noStrike" kern="0" cap="none" spc="0" normalizeH="0" baseline="0" noProof="0" smtClean="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n-IN" sz="1200" b="0" i="0" u="none" strike="noStrike" kern="0" cap="none" spc="0" normalizeH="0" baseline="0" noProof="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Tree>
    <p:extLst>
      <p:ext uri="{BB962C8B-B14F-4D97-AF65-F5344CB8AC3E}">
        <p14:creationId xmlns:p14="http://schemas.microsoft.com/office/powerpoint/2010/main" val="7267791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44141-76A0-B19F-FC04-6260AAC80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F71CE-54E4-9E02-2A5D-A6AF2732EFFE}"/>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2767B35-5705-B397-C07D-0648A4EE237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72C59C9-8675-C5A1-23A5-88074A8708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D0202E3-7F70-4647-ADA1-E95927D119DA}" type="slidenum">
              <a:rPr kumimoji="0" lang="en-IN" sz="1200" b="0" i="0" u="none" strike="noStrike" kern="0" cap="none" spc="0" normalizeH="0" baseline="0" noProof="0" smtClean="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19</a:t>
            </a:fld>
            <a:endParaRPr kumimoji="0" lang="en-IN" sz="1200" b="0" i="0" u="none" strike="noStrike" kern="0" cap="none" spc="0" normalizeH="0" baseline="0" noProof="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Tree>
    <p:extLst>
      <p:ext uri="{BB962C8B-B14F-4D97-AF65-F5344CB8AC3E}">
        <p14:creationId xmlns:p14="http://schemas.microsoft.com/office/powerpoint/2010/main" val="1929361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04D4063-B453-4E97-9FC9-9BB8E5997E54}" type="slidenum">
              <a:rPr lang="en-US" smtClean="0"/>
              <a:t>20</a:t>
            </a:fld>
            <a:endParaRPr lang="en-US"/>
          </a:p>
        </p:txBody>
      </p:sp>
    </p:spTree>
    <p:extLst>
      <p:ext uri="{BB962C8B-B14F-4D97-AF65-F5344CB8AC3E}">
        <p14:creationId xmlns:p14="http://schemas.microsoft.com/office/powerpoint/2010/main" val="13955983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B16D0-755F-6277-2493-956759EDE0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515FF-76CC-9C86-52CB-F8A8A2F511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FE0970-C383-8E39-813C-F2830CF47D8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1E5BEC6-794F-2A29-61DE-D9F18772B999}"/>
              </a:ext>
            </a:extLst>
          </p:cNvPr>
          <p:cNvSpPr>
            <a:spLocks noGrp="1"/>
          </p:cNvSpPr>
          <p:nvPr>
            <p:ph type="sldNum" sz="quarter" idx="5"/>
          </p:nvPr>
        </p:nvSpPr>
        <p:spPr/>
        <p:txBody>
          <a:bodyPr/>
          <a:lstStyle/>
          <a:p>
            <a:fld id="{104D4063-B453-4E97-9FC9-9BB8E5997E54}" type="slidenum">
              <a:rPr lang="en-US" smtClean="0"/>
              <a:t>21</a:t>
            </a:fld>
            <a:endParaRPr lang="en-US"/>
          </a:p>
        </p:txBody>
      </p:sp>
    </p:spTree>
    <p:extLst>
      <p:ext uri="{BB962C8B-B14F-4D97-AF65-F5344CB8AC3E}">
        <p14:creationId xmlns:p14="http://schemas.microsoft.com/office/powerpoint/2010/main" val="10292751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34E5C-2D8B-24D4-8B38-D64BB95E2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D3CD1-F43A-92EE-2F69-9B086E02C0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B41DD5-542D-F643-C775-485F4A4BFF1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1936141-E594-D792-E0C5-59BD9049E770}"/>
              </a:ext>
            </a:extLst>
          </p:cNvPr>
          <p:cNvSpPr>
            <a:spLocks noGrp="1"/>
          </p:cNvSpPr>
          <p:nvPr>
            <p:ph type="sldNum" sz="quarter" idx="5"/>
          </p:nvPr>
        </p:nvSpPr>
        <p:spPr/>
        <p:txBody>
          <a:bodyPr/>
          <a:lstStyle/>
          <a:p>
            <a:fld id="{104D4063-B453-4E97-9FC9-9BB8E5997E54}" type="slidenum">
              <a:rPr lang="en-US" smtClean="0"/>
              <a:t>22</a:t>
            </a:fld>
            <a:endParaRPr lang="en-US"/>
          </a:p>
        </p:txBody>
      </p:sp>
    </p:spTree>
    <p:extLst>
      <p:ext uri="{BB962C8B-B14F-4D97-AF65-F5344CB8AC3E}">
        <p14:creationId xmlns:p14="http://schemas.microsoft.com/office/powerpoint/2010/main" val="40680452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02C6-009E-EB00-6B0A-14DE504FD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83B9E-7B85-22AA-E798-050F756B443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494B3CE-D645-83D1-598A-2F0E3E26899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E2A475-AE53-162D-4D7E-204C10CA71B1}"/>
              </a:ext>
            </a:extLst>
          </p:cNvPr>
          <p:cNvSpPr>
            <a:spLocks noGrp="1"/>
          </p:cNvSpPr>
          <p:nvPr>
            <p:ph type="sldNum" sz="quarter" idx="5"/>
          </p:nvPr>
        </p:nvSpPr>
        <p:spPr/>
        <p:txBody>
          <a:bodyPr/>
          <a:lstStyle/>
          <a:p>
            <a:fld id="{104D4063-B453-4E97-9FC9-9BB8E5997E54}" type="slidenum">
              <a:rPr lang="en-US" smtClean="0"/>
              <a:t>23</a:t>
            </a:fld>
            <a:endParaRPr lang="en-US"/>
          </a:p>
        </p:txBody>
      </p:sp>
    </p:spTree>
    <p:extLst>
      <p:ext uri="{BB962C8B-B14F-4D97-AF65-F5344CB8AC3E}">
        <p14:creationId xmlns:p14="http://schemas.microsoft.com/office/powerpoint/2010/main" val="38312849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61B61-1319-8568-44B8-B0D3B189F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49709-CAC2-C7A6-0BCB-67CD4095C27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87250C7-A27C-B4C5-3D08-2AE86599CF8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highlight>
                  <a:srgbClr val="FFFF00"/>
                </a:highlight>
              </a:rPr>
              <a:t>Use azure cloud services when access becomes available to scale solution and leverage AI capabilities.</a:t>
            </a:r>
          </a:p>
          <a:p>
            <a:endParaRPr lang="en-US"/>
          </a:p>
        </p:txBody>
      </p:sp>
      <p:sp>
        <p:nvSpPr>
          <p:cNvPr id="4" name="Slide Number Placeholder 3">
            <a:extLst>
              <a:ext uri="{FF2B5EF4-FFF2-40B4-BE49-F238E27FC236}">
                <a16:creationId xmlns:a16="http://schemas.microsoft.com/office/drawing/2014/main" id="{224FE47F-B643-5171-7382-F989D5EE8880}"/>
              </a:ext>
            </a:extLst>
          </p:cNvPr>
          <p:cNvSpPr>
            <a:spLocks noGrp="1"/>
          </p:cNvSpPr>
          <p:nvPr>
            <p:ph type="sldNum" sz="quarter" idx="5"/>
          </p:nvPr>
        </p:nvSpPr>
        <p:spPr/>
        <p:txBody>
          <a:bodyPr/>
          <a:lstStyle/>
          <a:p>
            <a:fld id="{104D4063-B453-4E97-9FC9-9BB8E5997E54}" type="slidenum">
              <a:rPr lang="en-US" smtClean="0"/>
              <a:t>24</a:t>
            </a:fld>
            <a:endParaRPr lang="en-US"/>
          </a:p>
        </p:txBody>
      </p:sp>
    </p:spTree>
    <p:extLst>
      <p:ext uri="{BB962C8B-B14F-4D97-AF65-F5344CB8AC3E}">
        <p14:creationId xmlns:p14="http://schemas.microsoft.com/office/powerpoint/2010/main" val="19227418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F33B4-40A4-A835-2179-4C87980709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2CBD85-FF03-E647-B47B-F5A0F3540A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3FFB5C-E17B-7558-5297-E1A9715253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highlight>
                  <a:srgbClr val="FFFF00"/>
                </a:highlight>
              </a:rPr>
              <a:t>Use azure cloud services when access becomes available to scale solution and leverage AI capabilities.</a:t>
            </a:r>
          </a:p>
          <a:p>
            <a:endParaRPr lang="en-US"/>
          </a:p>
        </p:txBody>
      </p:sp>
      <p:sp>
        <p:nvSpPr>
          <p:cNvPr id="4" name="Slide Number Placeholder 3">
            <a:extLst>
              <a:ext uri="{FF2B5EF4-FFF2-40B4-BE49-F238E27FC236}">
                <a16:creationId xmlns:a16="http://schemas.microsoft.com/office/drawing/2014/main" id="{8C1345F1-4D52-4262-265A-1537F8C7D915}"/>
              </a:ext>
            </a:extLst>
          </p:cNvPr>
          <p:cNvSpPr>
            <a:spLocks noGrp="1"/>
          </p:cNvSpPr>
          <p:nvPr>
            <p:ph type="sldNum" sz="quarter" idx="5"/>
          </p:nvPr>
        </p:nvSpPr>
        <p:spPr/>
        <p:txBody>
          <a:bodyPr/>
          <a:lstStyle/>
          <a:p>
            <a:fld id="{104D4063-B453-4E97-9FC9-9BB8E5997E54}" type="slidenum">
              <a:rPr lang="en-US" smtClean="0"/>
              <a:t>25</a:t>
            </a:fld>
            <a:endParaRPr lang="en-US"/>
          </a:p>
        </p:txBody>
      </p:sp>
    </p:spTree>
    <p:extLst>
      <p:ext uri="{BB962C8B-B14F-4D97-AF65-F5344CB8AC3E}">
        <p14:creationId xmlns:p14="http://schemas.microsoft.com/office/powerpoint/2010/main" val="17837468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err="1"/>
              <a:t>Agentforce</a:t>
            </a:r>
            <a:r>
              <a:rPr lang="en-US"/>
              <a:t> (SF) integration into iSell</a:t>
            </a:r>
          </a:p>
          <a:p>
            <a:r>
              <a:rPr lang="en-US"/>
              <a:t>ATC cases: adjust potential + attribute cases</a:t>
            </a:r>
          </a:p>
          <a:p>
            <a:endParaRPr lang="en-US"/>
          </a:p>
        </p:txBody>
      </p:sp>
      <p:sp>
        <p:nvSpPr>
          <p:cNvPr id="4" name="Slide Number Placeholder 3"/>
          <p:cNvSpPr>
            <a:spLocks noGrp="1"/>
          </p:cNvSpPr>
          <p:nvPr>
            <p:ph type="sldNum" sz="quarter" idx="5"/>
          </p:nvPr>
        </p:nvSpPr>
        <p:spPr/>
        <p:txBody>
          <a:bodyPr/>
          <a:lstStyle/>
          <a:p>
            <a:fld id="{104D4063-B453-4E97-9FC9-9BB8E5997E54}" type="slidenum">
              <a:rPr lang="en-US" smtClean="0"/>
              <a:t>26</a:t>
            </a:fld>
            <a:endParaRPr lang="en-US"/>
          </a:p>
        </p:txBody>
      </p:sp>
    </p:spTree>
    <p:extLst>
      <p:ext uri="{BB962C8B-B14F-4D97-AF65-F5344CB8AC3E}">
        <p14:creationId xmlns:p14="http://schemas.microsoft.com/office/powerpoint/2010/main" val="21830929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F1801-ADE9-04CB-76A8-9E1ACB7B24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BAFA2-081F-FA78-2E08-9B5F944B61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3FE6F6C-97ED-8AC9-4660-E2442D55E8E8}"/>
              </a:ext>
            </a:extLst>
          </p:cNvPr>
          <p:cNvSpPr>
            <a:spLocks noGrp="1"/>
          </p:cNvSpPr>
          <p:nvPr>
            <p:ph type="body" idx="1"/>
          </p:nvPr>
        </p:nvSpPr>
        <p:spPr/>
        <p:txBody>
          <a:bodyPr/>
          <a:lstStyle/>
          <a:p>
            <a:r>
              <a:rPr lang="en-US" err="1"/>
              <a:t>Agentforce</a:t>
            </a:r>
            <a:r>
              <a:rPr lang="en-US"/>
              <a:t> (SF) integration into iSell</a:t>
            </a:r>
          </a:p>
          <a:p>
            <a:r>
              <a:rPr lang="en-US"/>
              <a:t>ATC cases: adjust potential + attribute cases</a:t>
            </a:r>
          </a:p>
          <a:p>
            <a:endParaRPr lang="en-US"/>
          </a:p>
          <a:p>
            <a:r>
              <a:rPr lang="en-US"/>
              <a:t>Planner — </a:t>
            </a:r>
            <a:r>
              <a:rPr lang="en-US" i="1"/>
              <a:t>“What needs to be done</a:t>
            </a:r>
            <a:br>
              <a:rPr lang="en-US" i="1"/>
            </a:br>
            <a:r>
              <a:rPr lang="en-US"/>
              <a:t>Orchestrator — </a:t>
            </a:r>
            <a:r>
              <a:rPr lang="en-US" i="1"/>
              <a:t>“In what order and under what control”</a:t>
            </a:r>
            <a:br>
              <a:rPr lang="en-US" i="1"/>
            </a:br>
            <a:r>
              <a:rPr lang="en-US"/>
              <a:t>Reasoning — </a:t>
            </a:r>
            <a:r>
              <a:rPr lang="en-US" i="1"/>
              <a:t>“So what does this mean?”</a:t>
            </a:r>
            <a:endParaRPr lang="en-US"/>
          </a:p>
        </p:txBody>
      </p:sp>
      <p:sp>
        <p:nvSpPr>
          <p:cNvPr id="4" name="Slide Number Placeholder 3">
            <a:extLst>
              <a:ext uri="{FF2B5EF4-FFF2-40B4-BE49-F238E27FC236}">
                <a16:creationId xmlns:a16="http://schemas.microsoft.com/office/drawing/2014/main" id="{00478F31-CFDE-B53A-37DD-42332DCBA3B7}"/>
              </a:ext>
            </a:extLst>
          </p:cNvPr>
          <p:cNvSpPr>
            <a:spLocks noGrp="1"/>
          </p:cNvSpPr>
          <p:nvPr>
            <p:ph type="sldNum" sz="quarter" idx="5"/>
          </p:nvPr>
        </p:nvSpPr>
        <p:spPr/>
        <p:txBody>
          <a:bodyPr/>
          <a:lstStyle/>
          <a:p>
            <a:fld id="{104D4063-B453-4E97-9FC9-9BB8E5997E54}" type="slidenum">
              <a:rPr lang="en-US" smtClean="0"/>
              <a:t>27</a:t>
            </a:fld>
            <a:endParaRPr lang="en-US"/>
          </a:p>
        </p:txBody>
      </p:sp>
    </p:spTree>
    <p:extLst>
      <p:ext uri="{BB962C8B-B14F-4D97-AF65-F5344CB8AC3E}">
        <p14:creationId xmlns:p14="http://schemas.microsoft.com/office/powerpoint/2010/main" val="3093630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D899A-2F32-8C4B-0235-3842BFC7FA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0F995-393B-F69E-B73C-B0FC948115C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398C75C-7CEB-35DC-5259-B8DFE4BA2065}"/>
              </a:ext>
            </a:extLst>
          </p:cNvPr>
          <p:cNvSpPr>
            <a:spLocks noGrp="1"/>
          </p:cNvSpPr>
          <p:nvPr>
            <p:ph type="body" idx="1"/>
          </p:nvPr>
        </p:nvSpPr>
        <p:spPr/>
        <p:txBody>
          <a:bodyPr/>
          <a:lstStyle/>
          <a:p>
            <a:r>
              <a:rPr lang="en-US" err="1"/>
              <a:t>Agentforce</a:t>
            </a:r>
            <a:r>
              <a:rPr lang="en-US"/>
              <a:t> (SF) integration into iSell</a:t>
            </a:r>
          </a:p>
          <a:p>
            <a:r>
              <a:rPr lang="en-US"/>
              <a:t>ATC cases: adjust potential + attribute cases</a:t>
            </a:r>
          </a:p>
          <a:p>
            <a:endParaRPr lang="en-US"/>
          </a:p>
        </p:txBody>
      </p:sp>
      <p:sp>
        <p:nvSpPr>
          <p:cNvPr id="4" name="Slide Number Placeholder 3">
            <a:extLst>
              <a:ext uri="{FF2B5EF4-FFF2-40B4-BE49-F238E27FC236}">
                <a16:creationId xmlns:a16="http://schemas.microsoft.com/office/drawing/2014/main" id="{44C84BF4-D56B-3AFB-F0FB-4BC350ACC321}"/>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600"/>
              </a:spcAft>
              <a:buClrTx/>
              <a:buSzTx/>
              <a:buFontTx/>
              <a:buNone/>
              <a:tabLst/>
              <a:defRPr/>
            </a:pPr>
            <a:fld id="{104D4063-B453-4E97-9FC9-9BB8E5997E54}" type="slidenum">
              <a:rPr kumimoji="0" lang="en-US" sz="1200" b="0" i="0" u="none" strike="noStrike" kern="0" cap="none" spc="0" normalizeH="0" baseline="0" noProof="0" smtClean="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eaLnBrk="1" fontAlgn="auto" latinLnBrk="0" hangingPunct="1">
                <a:lnSpc>
                  <a:spcPct val="100000"/>
                </a:lnSpc>
                <a:spcBef>
                  <a:spcPts val="0"/>
                </a:spcBef>
                <a:spcAft>
                  <a:spcPts val="600"/>
                </a:spcAft>
                <a:buClrTx/>
                <a:buSzTx/>
                <a:buFontTx/>
                <a:buNone/>
                <a:tabLst/>
                <a:defRPr/>
              </a:pPr>
              <a:t>29</a:t>
            </a:fld>
            <a:endParaRPr kumimoji="0" lang="en-US" sz="1200" b="0" i="0" u="none" strike="noStrike" kern="0" cap="none" spc="0" normalizeH="0" baseline="0" noProof="0">
              <a:ln>
                <a:noFill/>
              </a:ln>
              <a:solidFill>
                <a:sysClr val="windowText" lastClr="000000"/>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Tree>
    <p:extLst>
      <p:ext uri="{BB962C8B-B14F-4D97-AF65-F5344CB8AC3E}">
        <p14:creationId xmlns:p14="http://schemas.microsoft.com/office/powerpoint/2010/main" val="37788412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04D4063-B453-4E97-9FC9-9BB8E5997E54}" type="slidenum">
              <a:rPr lang="en-US" smtClean="0"/>
              <a:t>31</a:t>
            </a:fld>
            <a:endParaRPr lang="en-US"/>
          </a:p>
        </p:txBody>
      </p:sp>
    </p:spTree>
    <p:extLst>
      <p:ext uri="{BB962C8B-B14F-4D97-AF65-F5344CB8AC3E}">
        <p14:creationId xmlns:p14="http://schemas.microsoft.com/office/powerpoint/2010/main" val="34871277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04D4063-B453-4E97-9FC9-9BB8E5997E54}" type="slidenum">
              <a:rPr lang="en-US" smtClean="0"/>
              <a:t>32</a:t>
            </a:fld>
            <a:endParaRPr lang="en-US"/>
          </a:p>
        </p:txBody>
      </p:sp>
    </p:spTree>
    <p:extLst>
      <p:ext uri="{BB962C8B-B14F-4D97-AF65-F5344CB8AC3E}">
        <p14:creationId xmlns:p14="http://schemas.microsoft.com/office/powerpoint/2010/main" val="16047751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104D4063-B453-4E97-9FC9-9BB8E5997E54}" type="slidenum">
              <a:rPr lang="en-US" smtClean="0"/>
              <a:t>33</a:t>
            </a:fld>
            <a:endParaRPr lang="en-US"/>
          </a:p>
        </p:txBody>
      </p:sp>
    </p:spTree>
    <p:extLst>
      <p:ext uri="{BB962C8B-B14F-4D97-AF65-F5344CB8AC3E}">
        <p14:creationId xmlns:p14="http://schemas.microsoft.com/office/powerpoint/2010/main" val="8203072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04D4063-B453-4E97-9FC9-9BB8E5997E54}" type="slidenum">
              <a:rPr lang="en-US" smtClean="0"/>
              <a:t>36</a:t>
            </a:fld>
            <a:endParaRPr lang="en-US"/>
          </a:p>
        </p:txBody>
      </p:sp>
    </p:spTree>
    <p:extLst>
      <p:ext uri="{BB962C8B-B14F-4D97-AF65-F5344CB8AC3E}">
        <p14:creationId xmlns:p14="http://schemas.microsoft.com/office/powerpoint/2010/main" val="23482733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8.jpe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3.jpeg"/><Relationship Id="rId1" Type="http://schemas.openxmlformats.org/officeDocument/2006/relationships/slideMaster" Target="../slideMasters/slideMaster2.xml"/><Relationship Id="rId4" Type="http://schemas.openxmlformats.org/officeDocument/2006/relationships/image" Target="../media/image24.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5.jpeg"/><Relationship Id="rId1" Type="http://schemas.openxmlformats.org/officeDocument/2006/relationships/slideMaster" Target="../slideMasters/slideMaster2.xml"/><Relationship Id="rId4" Type="http://schemas.openxmlformats.org/officeDocument/2006/relationships/image" Target="../media/image24.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svg"/><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svg"/><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5" name="Picture 4" descr="A group of women wearing matching uniforms&#10;&#10;AI-generated content may be incorrect.">
            <a:extLst>
              <a:ext uri="{FF2B5EF4-FFF2-40B4-BE49-F238E27FC236}">
                <a16:creationId xmlns:a16="http://schemas.microsoft.com/office/drawing/2014/main" id="{8FB18D6E-ACF9-74FD-CEF6-41912001A2F4}"/>
              </a:ext>
            </a:extLst>
          </p:cNvPr>
          <p:cNvPicPr>
            <a:picLocks noChangeAspect="1"/>
          </p:cNvPicPr>
          <p:nvPr userDrawn="1"/>
        </p:nvPicPr>
        <p:blipFill>
          <a:blip r:embed="rId2" cstate="screen">
            <a:extLst>
              <a:ext uri="{28A0092B-C50C-407E-A947-70E740481C1C}">
                <a14:useLocalDpi xmlns:a14="http://schemas.microsoft.com/office/drawing/2010/main"/>
              </a:ext>
            </a:extLst>
          </a:blip>
          <a:srcRect l="-2029"/>
          <a:stretch>
            <a:fillRect/>
          </a:stretch>
        </p:blipFill>
        <p:spPr>
          <a:xfrm>
            <a:off x="3146156" y="0"/>
            <a:ext cx="9045844" cy="6881074"/>
          </a:xfrm>
          <a:prstGeom prst="rect">
            <a:avLst/>
          </a:prstGeom>
        </p:spPr>
      </p:pic>
      <p:sp>
        <p:nvSpPr>
          <p:cNvPr id="2" name="Freeform 1">
            <a:extLst>
              <a:ext uri="{FF2B5EF4-FFF2-40B4-BE49-F238E27FC236}">
                <a16:creationId xmlns:a16="http://schemas.microsoft.com/office/drawing/2014/main" id="{A5E7A4D0-46E8-9F51-91E4-DBF29A2125E5}"/>
              </a:ext>
            </a:extLst>
          </p:cNvPr>
          <p:cNvSpPr/>
          <p:nvPr userDrawn="1"/>
        </p:nvSpPr>
        <p:spPr>
          <a:xfrm flipH="1">
            <a:off x="-1" y="-12058"/>
            <a:ext cx="9331287" cy="6881075"/>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 name="connsiteX0" fmla="*/ 0 w 9546864"/>
              <a:gd name="connsiteY0" fmla="*/ 0 h 6858000"/>
              <a:gd name="connsiteX1" fmla="*/ 9546864 w 9546864"/>
              <a:gd name="connsiteY1" fmla="*/ 0 h 6858000"/>
              <a:gd name="connsiteX2" fmla="*/ 8374640 w 9546864"/>
              <a:gd name="connsiteY2" fmla="*/ 6858000 h 6858000"/>
              <a:gd name="connsiteX3" fmla="*/ 6181381 w 9546864"/>
              <a:gd name="connsiteY3" fmla="*/ 6858000 h 6858000"/>
              <a:gd name="connsiteX4" fmla="*/ 0 w 9546864"/>
              <a:gd name="connsiteY4" fmla="*/ 0 h 6858000"/>
              <a:gd name="connsiteX0" fmla="*/ 0 w 9546864"/>
              <a:gd name="connsiteY0" fmla="*/ 0 h 6858000"/>
              <a:gd name="connsiteX1" fmla="*/ 9546864 w 9546864"/>
              <a:gd name="connsiteY1" fmla="*/ 0 h 6858000"/>
              <a:gd name="connsiteX2" fmla="*/ 9546864 w 9546864"/>
              <a:gd name="connsiteY2" fmla="*/ 6858000 h 6858000"/>
              <a:gd name="connsiteX3" fmla="*/ 6181381 w 9546864"/>
              <a:gd name="connsiteY3" fmla="*/ 6858000 h 6858000"/>
              <a:gd name="connsiteX4" fmla="*/ 0 w 954686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6864" h="6858000">
                <a:moveTo>
                  <a:pt x="0" y="0"/>
                </a:moveTo>
                <a:lnTo>
                  <a:pt x="9546864" y="0"/>
                </a:lnTo>
                <a:lnTo>
                  <a:pt x="9546864" y="6858000"/>
                </a:lnTo>
                <a:lnTo>
                  <a:pt x="6181381" y="6858000"/>
                </a:lnTo>
                <a:lnTo>
                  <a:pt x="0" y="0"/>
                </a:lnTo>
                <a:close/>
              </a:path>
            </a:pathLst>
          </a:custGeom>
          <a:solidFill>
            <a:schemeClr val="bg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600" b="0" i="0" u="none" strike="noStrike" kern="0" cap="none" spc="0" normalizeH="0" baseline="0" noProof="0">
              <a:ln>
                <a:noFill/>
              </a:ln>
              <a:solidFill>
                <a:prstClr val="white"/>
              </a:solidFill>
              <a:effectLst/>
              <a:uLnTx/>
              <a:uFillTx/>
              <a:latin typeface="FedEx Sans Regular"/>
              <a:ea typeface="+mn-ea"/>
              <a:cs typeface="+mn-cs"/>
            </a:endParaRPr>
          </a:p>
        </p:txBody>
      </p:sp>
      <p:sp>
        <p:nvSpPr>
          <p:cNvPr id="15" name="Text Placeholder">
            <a:extLst>
              <a:ext uri="{FF2B5EF4-FFF2-40B4-BE49-F238E27FC236}">
                <a16:creationId xmlns:a16="http://schemas.microsoft.com/office/drawing/2014/main" id="{1CAADBED-0DA2-4F44-8643-B450906A7572}"/>
              </a:ext>
            </a:extLst>
          </p:cNvPr>
          <p:cNvSpPr>
            <a:spLocks noGrp="1"/>
          </p:cNvSpPr>
          <p:nvPr>
            <p:ph type="body" sz="quarter" idx="21" hasCustomPrompt="1"/>
          </p:nvPr>
        </p:nvSpPr>
        <p:spPr>
          <a:xfrm>
            <a:off x="582613" y="2270238"/>
            <a:ext cx="4264660" cy="2693194"/>
          </a:xfrm>
        </p:spPr>
        <p:txBody>
          <a:bodyPr anchor="ctr" anchorCtr="0"/>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lvl3pPr>
          </a:lstStyle>
          <a:p>
            <a:pPr lvl="0"/>
            <a:r>
              <a:rPr lang="en-US"/>
              <a:t>Presentation title goes here</a:t>
            </a:r>
          </a:p>
          <a:p>
            <a:pPr lvl="1"/>
            <a:r>
              <a:rPr lang="en-US"/>
              <a:t>Presenter name or subheading goes here</a:t>
            </a:r>
          </a:p>
          <a:p>
            <a:pPr lvl="2"/>
            <a:r>
              <a:rPr lang="en-US"/>
              <a:t>Date 00, 0000</a:t>
            </a:r>
          </a:p>
        </p:txBody>
      </p:sp>
      <p:sp>
        <p:nvSpPr>
          <p:cNvPr id="8" name="Picture Placeholder 7">
            <a:extLst>
              <a:ext uri="{FF2B5EF4-FFF2-40B4-BE49-F238E27FC236}">
                <a16:creationId xmlns:a16="http://schemas.microsoft.com/office/drawing/2014/main" id="{7B32AF50-6FAF-473A-5D56-4DB12E74CC63}"/>
              </a:ext>
            </a:extLst>
          </p:cNvPr>
          <p:cNvSpPr>
            <a:spLocks noGrp="1"/>
          </p:cNvSpPr>
          <p:nvPr>
            <p:ph type="pic" sz="quarter" idx="24"/>
          </p:nvPr>
        </p:nvSpPr>
        <p:spPr>
          <a:xfrm>
            <a:off x="288925" y="457200"/>
            <a:ext cx="2058988" cy="1004888"/>
          </a:xfrm>
        </p:spPr>
        <p:txBody>
          <a:bodyPr/>
          <a:lstStyle/>
          <a:p>
            <a:endParaRPr lang="en-US"/>
          </a:p>
        </p:txBody>
      </p:sp>
    </p:spTree>
    <p:extLst>
      <p:ext uri="{BB962C8B-B14F-4D97-AF65-F5344CB8AC3E}">
        <p14:creationId xmlns:p14="http://schemas.microsoft.com/office/powerpoint/2010/main" val="1785827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Supporting Image">
            <a:extLst>
              <a:ext uri="{FF2B5EF4-FFF2-40B4-BE49-F238E27FC236}">
                <a16:creationId xmlns:a16="http://schemas.microsoft.com/office/drawing/2014/main" id="{B2006F5B-4FC0-9DA5-9B3A-C8D6D2327664}"/>
              </a:ext>
            </a:extLst>
          </p:cNvPr>
          <p:cNvSpPr>
            <a:spLocks noGrp="1"/>
          </p:cNvSpPr>
          <p:nvPr>
            <p:ph type="pic" sz="quarter" idx="22"/>
          </p:nvPr>
        </p:nvSpPr>
        <p:spPr>
          <a:xfrm>
            <a:off x="3227942" y="0"/>
            <a:ext cx="8964058" cy="685800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2" name="Freeform 1">
            <a:extLst>
              <a:ext uri="{FF2B5EF4-FFF2-40B4-BE49-F238E27FC236}">
                <a16:creationId xmlns:a16="http://schemas.microsoft.com/office/drawing/2014/main" id="{A5E7A4D0-46E8-9F51-91E4-DBF29A2125E5}"/>
              </a:ext>
            </a:extLst>
          </p:cNvPr>
          <p:cNvSpPr/>
          <p:nvPr userDrawn="1"/>
        </p:nvSpPr>
        <p:spPr>
          <a:xfrm flipH="1">
            <a:off x="-1" y="-12058"/>
            <a:ext cx="9331287" cy="6881075"/>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 name="connsiteX0" fmla="*/ 0 w 9546864"/>
              <a:gd name="connsiteY0" fmla="*/ 0 h 6858000"/>
              <a:gd name="connsiteX1" fmla="*/ 9546864 w 9546864"/>
              <a:gd name="connsiteY1" fmla="*/ 0 h 6858000"/>
              <a:gd name="connsiteX2" fmla="*/ 8374640 w 9546864"/>
              <a:gd name="connsiteY2" fmla="*/ 6858000 h 6858000"/>
              <a:gd name="connsiteX3" fmla="*/ 6181381 w 9546864"/>
              <a:gd name="connsiteY3" fmla="*/ 6858000 h 6858000"/>
              <a:gd name="connsiteX4" fmla="*/ 0 w 9546864"/>
              <a:gd name="connsiteY4" fmla="*/ 0 h 6858000"/>
              <a:gd name="connsiteX0" fmla="*/ 0 w 9546864"/>
              <a:gd name="connsiteY0" fmla="*/ 0 h 6858000"/>
              <a:gd name="connsiteX1" fmla="*/ 9546864 w 9546864"/>
              <a:gd name="connsiteY1" fmla="*/ 0 h 6858000"/>
              <a:gd name="connsiteX2" fmla="*/ 9546864 w 9546864"/>
              <a:gd name="connsiteY2" fmla="*/ 6858000 h 6858000"/>
              <a:gd name="connsiteX3" fmla="*/ 6181381 w 9546864"/>
              <a:gd name="connsiteY3" fmla="*/ 6858000 h 6858000"/>
              <a:gd name="connsiteX4" fmla="*/ 0 w 954686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6864" h="6858000">
                <a:moveTo>
                  <a:pt x="0" y="0"/>
                </a:moveTo>
                <a:lnTo>
                  <a:pt x="9546864" y="0"/>
                </a:lnTo>
                <a:lnTo>
                  <a:pt x="9546864" y="6858000"/>
                </a:lnTo>
                <a:lnTo>
                  <a:pt x="6181381" y="6858000"/>
                </a:lnTo>
                <a:lnTo>
                  <a:pt x="0" y="0"/>
                </a:lnTo>
                <a:close/>
              </a:path>
            </a:pathLst>
          </a:custGeom>
          <a:solidFill>
            <a:schemeClr val="bg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600" b="0" i="0" u="none" strike="noStrike" kern="0" cap="none" spc="0" normalizeH="0" baseline="0" noProof="0">
              <a:ln>
                <a:noFill/>
              </a:ln>
              <a:solidFill>
                <a:prstClr val="white"/>
              </a:solidFill>
              <a:effectLst/>
              <a:uLnTx/>
              <a:uFillTx/>
              <a:latin typeface="FedEx Sans Regular"/>
              <a:ea typeface="+mn-ea"/>
              <a:cs typeface="+mn-cs"/>
            </a:endParaRPr>
          </a:p>
        </p:txBody>
      </p:sp>
      <p:sp>
        <p:nvSpPr>
          <p:cNvPr id="15" name="Text Placeholder">
            <a:extLst>
              <a:ext uri="{FF2B5EF4-FFF2-40B4-BE49-F238E27FC236}">
                <a16:creationId xmlns:a16="http://schemas.microsoft.com/office/drawing/2014/main" id="{1CAADBED-0DA2-4F44-8643-B450906A7572}"/>
              </a:ext>
            </a:extLst>
          </p:cNvPr>
          <p:cNvSpPr>
            <a:spLocks noGrp="1"/>
          </p:cNvSpPr>
          <p:nvPr>
            <p:ph type="body" sz="quarter" idx="21" hasCustomPrompt="1"/>
          </p:nvPr>
        </p:nvSpPr>
        <p:spPr>
          <a:xfrm>
            <a:off x="582613" y="2270238"/>
            <a:ext cx="4264660" cy="2693194"/>
          </a:xfrm>
        </p:spPr>
        <p:txBody>
          <a:bodyPr anchor="ctr" anchorCtr="0"/>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lvl3pPr>
          </a:lstStyle>
          <a:p>
            <a:pPr lvl="0"/>
            <a:r>
              <a:rPr lang="en-US"/>
              <a:t>Presentation title goes here</a:t>
            </a:r>
          </a:p>
          <a:p>
            <a:pPr lvl="1"/>
            <a:r>
              <a:rPr lang="en-US"/>
              <a:t>Presenter name or subheading goes here</a:t>
            </a:r>
          </a:p>
          <a:p>
            <a:pPr lvl="2"/>
            <a:r>
              <a:rPr lang="en-US"/>
              <a:t>Date 00, 0000</a:t>
            </a:r>
          </a:p>
        </p:txBody>
      </p:sp>
      <p:sp>
        <p:nvSpPr>
          <p:cNvPr id="23" name="Logo">
            <a:extLst>
              <a:ext uri="{FF2B5EF4-FFF2-40B4-BE49-F238E27FC236}">
                <a16:creationId xmlns:a16="http://schemas.microsoft.com/office/drawing/2014/main" id="{21884A7E-EDEB-52F2-52AB-8CC938E48445}"/>
              </a:ext>
            </a:extLst>
          </p:cNvPr>
          <p:cNvSpPr>
            <a:spLocks noGrp="1" noChangeAspect="1"/>
          </p:cNvSpPr>
          <p:nvPr>
            <p:ph type="pic" sz="quarter" idx="23" hasCustomPrompt="1"/>
          </p:nvPr>
        </p:nvSpPr>
        <p:spPr>
          <a:xfrm>
            <a:off x="289356" y="456438"/>
            <a:ext cx="2058736" cy="1005840"/>
          </a:xfrm>
          <a: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p:spPr>
        <p:txBody>
          <a:bodyPr>
            <a:normAutofit/>
          </a:bodyPr>
          <a:lstStyle>
            <a:lvl1pPr>
              <a:defRPr sz="500"/>
            </a:lvl1pPr>
          </a:lstStyle>
          <a:p>
            <a:r>
              <a:rPr lang="en-US"/>
              <a:t> </a:t>
            </a:r>
          </a:p>
        </p:txBody>
      </p:sp>
    </p:spTree>
    <p:extLst>
      <p:ext uri="{BB962C8B-B14F-4D97-AF65-F5344CB8AC3E}">
        <p14:creationId xmlns:p14="http://schemas.microsoft.com/office/powerpoint/2010/main" val="3231288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8" name="Picture 7" descr="A plane flying over water&#10;&#10;AI-generated content may be incorrect.">
            <a:extLst>
              <a:ext uri="{FF2B5EF4-FFF2-40B4-BE49-F238E27FC236}">
                <a16:creationId xmlns:a16="http://schemas.microsoft.com/office/drawing/2014/main" id="{53D8AA35-1D81-2257-54D3-77B4FEF846CB}"/>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8" t="-176"/>
          <a:stretch>
            <a:fillRect/>
          </a:stretch>
        </p:blipFill>
        <p:spPr>
          <a:xfrm>
            <a:off x="3192650" y="-12059"/>
            <a:ext cx="8999349" cy="6877803"/>
          </a:xfrm>
          <a:prstGeom prst="rect">
            <a:avLst/>
          </a:prstGeom>
        </p:spPr>
      </p:pic>
      <p:sp>
        <p:nvSpPr>
          <p:cNvPr id="2" name="Freeform 1">
            <a:extLst>
              <a:ext uri="{FF2B5EF4-FFF2-40B4-BE49-F238E27FC236}">
                <a16:creationId xmlns:a16="http://schemas.microsoft.com/office/drawing/2014/main" id="{A5E7A4D0-46E8-9F51-91E4-DBF29A2125E5}"/>
              </a:ext>
            </a:extLst>
          </p:cNvPr>
          <p:cNvSpPr/>
          <p:nvPr userDrawn="1"/>
        </p:nvSpPr>
        <p:spPr>
          <a:xfrm flipH="1">
            <a:off x="-1" y="-12058"/>
            <a:ext cx="9331287" cy="6881075"/>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 name="connsiteX0" fmla="*/ 0 w 9546864"/>
              <a:gd name="connsiteY0" fmla="*/ 0 h 6858000"/>
              <a:gd name="connsiteX1" fmla="*/ 9546864 w 9546864"/>
              <a:gd name="connsiteY1" fmla="*/ 0 h 6858000"/>
              <a:gd name="connsiteX2" fmla="*/ 8374640 w 9546864"/>
              <a:gd name="connsiteY2" fmla="*/ 6858000 h 6858000"/>
              <a:gd name="connsiteX3" fmla="*/ 6181381 w 9546864"/>
              <a:gd name="connsiteY3" fmla="*/ 6858000 h 6858000"/>
              <a:gd name="connsiteX4" fmla="*/ 0 w 9546864"/>
              <a:gd name="connsiteY4" fmla="*/ 0 h 6858000"/>
              <a:gd name="connsiteX0" fmla="*/ 0 w 9546864"/>
              <a:gd name="connsiteY0" fmla="*/ 0 h 6858000"/>
              <a:gd name="connsiteX1" fmla="*/ 9546864 w 9546864"/>
              <a:gd name="connsiteY1" fmla="*/ 0 h 6858000"/>
              <a:gd name="connsiteX2" fmla="*/ 9546864 w 9546864"/>
              <a:gd name="connsiteY2" fmla="*/ 6858000 h 6858000"/>
              <a:gd name="connsiteX3" fmla="*/ 6181381 w 9546864"/>
              <a:gd name="connsiteY3" fmla="*/ 6858000 h 6858000"/>
              <a:gd name="connsiteX4" fmla="*/ 0 w 954686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6864" h="6858000">
                <a:moveTo>
                  <a:pt x="0" y="0"/>
                </a:moveTo>
                <a:lnTo>
                  <a:pt x="9546864" y="0"/>
                </a:lnTo>
                <a:lnTo>
                  <a:pt x="9546864" y="6858000"/>
                </a:lnTo>
                <a:lnTo>
                  <a:pt x="6181381" y="6858000"/>
                </a:lnTo>
                <a:lnTo>
                  <a:pt x="0" y="0"/>
                </a:lnTo>
                <a:close/>
              </a:path>
            </a:pathLst>
          </a:custGeom>
          <a:solidFill>
            <a:schemeClr val="tx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600" b="0" i="0" u="none" strike="noStrike" kern="0" cap="none" spc="0" normalizeH="0" baseline="0" noProof="0">
              <a:ln>
                <a:noFill/>
              </a:ln>
              <a:solidFill>
                <a:prstClr val="white"/>
              </a:solidFill>
              <a:effectLst/>
              <a:uLnTx/>
              <a:uFillTx/>
              <a:latin typeface="FedEx Sans Regular"/>
              <a:ea typeface="+mn-ea"/>
              <a:cs typeface="+mn-cs"/>
            </a:endParaRPr>
          </a:p>
        </p:txBody>
      </p:sp>
      <p:sp>
        <p:nvSpPr>
          <p:cNvPr id="15" name="Text Placeholder">
            <a:extLst>
              <a:ext uri="{FF2B5EF4-FFF2-40B4-BE49-F238E27FC236}">
                <a16:creationId xmlns:a16="http://schemas.microsoft.com/office/drawing/2014/main" id="{1CAADBED-0DA2-4F44-8643-B450906A7572}"/>
              </a:ext>
            </a:extLst>
          </p:cNvPr>
          <p:cNvSpPr>
            <a:spLocks noGrp="1"/>
          </p:cNvSpPr>
          <p:nvPr>
            <p:ph type="body" sz="quarter" idx="21" hasCustomPrompt="1"/>
          </p:nvPr>
        </p:nvSpPr>
        <p:spPr>
          <a:xfrm>
            <a:off x="582613" y="2270238"/>
            <a:ext cx="4264660" cy="2693194"/>
          </a:xfrm>
        </p:spPr>
        <p:txBody>
          <a:bodyPr anchor="ctr" anchorCtr="0"/>
          <a:lstStyle>
            <a:lvl1pPr>
              <a:lnSpc>
                <a:spcPct val="110000"/>
              </a:lnSpc>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solidFill>
                  <a:schemeClr val="bg1"/>
                </a:solidFill>
              </a:defRPr>
            </a:lvl3pPr>
          </a:lstStyle>
          <a:p>
            <a:pPr lvl="0"/>
            <a:r>
              <a:rPr lang="en-US"/>
              <a:t>Presentation title goes here</a:t>
            </a:r>
          </a:p>
          <a:p>
            <a:pPr lvl="1"/>
            <a:r>
              <a:rPr lang="en-US"/>
              <a:t>Presenter name or subheading goes here</a:t>
            </a:r>
          </a:p>
          <a:p>
            <a:pPr lvl="2"/>
            <a:r>
              <a:rPr lang="en-US"/>
              <a:t>Date 00, 0000</a:t>
            </a:r>
          </a:p>
        </p:txBody>
      </p:sp>
      <p:sp>
        <p:nvSpPr>
          <p:cNvPr id="5" name="Logo">
            <a:extLst>
              <a:ext uri="{FF2B5EF4-FFF2-40B4-BE49-F238E27FC236}">
                <a16:creationId xmlns:a16="http://schemas.microsoft.com/office/drawing/2014/main" id="{B063FA9F-E18A-D2B9-4420-613D8AE66BB0}"/>
              </a:ext>
            </a:extLst>
          </p:cNvPr>
          <p:cNvSpPr>
            <a:spLocks noGrp="1" noChangeAspect="1"/>
          </p:cNvSpPr>
          <p:nvPr>
            <p:ph type="pic" sz="quarter" idx="23" hasCustomPrompt="1"/>
          </p:nvPr>
        </p:nvSpPr>
        <p:spPr>
          <a:xfrm>
            <a:off x="289356" y="456438"/>
            <a:ext cx="2058736" cy="1005840"/>
          </a:xfrm>
          <a: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normAutofit/>
          </a:bodyPr>
          <a:lstStyle>
            <a:lvl1pPr>
              <a:defRPr sz="500"/>
            </a:lvl1pPr>
          </a:lstStyle>
          <a:p>
            <a:r>
              <a:rPr lang="en-US"/>
              <a:t> </a:t>
            </a:r>
          </a:p>
        </p:txBody>
      </p:sp>
    </p:spTree>
    <p:extLst>
      <p:ext uri="{BB962C8B-B14F-4D97-AF65-F5344CB8AC3E}">
        <p14:creationId xmlns:p14="http://schemas.microsoft.com/office/powerpoint/2010/main" val="3601262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3" name="Supporting Image">
            <a:extLst>
              <a:ext uri="{FF2B5EF4-FFF2-40B4-BE49-F238E27FC236}">
                <a16:creationId xmlns:a16="http://schemas.microsoft.com/office/drawing/2014/main" id="{B2006F5B-4FC0-9DA5-9B3A-C8D6D2327664}"/>
              </a:ext>
            </a:extLst>
          </p:cNvPr>
          <p:cNvSpPr>
            <a:spLocks noGrp="1"/>
          </p:cNvSpPr>
          <p:nvPr>
            <p:ph type="pic" sz="quarter" idx="22"/>
          </p:nvPr>
        </p:nvSpPr>
        <p:spPr>
          <a:xfrm>
            <a:off x="3227942" y="0"/>
            <a:ext cx="8964058" cy="685800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2" name="Freeform 1">
            <a:extLst>
              <a:ext uri="{FF2B5EF4-FFF2-40B4-BE49-F238E27FC236}">
                <a16:creationId xmlns:a16="http://schemas.microsoft.com/office/drawing/2014/main" id="{A5E7A4D0-46E8-9F51-91E4-DBF29A2125E5}"/>
              </a:ext>
            </a:extLst>
          </p:cNvPr>
          <p:cNvSpPr/>
          <p:nvPr userDrawn="1"/>
        </p:nvSpPr>
        <p:spPr>
          <a:xfrm flipH="1">
            <a:off x="-1" y="-12058"/>
            <a:ext cx="9331287" cy="6881075"/>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 name="connsiteX0" fmla="*/ 0 w 9546864"/>
              <a:gd name="connsiteY0" fmla="*/ 0 h 6858000"/>
              <a:gd name="connsiteX1" fmla="*/ 9546864 w 9546864"/>
              <a:gd name="connsiteY1" fmla="*/ 0 h 6858000"/>
              <a:gd name="connsiteX2" fmla="*/ 8374640 w 9546864"/>
              <a:gd name="connsiteY2" fmla="*/ 6858000 h 6858000"/>
              <a:gd name="connsiteX3" fmla="*/ 6181381 w 9546864"/>
              <a:gd name="connsiteY3" fmla="*/ 6858000 h 6858000"/>
              <a:gd name="connsiteX4" fmla="*/ 0 w 9546864"/>
              <a:gd name="connsiteY4" fmla="*/ 0 h 6858000"/>
              <a:gd name="connsiteX0" fmla="*/ 0 w 9546864"/>
              <a:gd name="connsiteY0" fmla="*/ 0 h 6858000"/>
              <a:gd name="connsiteX1" fmla="*/ 9546864 w 9546864"/>
              <a:gd name="connsiteY1" fmla="*/ 0 h 6858000"/>
              <a:gd name="connsiteX2" fmla="*/ 9546864 w 9546864"/>
              <a:gd name="connsiteY2" fmla="*/ 6858000 h 6858000"/>
              <a:gd name="connsiteX3" fmla="*/ 6181381 w 9546864"/>
              <a:gd name="connsiteY3" fmla="*/ 6858000 h 6858000"/>
              <a:gd name="connsiteX4" fmla="*/ 0 w 954686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6864" h="6858000">
                <a:moveTo>
                  <a:pt x="0" y="0"/>
                </a:moveTo>
                <a:lnTo>
                  <a:pt x="9546864" y="0"/>
                </a:lnTo>
                <a:lnTo>
                  <a:pt x="9546864" y="6858000"/>
                </a:lnTo>
                <a:lnTo>
                  <a:pt x="6181381" y="6858000"/>
                </a:lnTo>
                <a:lnTo>
                  <a:pt x="0" y="0"/>
                </a:lnTo>
                <a:close/>
              </a:path>
            </a:pathLst>
          </a:custGeom>
          <a:solidFill>
            <a:schemeClr val="tx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600" b="0" i="0" u="none" strike="noStrike" kern="0" cap="none" spc="0" normalizeH="0" baseline="0" noProof="0">
              <a:ln>
                <a:noFill/>
              </a:ln>
              <a:solidFill>
                <a:prstClr val="white"/>
              </a:solidFill>
              <a:effectLst/>
              <a:uLnTx/>
              <a:uFillTx/>
              <a:latin typeface="FedEx Sans Regular"/>
              <a:ea typeface="+mn-ea"/>
              <a:cs typeface="+mn-cs"/>
            </a:endParaRPr>
          </a:p>
        </p:txBody>
      </p:sp>
      <p:sp>
        <p:nvSpPr>
          <p:cNvPr id="15" name="Text Placeholder">
            <a:extLst>
              <a:ext uri="{FF2B5EF4-FFF2-40B4-BE49-F238E27FC236}">
                <a16:creationId xmlns:a16="http://schemas.microsoft.com/office/drawing/2014/main" id="{1CAADBED-0DA2-4F44-8643-B450906A7572}"/>
              </a:ext>
            </a:extLst>
          </p:cNvPr>
          <p:cNvSpPr>
            <a:spLocks noGrp="1"/>
          </p:cNvSpPr>
          <p:nvPr>
            <p:ph type="body" sz="quarter" idx="21" hasCustomPrompt="1"/>
          </p:nvPr>
        </p:nvSpPr>
        <p:spPr>
          <a:xfrm>
            <a:off x="582613" y="2270238"/>
            <a:ext cx="4264660" cy="2693194"/>
          </a:xfrm>
        </p:spPr>
        <p:txBody>
          <a:bodyPr anchor="ctr" anchorCtr="0"/>
          <a:lstStyle>
            <a:lvl1pPr>
              <a:lnSpc>
                <a:spcPct val="110000"/>
              </a:lnSpc>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solidFill>
                  <a:schemeClr val="bg1"/>
                </a:solidFill>
              </a:defRPr>
            </a:lvl3pPr>
          </a:lstStyle>
          <a:p>
            <a:pPr lvl="0"/>
            <a:r>
              <a:rPr lang="en-US"/>
              <a:t>Presentation title goes here</a:t>
            </a:r>
          </a:p>
          <a:p>
            <a:pPr lvl="1"/>
            <a:r>
              <a:rPr lang="en-US"/>
              <a:t>Presenter name or subheading goes here</a:t>
            </a:r>
          </a:p>
          <a:p>
            <a:pPr lvl="2"/>
            <a:r>
              <a:rPr lang="en-US"/>
              <a:t>Date 00, 0000</a:t>
            </a:r>
          </a:p>
        </p:txBody>
      </p:sp>
      <p:sp>
        <p:nvSpPr>
          <p:cNvPr id="5" name="Logo">
            <a:extLst>
              <a:ext uri="{FF2B5EF4-FFF2-40B4-BE49-F238E27FC236}">
                <a16:creationId xmlns:a16="http://schemas.microsoft.com/office/drawing/2014/main" id="{B063FA9F-E18A-D2B9-4420-613D8AE66BB0}"/>
              </a:ext>
            </a:extLst>
          </p:cNvPr>
          <p:cNvSpPr>
            <a:spLocks noGrp="1" noChangeAspect="1"/>
          </p:cNvSpPr>
          <p:nvPr>
            <p:ph type="pic" sz="quarter" idx="23" hasCustomPrompt="1"/>
          </p:nvPr>
        </p:nvSpPr>
        <p:spPr>
          <a:xfrm>
            <a:off x="289356" y="456438"/>
            <a:ext cx="2058736" cy="1005840"/>
          </a:xfrm>
          <a: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p:spPr>
        <p:txBody>
          <a:bodyPr>
            <a:normAutofit/>
          </a:bodyPr>
          <a:lstStyle>
            <a:lvl1pPr>
              <a:defRPr sz="500"/>
            </a:lvl1pPr>
          </a:lstStyle>
          <a:p>
            <a:r>
              <a:rPr lang="en-US"/>
              <a:t> </a:t>
            </a:r>
          </a:p>
        </p:txBody>
      </p:sp>
    </p:spTree>
    <p:extLst>
      <p:ext uri="{BB962C8B-B14F-4D97-AF65-F5344CB8AC3E}">
        <p14:creationId xmlns:p14="http://schemas.microsoft.com/office/powerpoint/2010/main" val="1035087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D2414F-9468-77DE-4A9E-A9EFB7F47F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3645074"/>
          </a:xfrm>
          <a:prstGeom prst="rect">
            <a:avLst/>
          </a:prstGeom>
        </p:spPr>
      </p:pic>
      <p:pic>
        <p:nvPicPr>
          <p:cNvPr id="4" name="Graphic 3">
            <a:extLst>
              <a:ext uri="{FF2B5EF4-FFF2-40B4-BE49-F238E27FC236}">
                <a16:creationId xmlns:a16="http://schemas.microsoft.com/office/drawing/2014/main" id="{A12838B3-7771-FEEC-8384-0ACBD017ECE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182722" y="5420856"/>
            <a:ext cx="2673252" cy="1301141"/>
          </a:xfrm>
          <a:prstGeom prst="rect">
            <a:avLst/>
          </a:prstGeom>
        </p:spPr>
      </p:pic>
      <p:pic>
        <p:nvPicPr>
          <p:cNvPr id="5" name="Picture 4" descr="A black and white arrow&#10;&#10;AI-generated content may be incorrect.">
            <a:extLst>
              <a:ext uri="{FF2B5EF4-FFF2-40B4-BE49-F238E27FC236}">
                <a16:creationId xmlns:a16="http://schemas.microsoft.com/office/drawing/2014/main" id="{139D55B0-4FB8-51C5-7AA7-ADDB092F1068}"/>
              </a:ext>
            </a:extLst>
          </p:cNvPr>
          <p:cNvPicPr>
            <a:picLocks noChangeAspect="1"/>
          </p:cNvPicPr>
          <p:nvPr userDrawn="1"/>
        </p:nvPicPr>
        <p:blipFill>
          <a:blip r:embed="rId4" cstate="screen">
            <a:alphaModFix amt="40000"/>
            <a:extLst>
              <a:ext uri="{28A0092B-C50C-407E-A947-70E740481C1C}">
                <a14:useLocalDpi xmlns:a14="http://schemas.microsoft.com/office/drawing/2010/main"/>
              </a:ext>
            </a:extLst>
          </a:blip>
          <a:srcRect r="-428" b="-1475"/>
          <a:stretch/>
        </p:blipFill>
        <p:spPr>
          <a:xfrm>
            <a:off x="3013363" y="3645074"/>
            <a:ext cx="5492605" cy="411886"/>
          </a:xfrm>
          <a:prstGeom prst="rect">
            <a:avLst/>
          </a:prstGeom>
        </p:spPr>
      </p:pic>
      <p:sp>
        <p:nvSpPr>
          <p:cNvPr id="2" name="Text Placeholder">
            <a:extLst>
              <a:ext uri="{FF2B5EF4-FFF2-40B4-BE49-F238E27FC236}">
                <a16:creationId xmlns:a16="http://schemas.microsoft.com/office/drawing/2014/main" id="{855270D4-0789-BB81-3B9F-3C370E8EA94A}"/>
              </a:ext>
            </a:extLst>
          </p:cNvPr>
          <p:cNvSpPr>
            <a:spLocks noGrp="1"/>
          </p:cNvSpPr>
          <p:nvPr>
            <p:ph type="body" sz="quarter" idx="21" hasCustomPrompt="1"/>
          </p:nvPr>
        </p:nvSpPr>
        <p:spPr>
          <a:xfrm>
            <a:off x="613786" y="4354485"/>
            <a:ext cx="7678160" cy="1750505"/>
          </a:xfrm>
        </p:spPr>
        <p:txBody>
          <a:bodyPr anchor="ctr" anchorCtr="0"/>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solidFill>
                  <a:schemeClr val="tx1"/>
                </a:solidFill>
              </a:defRPr>
            </a:lvl3pPr>
          </a:lstStyle>
          <a:p>
            <a:pPr lvl="0"/>
            <a:r>
              <a:rPr lang="en-US"/>
              <a:t>Presentation title goes here</a:t>
            </a:r>
          </a:p>
          <a:p>
            <a:pPr lvl="1"/>
            <a:r>
              <a:rPr lang="en-US"/>
              <a:t>Presenter name or subheading goes here</a:t>
            </a:r>
          </a:p>
          <a:p>
            <a:pPr lvl="2"/>
            <a:r>
              <a:rPr lang="en-US"/>
              <a:t>Date 00, 0000</a:t>
            </a:r>
          </a:p>
        </p:txBody>
      </p:sp>
    </p:spTree>
    <p:extLst>
      <p:ext uri="{BB962C8B-B14F-4D97-AF65-F5344CB8AC3E}">
        <p14:creationId xmlns:p14="http://schemas.microsoft.com/office/powerpoint/2010/main" val="3637785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_Title Slid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51BCA207-822B-B4EE-7F85-8F273E13646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182722" y="5420856"/>
            <a:ext cx="2673252" cy="1301141"/>
          </a:xfrm>
          <a:prstGeom prst="rect">
            <a:avLst/>
          </a:prstGeom>
        </p:spPr>
      </p:pic>
      <p:pic>
        <p:nvPicPr>
          <p:cNvPr id="10" name="Picture 9" descr="A black and white arrow&#10;&#10;AI-generated content may be incorrect.">
            <a:extLst>
              <a:ext uri="{FF2B5EF4-FFF2-40B4-BE49-F238E27FC236}">
                <a16:creationId xmlns:a16="http://schemas.microsoft.com/office/drawing/2014/main" id="{0491CA8B-32AE-5801-9B0F-0903D57AE99C}"/>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rcRect b="-890"/>
          <a:stretch/>
        </p:blipFill>
        <p:spPr>
          <a:xfrm>
            <a:off x="8322317" y="3407546"/>
            <a:ext cx="552326" cy="525169"/>
          </a:xfrm>
          <a:prstGeom prst="rect">
            <a:avLst/>
          </a:prstGeom>
        </p:spPr>
      </p:pic>
      <p:pic>
        <p:nvPicPr>
          <p:cNvPr id="11" name="Picture Placeholder 9" descr="A person walking down a street with a delivery van&#10;&#10;AI-generated content may be incorrect.">
            <a:extLst>
              <a:ext uri="{FF2B5EF4-FFF2-40B4-BE49-F238E27FC236}">
                <a16:creationId xmlns:a16="http://schemas.microsoft.com/office/drawing/2014/main" id="{7DAED26D-54C8-DB83-CCBB-744B77F2D315}"/>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0" y="0"/>
            <a:ext cx="12192000" cy="3670131"/>
          </a:xfrm>
          <a:prstGeom prst="rect">
            <a:avLst/>
          </a:prstGeom>
        </p:spPr>
      </p:pic>
      <p:sp>
        <p:nvSpPr>
          <p:cNvPr id="4" name="Text Placeholder">
            <a:extLst>
              <a:ext uri="{FF2B5EF4-FFF2-40B4-BE49-F238E27FC236}">
                <a16:creationId xmlns:a16="http://schemas.microsoft.com/office/drawing/2014/main" id="{4BA71C40-C771-6D8E-A4CF-75D3D886CA3D}"/>
              </a:ext>
            </a:extLst>
          </p:cNvPr>
          <p:cNvSpPr>
            <a:spLocks noGrp="1"/>
          </p:cNvSpPr>
          <p:nvPr>
            <p:ph type="body" sz="quarter" idx="21" hasCustomPrompt="1"/>
          </p:nvPr>
        </p:nvSpPr>
        <p:spPr>
          <a:xfrm>
            <a:off x="613786" y="4354485"/>
            <a:ext cx="7678160" cy="1750505"/>
          </a:xfrm>
        </p:spPr>
        <p:txBody>
          <a:bodyPr anchor="ctr" anchorCtr="0"/>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solidFill>
                  <a:schemeClr val="tx1"/>
                </a:solidFill>
              </a:defRPr>
            </a:lvl3pPr>
          </a:lstStyle>
          <a:p>
            <a:pPr lvl="0"/>
            <a:r>
              <a:rPr lang="en-US"/>
              <a:t>Presentation title goes here</a:t>
            </a:r>
          </a:p>
          <a:p>
            <a:pPr lvl="1"/>
            <a:r>
              <a:rPr lang="en-US"/>
              <a:t>Presenter name or subheading goes here</a:t>
            </a:r>
          </a:p>
          <a:p>
            <a:pPr lvl="2"/>
            <a:r>
              <a:rPr lang="en-US"/>
              <a:t>Date 00, 0000</a:t>
            </a:r>
          </a:p>
        </p:txBody>
      </p:sp>
    </p:spTree>
    <p:extLst>
      <p:ext uri="{BB962C8B-B14F-4D97-AF65-F5344CB8AC3E}">
        <p14:creationId xmlns:p14="http://schemas.microsoft.com/office/powerpoint/2010/main" val="4024346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51BCA207-822B-B4EE-7F85-8F273E13646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182722" y="5420856"/>
            <a:ext cx="2673252" cy="1301141"/>
          </a:xfrm>
          <a:prstGeom prst="rect">
            <a:avLst/>
          </a:prstGeom>
        </p:spPr>
      </p:pic>
      <p:sp>
        <p:nvSpPr>
          <p:cNvPr id="3" name="Supporting Image">
            <a:extLst>
              <a:ext uri="{FF2B5EF4-FFF2-40B4-BE49-F238E27FC236}">
                <a16:creationId xmlns:a16="http://schemas.microsoft.com/office/drawing/2014/main" id="{00EBD62E-5C94-786C-FDE5-CB650ADE1FCD}"/>
              </a:ext>
            </a:extLst>
          </p:cNvPr>
          <p:cNvSpPr>
            <a:spLocks noGrp="1"/>
          </p:cNvSpPr>
          <p:nvPr>
            <p:ph type="pic" sz="quarter" idx="22"/>
          </p:nvPr>
        </p:nvSpPr>
        <p:spPr>
          <a:xfrm>
            <a:off x="0" y="0"/>
            <a:ext cx="12192000" cy="3670131"/>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4" name="Text Placeholder">
            <a:extLst>
              <a:ext uri="{FF2B5EF4-FFF2-40B4-BE49-F238E27FC236}">
                <a16:creationId xmlns:a16="http://schemas.microsoft.com/office/drawing/2014/main" id="{96373F72-0684-6CB8-089E-2B669A197D24}"/>
              </a:ext>
            </a:extLst>
          </p:cNvPr>
          <p:cNvSpPr>
            <a:spLocks noGrp="1"/>
          </p:cNvSpPr>
          <p:nvPr>
            <p:ph type="body" sz="quarter" idx="21" hasCustomPrompt="1"/>
          </p:nvPr>
        </p:nvSpPr>
        <p:spPr>
          <a:xfrm>
            <a:off x="613786" y="4354485"/>
            <a:ext cx="7678160" cy="1750505"/>
          </a:xfrm>
        </p:spPr>
        <p:txBody>
          <a:bodyPr anchor="ctr" anchorCtr="0"/>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solidFill>
                  <a:schemeClr val="tx1"/>
                </a:solidFill>
              </a:defRPr>
            </a:lvl3pPr>
          </a:lstStyle>
          <a:p>
            <a:pPr lvl="0"/>
            <a:r>
              <a:rPr lang="en-US"/>
              <a:t>Presentation title goes here</a:t>
            </a:r>
          </a:p>
          <a:p>
            <a:pPr lvl="1"/>
            <a:r>
              <a:rPr lang="en-US"/>
              <a:t>Presenter name or subheading goes here</a:t>
            </a:r>
          </a:p>
          <a:p>
            <a:pPr lvl="2"/>
            <a:r>
              <a:rPr lang="en-US"/>
              <a:t>Date 00, 0000</a:t>
            </a:r>
          </a:p>
        </p:txBody>
      </p:sp>
    </p:spTree>
    <p:extLst>
      <p:ext uri="{BB962C8B-B14F-4D97-AF65-F5344CB8AC3E}">
        <p14:creationId xmlns:p14="http://schemas.microsoft.com/office/powerpoint/2010/main" val="1446317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_Title Slide">
    <p:spTree>
      <p:nvGrpSpPr>
        <p:cNvPr id="1" name=""/>
        <p:cNvGrpSpPr/>
        <p:nvPr/>
      </p:nvGrpSpPr>
      <p:grpSpPr>
        <a:xfrm>
          <a:off x="0" y="0"/>
          <a:ext cx="0" cy="0"/>
          <a:chOff x="0" y="0"/>
          <a:chExt cx="0" cy="0"/>
        </a:xfrm>
      </p:grpSpPr>
      <p:pic>
        <p:nvPicPr>
          <p:cNvPr id="7" name="Picture 6" descr="A person walking in a building with columns&#10;&#10;AI-generated content may be incorrect.">
            <a:extLst>
              <a:ext uri="{FF2B5EF4-FFF2-40B4-BE49-F238E27FC236}">
                <a16:creationId xmlns:a16="http://schemas.microsoft.com/office/drawing/2014/main" id="{66C573DD-B76B-AF91-1390-C9A5F04882C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 y="0"/>
            <a:ext cx="12192001" cy="6858000"/>
          </a:xfrm>
          <a:prstGeom prst="rect">
            <a:avLst/>
          </a:prstGeom>
        </p:spPr>
      </p:pic>
      <p:sp>
        <p:nvSpPr>
          <p:cNvPr id="11" name="Text Placeholder">
            <a:extLst>
              <a:ext uri="{FF2B5EF4-FFF2-40B4-BE49-F238E27FC236}">
                <a16:creationId xmlns:a16="http://schemas.microsoft.com/office/drawing/2014/main" id="{75A74C69-2F8A-4A4F-912F-6F5B1E2F9DC2}"/>
              </a:ext>
            </a:extLst>
          </p:cNvPr>
          <p:cNvSpPr>
            <a:spLocks noGrp="1"/>
          </p:cNvSpPr>
          <p:nvPr>
            <p:ph type="body" sz="quarter" idx="21" hasCustomPrompt="1"/>
          </p:nvPr>
        </p:nvSpPr>
        <p:spPr>
          <a:xfrm>
            <a:off x="571500" y="4456176"/>
            <a:ext cx="8670471" cy="1563624"/>
          </a:xfrm>
        </p:spPr>
        <p:txBody>
          <a:bodyPr anchor="b" anchorCtr="0"/>
          <a:lstStyle>
            <a:lvl1pPr>
              <a:lnSpc>
                <a:spcPct val="110000"/>
              </a:lnSpc>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bg1"/>
                </a:solidFill>
              </a:defRPr>
            </a:lvl2pPr>
            <a:lvl3pPr>
              <a:spcAft>
                <a:spcPts val="600"/>
              </a:spcAft>
              <a:defRPr sz="1800">
                <a:solidFill>
                  <a:schemeClr val="bg1"/>
                </a:solidFill>
              </a:defRPr>
            </a:lvl3pPr>
          </a:lstStyle>
          <a:p>
            <a:pPr lvl="0"/>
            <a:r>
              <a:rPr lang="en-US"/>
              <a:t>Presentation title goes here</a:t>
            </a:r>
          </a:p>
          <a:p>
            <a:pPr lvl="1"/>
            <a:r>
              <a:rPr lang="en-US"/>
              <a:t>Presenter name or subheading goes here: keep it short</a:t>
            </a:r>
          </a:p>
          <a:p>
            <a:pPr lvl="2"/>
            <a:r>
              <a:rPr lang="en-US"/>
              <a:t>Date 00, 0000</a:t>
            </a:r>
          </a:p>
        </p:txBody>
      </p:sp>
      <p:sp>
        <p:nvSpPr>
          <p:cNvPr id="3" name="Logo">
            <a:extLst>
              <a:ext uri="{FF2B5EF4-FFF2-40B4-BE49-F238E27FC236}">
                <a16:creationId xmlns:a16="http://schemas.microsoft.com/office/drawing/2014/main" id="{ED1C7EAB-8534-664A-9D87-065ADD952604}"/>
              </a:ext>
            </a:extLst>
          </p:cNvPr>
          <p:cNvSpPr>
            <a:spLocks noGrp="1"/>
          </p:cNvSpPr>
          <p:nvPr>
            <p:ph type="pic" sz="quarter" idx="22" hasCustomPrompt="1"/>
          </p:nvPr>
        </p:nvSpPr>
        <p:spPr>
          <a:xfrm>
            <a:off x="139337" y="399288"/>
            <a:ext cx="3200400" cy="1563624"/>
          </a:xfrm>
          <a: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normAutofit/>
          </a:bodyPr>
          <a:lstStyle>
            <a:lvl1pPr>
              <a:defRPr sz="500"/>
            </a:lvl1pPr>
          </a:lstStyle>
          <a:p>
            <a:r>
              <a:rPr lang="en-US"/>
              <a:t> </a:t>
            </a:r>
          </a:p>
        </p:txBody>
      </p:sp>
    </p:spTree>
    <p:extLst>
      <p:ext uri="{BB962C8B-B14F-4D97-AF65-F5344CB8AC3E}">
        <p14:creationId xmlns:p14="http://schemas.microsoft.com/office/powerpoint/2010/main" val="716762777"/>
      </p:ext>
    </p:extLst>
  </p:cSld>
  <p:clrMapOvr>
    <a:masterClrMapping/>
  </p:clrMapOvr>
  <p:extLst>
    <p:ext uri="{DCECCB84-F9BA-43D5-87BE-67443E8EF086}">
      <p15:sldGuideLst xmlns:p15="http://schemas.microsoft.com/office/powerpoint/2012/main">
        <p15:guide id="1" orient="horz" pos="19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9_Title Slide">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D80369D-202D-9141-92AA-D009B1D0D41A}"/>
              </a:ext>
            </a:extLst>
          </p:cNvPr>
          <p:cNvSpPr>
            <a:spLocks noGrp="1"/>
          </p:cNvSpPr>
          <p:nvPr>
            <p:ph type="pic" sz="quarter" idx="23"/>
          </p:nvPr>
        </p:nvSpPr>
        <p:spPr>
          <a:xfrm>
            <a:off x="0" y="0"/>
            <a:ext cx="12192000" cy="6858000"/>
          </a:xfrm>
          <a:solidFill>
            <a:schemeClr val="accent6"/>
          </a:solidFill>
        </p:spPr>
        <p:txBody>
          <a:bodyPr anchor="ctr" anchorCtr="0"/>
          <a:lstStyle>
            <a:lvl1pPr algn="ctr">
              <a:defRPr sz="1400"/>
            </a:lvl1pPr>
          </a:lstStyle>
          <a:p>
            <a:r>
              <a:rPr lang="en-US"/>
              <a:t>Click icon to add picture</a:t>
            </a:r>
          </a:p>
        </p:txBody>
      </p:sp>
      <p:sp>
        <p:nvSpPr>
          <p:cNvPr id="11" name="Text Placeholder">
            <a:extLst>
              <a:ext uri="{FF2B5EF4-FFF2-40B4-BE49-F238E27FC236}">
                <a16:creationId xmlns:a16="http://schemas.microsoft.com/office/drawing/2014/main" id="{75A74C69-2F8A-4A4F-912F-6F5B1E2F9DC2}"/>
              </a:ext>
            </a:extLst>
          </p:cNvPr>
          <p:cNvSpPr>
            <a:spLocks noGrp="1"/>
          </p:cNvSpPr>
          <p:nvPr>
            <p:ph type="body" sz="quarter" idx="21" hasCustomPrompt="1"/>
          </p:nvPr>
        </p:nvSpPr>
        <p:spPr>
          <a:xfrm>
            <a:off x="571500" y="4456176"/>
            <a:ext cx="9182100" cy="1563624"/>
          </a:xfrm>
        </p:spPr>
        <p:txBody>
          <a:bodyPr anchor="b" anchorCtr="0"/>
          <a:lstStyle>
            <a:lvl1pPr>
              <a:lnSpc>
                <a:spcPct val="110000"/>
              </a:lnSpc>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bg1"/>
                </a:solidFill>
              </a:defRPr>
            </a:lvl2pPr>
            <a:lvl3pPr>
              <a:spcAft>
                <a:spcPts val="600"/>
              </a:spcAft>
              <a:defRPr sz="1800">
                <a:solidFill>
                  <a:schemeClr val="bg1"/>
                </a:solidFill>
              </a:defRPr>
            </a:lvl3pPr>
          </a:lstStyle>
          <a:p>
            <a:pPr lvl="0"/>
            <a:r>
              <a:rPr lang="en-US"/>
              <a:t>Presentation title goes here</a:t>
            </a:r>
          </a:p>
          <a:p>
            <a:pPr lvl="1"/>
            <a:r>
              <a:rPr lang="en-US"/>
              <a:t>Presenter name or subheading goes here: keep it short</a:t>
            </a:r>
          </a:p>
          <a:p>
            <a:pPr lvl="2"/>
            <a:r>
              <a:rPr lang="en-US"/>
              <a:t>Date 00, 0000</a:t>
            </a:r>
          </a:p>
        </p:txBody>
      </p:sp>
      <p:sp>
        <p:nvSpPr>
          <p:cNvPr id="3" name="Logo">
            <a:extLst>
              <a:ext uri="{FF2B5EF4-FFF2-40B4-BE49-F238E27FC236}">
                <a16:creationId xmlns:a16="http://schemas.microsoft.com/office/drawing/2014/main" id="{ED1C7EAB-8534-664A-9D87-065ADD952604}"/>
              </a:ext>
            </a:extLst>
          </p:cNvPr>
          <p:cNvSpPr>
            <a:spLocks noGrp="1"/>
          </p:cNvSpPr>
          <p:nvPr>
            <p:ph type="pic" sz="quarter" idx="22" hasCustomPrompt="1"/>
          </p:nvPr>
        </p:nvSpPr>
        <p:spPr>
          <a:xfrm>
            <a:off x="139337" y="399288"/>
            <a:ext cx="3200400" cy="1563624"/>
          </a:xfrm>
          <a: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p:spPr>
        <p:txBody>
          <a:bodyPr>
            <a:normAutofit/>
          </a:bodyPr>
          <a:lstStyle>
            <a:lvl1pPr>
              <a:defRPr sz="500"/>
            </a:lvl1pPr>
          </a:lstStyle>
          <a:p>
            <a:r>
              <a:rPr lang="en-US"/>
              <a:t> </a:t>
            </a:r>
          </a:p>
        </p:txBody>
      </p:sp>
    </p:spTree>
    <p:extLst>
      <p:ext uri="{BB962C8B-B14F-4D97-AF65-F5344CB8AC3E}">
        <p14:creationId xmlns:p14="http://schemas.microsoft.com/office/powerpoint/2010/main" val="3750769985"/>
      </p:ext>
    </p:extLst>
  </p:cSld>
  <p:clrMapOvr>
    <a:masterClrMapping/>
  </p:clrMapOvr>
  <p:extLst>
    <p:ext uri="{DCECCB84-F9BA-43D5-87BE-67443E8EF086}">
      <p15:sldGuideLst xmlns:p15="http://schemas.microsoft.com/office/powerpoint/2012/main">
        <p15:guide id="1" orient="horz" pos="19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0_Title Slide">
    <p:bg>
      <p:bgPr>
        <a:solidFill>
          <a:schemeClr val="tx2"/>
        </a:solidFill>
        <a:effectLst/>
      </p:bgPr>
    </p:bg>
    <p:spTree>
      <p:nvGrpSpPr>
        <p:cNvPr id="1" name=""/>
        <p:cNvGrpSpPr/>
        <p:nvPr/>
      </p:nvGrpSpPr>
      <p:grpSpPr>
        <a:xfrm>
          <a:off x="0" y="0"/>
          <a:ext cx="0" cy="0"/>
          <a:chOff x="0" y="0"/>
          <a:chExt cx="0" cy="0"/>
        </a:xfrm>
      </p:grpSpPr>
      <p:sp>
        <p:nvSpPr>
          <p:cNvPr id="11" name="Text Placeholder">
            <a:extLst>
              <a:ext uri="{FF2B5EF4-FFF2-40B4-BE49-F238E27FC236}">
                <a16:creationId xmlns:a16="http://schemas.microsoft.com/office/drawing/2014/main" id="{75A74C69-2F8A-4A4F-912F-6F5B1E2F9DC2}"/>
              </a:ext>
            </a:extLst>
          </p:cNvPr>
          <p:cNvSpPr>
            <a:spLocks noGrp="1"/>
          </p:cNvSpPr>
          <p:nvPr>
            <p:ph type="body" sz="quarter" idx="21" hasCustomPrompt="1"/>
          </p:nvPr>
        </p:nvSpPr>
        <p:spPr>
          <a:xfrm>
            <a:off x="2476500" y="2458290"/>
            <a:ext cx="7277100" cy="2542688"/>
          </a:xfrm>
        </p:spPr>
        <p:txBody>
          <a:bodyPr/>
          <a:lstStyle>
            <a:lvl1pPr>
              <a:lnSpc>
                <a:spcPct val="110000"/>
              </a:lnSpc>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bg1"/>
                </a:solidFill>
              </a:defRPr>
            </a:lvl2pPr>
            <a:lvl3pPr>
              <a:spcAft>
                <a:spcPts val="600"/>
              </a:spcAft>
              <a:defRPr sz="1800">
                <a:solidFill>
                  <a:schemeClr val="bg1"/>
                </a:solidFill>
              </a:defRPr>
            </a:lvl3pPr>
          </a:lstStyle>
          <a:p>
            <a:pPr lvl="0"/>
            <a:r>
              <a:rPr lang="en-US"/>
              <a:t>Presentation title goes here</a:t>
            </a:r>
          </a:p>
          <a:p>
            <a:pPr lvl="1"/>
            <a:r>
              <a:rPr lang="en-US"/>
              <a:t>Presenter name or subheading goes here: keep it short</a:t>
            </a:r>
          </a:p>
          <a:p>
            <a:pPr lvl="2"/>
            <a:r>
              <a:rPr lang="en-US"/>
              <a:t>Date 00, 0000</a:t>
            </a:r>
          </a:p>
        </p:txBody>
      </p:sp>
      <p:grpSp>
        <p:nvGrpSpPr>
          <p:cNvPr id="4" name="Logo">
            <a:extLst>
              <a:ext uri="{FF2B5EF4-FFF2-40B4-BE49-F238E27FC236}">
                <a16:creationId xmlns:a16="http://schemas.microsoft.com/office/drawing/2014/main" id="{E80F32DE-D26E-3044-AB35-9A9C086449A2}"/>
              </a:ext>
            </a:extLst>
          </p:cNvPr>
          <p:cNvGrpSpPr/>
          <p:nvPr/>
        </p:nvGrpSpPr>
        <p:grpSpPr>
          <a:xfrm rot="16200000">
            <a:off x="-1337812" y="2146119"/>
            <a:ext cx="4903346" cy="2386584"/>
            <a:chOff x="-1337812" y="2146119"/>
            <a:chExt cx="4903346" cy="2386584"/>
          </a:xfrm>
        </p:grpSpPr>
        <p:sp>
          <p:nvSpPr>
            <p:cNvPr id="5" name="Freeform 4">
              <a:extLst>
                <a:ext uri="{FF2B5EF4-FFF2-40B4-BE49-F238E27FC236}">
                  <a16:creationId xmlns:a16="http://schemas.microsoft.com/office/drawing/2014/main" id="{7E87D9FF-B1BF-9D4D-802F-F8BEA3CB1944}"/>
                </a:ext>
              </a:extLst>
            </p:cNvPr>
            <p:cNvSpPr/>
            <p:nvPr/>
          </p:nvSpPr>
          <p:spPr>
            <a:xfrm>
              <a:off x="3007145" y="3622571"/>
              <a:ext cx="240946" cy="239882"/>
            </a:xfrm>
            <a:custGeom>
              <a:avLst/>
              <a:gdLst>
                <a:gd name="connsiteX0" fmla="*/ 218127 w 240946"/>
                <a:gd name="connsiteY0" fmla="*/ 120960 h 239882"/>
                <a:gd name="connsiteX1" fmla="*/ 120494 w 240946"/>
                <a:gd name="connsiteY1" fmla="*/ 21706 h 239882"/>
                <a:gd name="connsiteX2" fmla="*/ 22806 w 240946"/>
                <a:gd name="connsiteY2" fmla="*/ 115749 h 239882"/>
                <a:gd name="connsiteX3" fmla="*/ 22861 w 240946"/>
                <a:gd name="connsiteY3" fmla="*/ 120960 h 239882"/>
                <a:gd name="connsiteX4" fmla="*/ 120494 w 240946"/>
                <a:gd name="connsiteY4" fmla="*/ 220203 h 239882"/>
                <a:gd name="connsiteX5" fmla="*/ 218195 w 240946"/>
                <a:gd name="connsiteY5" fmla="*/ 127453 h 239882"/>
                <a:gd name="connsiteX6" fmla="*/ 218127 w 240946"/>
                <a:gd name="connsiteY6" fmla="*/ 120960 h 239882"/>
                <a:gd name="connsiteX7" fmla="*/ 95543 w 240946"/>
                <a:gd name="connsiteY7" fmla="*/ 126122 h 239882"/>
                <a:gd name="connsiteX8" fmla="*/ 95543 w 240946"/>
                <a:gd name="connsiteY8" fmla="*/ 193076 h 239882"/>
                <a:gd name="connsiteX9" fmla="*/ 75311 w 240946"/>
                <a:gd name="connsiteY9" fmla="*/ 193076 h 239882"/>
                <a:gd name="connsiteX10" fmla="*/ 75311 w 240946"/>
                <a:gd name="connsiteY10" fmla="*/ 48445 h 239882"/>
                <a:gd name="connsiteX11" fmla="*/ 121839 w 240946"/>
                <a:gd name="connsiteY11" fmla="*/ 48445 h 239882"/>
                <a:gd name="connsiteX12" fmla="*/ 169831 w 240946"/>
                <a:gd name="connsiteY12" fmla="*/ 86630 h 239882"/>
                <a:gd name="connsiteX13" fmla="*/ 146399 w 240946"/>
                <a:gd name="connsiteY13" fmla="*/ 118314 h 239882"/>
                <a:gd name="connsiteX14" fmla="*/ 146399 w 240946"/>
                <a:gd name="connsiteY14" fmla="*/ 118401 h 239882"/>
                <a:gd name="connsiteX15" fmla="*/ 166164 w 240946"/>
                <a:gd name="connsiteY15" fmla="*/ 150938 h 239882"/>
                <a:gd name="connsiteX16" fmla="*/ 175515 w 240946"/>
                <a:gd name="connsiteY16" fmla="*/ 191251 h 239882"/>
                <a:gd name="connsiteX17" fmla="*/ 150565 w 240946"/>
                <a:gd name="connsiteY17" fmla="*/ 191251 h 239882"/>
                <a:gd name="connsiteX18" fmla="*/ 141214 w 240946"/>
                <a:gd name="connsiteY18" fmla="*/ 142655 h 239882"/>
                <a:gd name="connsiteX19" fmla="*/ 117348 w 240946"/>
                <a:gd name="connsiteY19" fmla="*/ 126111 h 239882"/>
                <a:gd name="connsiteX20" fmla="*/ 95532 w 240946"/>
                <a:gd name="connsiteY20" fmla="*/ 126111 h 239882"/>
                <a:gd name="connsiteX21" fmla="*/ 121513 w 240946"/>
                <a:gd name="connsiteY21" fmla="*/ 107515 h 239882"/>
                <a:gd name="connsiteX22" fmla="*/ 148297 w 240946"/>
                <a:gd name="connsiteY22" fmla="*/ 86932 h 239882"/>
                <a:gd name="connsiteX23" fmla="*/ 121513 w 240946"/>
                <a:gd name="connsiteY23" fmla="*/ 66166 h 239882"/>
                <a:gd name="connsiteX24" fmla="*/ 95543 w 240946"/>
                <a:gd name="connsiteY24" fmla="*/ 66166 h 239882"/>
                <a:gd name="connsiteX25" fmla="*/ 95543 w 240946"/>
                <a:gd name="connsiteY25" fmla="*/ 106943 h 239882"/>
                <a:gd name="connsiteX26" fmla="*/ 121513 w 240946"/>
                <a:gd name="connsiteY26" fmla="*/ 107515 h 239882"/>
                <a:gd name="connsiteX27" fmla="*/ 15 w 240946"/>
                <a:gd name="connsiteY27" fmla="*/ 120960 h 239882"/>
                <a:gd name="connsiteX28" fmla="*/ 119437 w 240946"/>
                <a:gd name="connsiteY28" fmla="*/ 5 h 239882"/>
                <a:gd name="connsiteX29" fmla="*/ 240942 w 240946"/>
                <a:gd name="connsiteY29" fmla="*/ 118887 h 239882"/>
                <a:gd name="connsiteX30" fmla="*/ 121520 w 240946"/>
                <a:gd name="connsiteY30" fmla="*/ 239842 h 239882"/>
                <a:gd name="connsiteX31" fmla="*/ 120483 w 240946"/>
                <a:gd name="connsiteY31" fmla="*/ 239847 h 239882"/>
                <a:gd name="connsiteX32" fmla="*/ 35 w 240946"/>
                <a:gd name="connsiteY32" fmla="*/ 125675 h 239882"/>
                <a:gd name="connsiteX33" fmla="*/ 15 w 240946"/>
                <a:gd name="connsiteY33" fmla="*/ 120960 h 23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40946" h="239882">
                  <a:moveTo>
                    <a:pt x="218127" y="120960"/>
                  </a:moveTo>
                  <a:cubicBezTo>
                    <a:pt x="218127" y="63067"/>
                    <a:pt x="177620" y="21706"/>
                    <a:pt x="120494" y="21706"/>
                  </a:cubicBezTo>
                  <a:cubicBezTo>
                    <a:pt x="67431" y="20822"/>
                    <a:pt x="23694" y="62926"/>
                    <a:pt x="22806" y="115749"/>
                  </a:cubicBezTo>
                  <a:cubicBezTo>
                    <a:pt x="22777" y="117486"/>
                    <a:pt x="22795" y="119224"/>
                    <a:pt x="22861" y="120960"/>
                  </a:cubicBezTo>
                  <a:cubicBezTo>
                    <a:pt x="22861" y="178854"/>
                    <a:pt x="63368" y="220203"/>
                    <a:pt x="120494" y="220203"/>
                  </a:cubicBezTo>
                  <a:cubicBezTo>
                    <a:pt x="173202" y="221448"/>
                    <a:pt x="216944" y="179922"/>
                    <a:pt x="218195" y="127453"/>
                  </a:cubicBezTo>
                  <a:cubicBezTo>
                    <a:pt x="218246" y="125288"/>
                    <a:pt x="218224" y="123123"/>
                    <a:pt x="218127" y="120960"/>
                  </a:cubicBezTo>
                  <a:close/>
                  <a:moveTo>
                    <a:pt x="95543" y="126122"/>
                  </a:moveTo>
                  <a:lnTo>
                    <a:pt x="95543" y="193076"/>
                  </a:lnTo>
                  <a:lnTo>
                    <a:pt x="75311" y="193076"/>
                  </a:lnTo>
                  <a:lnTo>
                    <a:pt x="75311" y="48445"/>
                  </a:lnTo>
                  <a:lnTo>
                    <a:pt x="121839" y="48445"/>
                  </a:lnTo>
                  <a:cubicBezTo>
                    <a:pt x="152995" y="48445"/>
                    <a:pt x="169831" y="60788"/>
                    <a:pt x="169831" y="86630"/>
                  </a:cubicBezTo>
                  <a:cubicBezTo>
                    <a:pt x="170654" y="101416"/>
                    <a:pt x="160826" y="114705"/>
                    <a:pt x="146399" y="118314"/>
                  </a:cubicBezTo>
                  <a:lnTo>
                    <a:pt x="146399" y="118401"/>
                  </a:lnTo>
                  <a:cubicBezTo>
                    <a:pt x="158863" y="120463"/>
                    <a:pt x="163051" y="131295"/>
                    <a:pt x="166164" y="150938"/>
                  </a:cubicBezTo>
                  <a:cubicBezTo>
                    <a:pt x="168247" y="163346"/>
                    <a:pt x="170319" y="186089"/>
                    <a:pt x="175515" y="191251"/>
                  </a:cubicBezTo>
                  <a:lnTo>
                    <a:pt x="150565" y="191251"/>
                  </a:lnTo>
                  <a:cubicBezTo>
                    <a:pt x="144338" y="177817"/>
                    <a:pt x="145368" y="159210"/>
                    <a:pt x="141214" y="142655"/>
                  </a:cubicBezTo>
                  <a:cubicBezTo>
                    <a:pt x="138986" y="131672"/>
                    <a:pt x="128468" y="124381"/>
                    <a:pt x="117348" y="126111"/>
                  </a:cubicBezTo>
                  <a:lnTo>
                    <a:pt x="95532" y="126111"/>
                  </a:lnTo>
                  <a:close/>
                  <a:moveTo>
                    <a:pt x="121513" y="107515"/>
                  </a:moveTo>
                  <a:cubicBezTo>
                    <a:pt x="142277" y="107515"/>
                    <a:pt x="148297" y="97267"/>
                    <a:pt x="148297" y="86932"/>
                  </a:cubicBezTo>
                  <a:cubicBezTo>
                    <a:pt x="148297" y="75561"/>
                    <a:pt x="141235" y="66166"/>
                    <a:pt x="121513" y="66166"/>
                  </a:cubicBezTo>
                  <a:lnTo>
                    <a:pt x="95543" y="66166"/>
                  </a:lnTo>
                  <a:lnTo>
                    <a:pt x="95543" y="106943"/>
                  </a:lnTo>
                  <a:lnTo>
                    <a:pt x="121513" y="107515"/>
                  </a:lnTo>
                  <a:close/>
                  <a:moveTo>
                    <a:pt x="15" y="120960"/>
                  </a:moveTo>
                  <a:cubicBezTo>
                    <a:pt x="-560" y="54731"/>
                    <a:pt x="52907" y="577"/>
                    <a:pt x="119437" y="5"/>
                  </a:cubicBezTo>
                  <a:cubicBezTo>
                    <a:pt x="185967" y="-568"/>
                    <a:pt x="240367" y="52657"/>
                    <a:pt x="240942" y="118887"/>
                  </a:cubicBezTo>
                  <a:cubicBezTo>
                    <a:pt x="241517" y="185116"/>
                    <a:pt x="188050" y="239269"/>
                    <a:pt x="121520" y="239842"/>
                  </a:cubicBezTo>
                  <a:cubicBezTo>
                    <a:pt x="121174" y="239845"/>
                    <a:pt x="120829" y="239847"/>
                    <a:pt x="120483" y="239847"/>
                  </a:cubicBezTo>
                  <a:cubicBezTo>
                    <a:pt x="55551" y="241429"/>
                    <a:pt x="1625" y="190313"/>
                    <a:pt x="35" y="125675"/>
                  </a:cubicBezTo>
                  <a:cubicBezTo>
                    <a:pt x="-4" y="124104"/>
                    <a:pt x="-10" y="122532"/>
                    <a:pt x="15" y="120960"/>
                  </a:cubicBezTo>
                  <a:close/>
                </a:path>
              </a:pathLst>
            </a:custGeom>
            <a:solidFill>
              <a:srgbClr val="FF6600"/>
            </a:solidFill>
            <a:ln w="10832"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C060042B-D0F1-914F-9BB0-921F2630D513}"/>
                </a:ext>
              </a:extLst>
            </p:cNvPr>
            <p:cNvSpPr/>
            <p:nvPr/>
          </p:nvSpPr>
          <p:spPr>
            <a:xfrm>
              <a:off x="1981720" y="3193753"/>
              <a:ext cx="908030" cy="669539"/>
            </a:xfrm>
            <a:custGeom>
              <a:avLst/>
              <a:gdLst>
                <a:gd name="connsiteX0" fmla="*/ 593066 w 908030"/>
                <a:gd name="connsiteY0" fmla="*/ 669410 h 669539"/>
                <a:gd name="connsiteX1" fmla="*/ 442646 w 908030"/>
                <a:gd name="connsiteY1" fmla="*/ 501107 h 669539"/>
                <a:gd name="connsiteX2" fmla="*/ 298822 w 908030"/>
                <a:gd name="connsiteY2" fmla="*/ 669507 h 669539"/>
                <a:gd name="connsiteX3" fmla="*/ 0 w 908030"/>
                <a:gd name="connsiteY3" fmla="*/ 669539 h 669539"/>
                <a:gd name="connsiteX4" fmla="*/ 292790 w 908030"/>
                <a:gd name="connsiteY4" fmla="*/ 332480 h 669539"/>
                <a:gd name="connsiteX5" fmla="*/ 0 w 908030"/>
                <a:gd name="connsiteY5" fmla="*/ 0 h 669539"/>
                <a:gd name="connsiteX6" fmla="*/ 314595 w 908030"/>
                <a:gd name="connsiteY6" fmla="*/ 0 h 669539"/>
                <a:gd name="connsiteX7" fmla="*/ 455675 w 908030"/>
                <a:gd name="connsiteY7" fmla="*/ 161683 h 669539"/>
                <a:gd name="connsiteX8" fmla="*/ 596646 w 908030"/>
                <a:gd name="connsiteY8" fmla="*/ 0 h 669539"/>
                <a:gd name="connsiteX9" fmla="*/ 889545 w 908030"/>
                <a:gd name="connsiteY9" fmla="*/ 0 h 669539"/>
                <a:gd name="connsiteX10" fmla="*/ 603361 w 908030"/>
                <a:gd name="connsiteY10" fmla="*/ 330320 h 669539"/>
                <a:gd name="connsiteX11" fmla="*/ 908030 w 908030"/>
                <a:gd name="connsiteY11" fmla="*/ 669410 h 669539"/>
                <a:gd name="connsiteX12" fmla="*/ 593066 w 908030"/>
                <a:gd name="connsiteY12" fmla="*/ 669410 h 669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030" h="669539">
                  <a:moveTo>
                    <a:pt x="593066" y="669410"/>
                  </a:moveTo>
                  <a:lnTo>
                    <a:pt x="442646" y="501107"/>
                  </a:lnTo>
                  <a:lnTo>
                    <a:pt x="298822" y="669507"/>
                  </a:lnTo>
                  <a:lnTo>
                    <a:pt x="0" y="669539"/>
                  </a:lnTo>
                  <a:lnTo>
                    <a:pt x="292790" y="332480"/>
                  </a:lnTo>
                  <a:lnTo>
                    <a:pt x="0" y="0"/>
                  </a:lnTo>
                  <a:lnTo>
                    <a:pt x="314595" y="0"/>
                  </a:lnTo>
                  <a:lnTo>
                    <a:pt x="455675" y="161683"/>
                  </a:lnTo>
                  <a:lnTo>
                    <a:pt x="596646" y="0"/>
                  </a:lnTo>
                  <a:lnTo>
                    <a:pt x="889545" y="0"/>
                  </a:lnTo>
                  <a:lnTo>
                    <a:pt x="603361" y="330320"/>
                  </a:lnTo>
                  <a:lnTo>
                    <a:pt x="908030" y="669410"/>
                  </a:lnTo>
                  <a:lnTo>
                    <a:pt x="593066" y="669410"/>
                  </a:lnTo>
                  <a:close/>
                </a:path>
              </a:pathLst>
            </a:custGeom>
            <a:solidFill>
              <a:srgbClr val="FF6600"/>
            </a:solidFill>
            <a:ln w="10832" cap="flat">
              <a:noFill/>
              <a:prstDash val="solid"/>
              <a:miter/>
            </a:ln>
          </p:spPr>
          <p:txBody>
            <a:bodyPr rtlCol="0" anchor="ctr"/>
            <a:lstStyle/>
            <a:p>
              <a:endParaRPr lang="en-US"/>
            </a:p>
          </p:txBody>
        </p:sp>
        <p:sp>
          <p:nvSpPr>
            <p:cNvPr id="7" name="Freeform 6">
              <a:extLst>
                <a:ext uri="{FF2B5EF4-FFF2-40B4-BE49-F238E27FC236}">
                  <a16:creationId xmlns:a16="http://schemas.microsoft.com/office/drawing/2014/main" id="{52231E97-DA00-5C47-92C1-1D8B3C2C55FC}"/>
                </a:ext>
              </a:extLst>
            </p:cNvPr>
            <p:cNvSpPr/>
            <p:nvPr/>
          </p:nvSpPr>
          <p:spPr>
            <a:xfrm>
              <a:off x="1395922" y="2815788"/>
              <a:ext cx="585797" cy="1047505"/>
            </a:xfrm>
            <a:custGeom>
              <a:avLst/>
              <a:gdLst>
                <a:gd name="connsiteX0" fmla="*/ 0 w 585797"/>
                <a:gd name="connsiteY0" fmla="*/ 1047505 h 1047505"/>
                <a:gd name="connsiteX1" fmla="*/ 0 w 585797"/>
                <a:gd name="connsiteY1" fmla="*/ 0 h 1047505"/>
                <a:gd name="connsiteX2" fmla="*/ 585798 w 585797"/>
                <a:gd name="connsiteY2" fmla="*/ 0 h 1047505"/>
                <a:gd name="connsiteX3" fmla="*/ 585798 w 585797"/>
                <a:gd name="connsiteY3" fmla="*/ 237579 h 1047505"/>
                <a:gd name="connsiteX4" fmla="*/ 249507 w 585797"/>
                <a:gd name="connsiteY4" fmla="*/ 237579 h 1047505"/>
                <a:gd name="connsiteX5" fmla="*/ 249507 w 585797"/>
                <a:gd name="connsiteY5" fmla="*/ 377966 h 1047505"/>
                <a:gd name="connsiteX6" fmla="*/ 585798 w 585797"/>
                <a:gd name="connsiteY6" fmla="*/ 377966 h 1047505"/>
                <a:gd name="connsiteX7" fmla="*/ 585798 w 585797"/>
                <a:gd name="connsiteY7" fmla="*/ 604745 h 1047505"/>
                <a:gd name="connsiteX8" fmla="*/ 249507 w 585797"/>
                <a:gd name="connsiteY8" fmla="*/ 604745 h 1047505"/>
                <a:gd name="connsiteX9" fmla="*/ 249507 w 585797"/>
                <a:gd name="connsiteY9" fmla="*/ 809927 h 1047505"/>
                <a:gd name="connsiteX10" fmla="*/ 585798 w 585797"/>
                <a:gd name="connsiteY10" fmla="*/ 809927 h 1047505"/>
                <a:gd name="connsiteX11" fmla="*/ 585798 w 585797"/>
                <a:gd name="connsiteY11" fmla="*/ 1047505 h 1047505"/>
                <a:gd name="connsiteX12" fmla="*/ 0 w 585797"/>
                <a:gd name="connsiteY12" fmla="*/ 1047505 h 1047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5797" h="1047505">
                  <a:moveTo>
                    <a:pt x="0" y="1047505"/>
                  </a:moveTo>
                  <a:lnTo>
                    <a:pt x="0" y="0"/>
                  </a:lnTo>
                  <a:lnTo>
                    <a:pt x="585798" y="0"/>
                  </a:lnTo>
                  <a:lnTo>
                    <a:pt x="585798" y="237579"/>
                  </a:lnTo>
                  <a:lnTo>
                    <a:pt x="249507" y="237579"/>
                  </a:lnTo>
                  <a:lnTo>
                    <a:pt x="249507" y="377966"/>
                  </a:lnTo>
                  <a:lnTo>
                    <a:pt x="585798" y="377966"/>
                  </a:lnTo>
                  <a:lnTo>
                    <a:pt x="585798" y="604745"/>
                  </a:lnTo>
                  <a:lnTo>
                    <a:pt x="249507" y="604745"/>
                  </a:lnTo>
                  <a:lnTo>
                    <a:pt x="249507" y="809927"/>
                  </a:lnTo>
                  <a:lnTo>
                    <a:pt x="585798" y="809927"/>
                  </a:lnTo>
                  <a:lnTo>
                    <a:pt x="585798" y="1047505"/>
                  </a:lnTo>
                  <a:lnTo>
                    <a:pt x="0" y="1047505"/>
                  </a:lnTo>
                  <a:close/>
                </a:path>
              </a:pathLst>
            </a:custGeom>
            <a:solidFill>
              <a:srgbClr val="FF6600"/>
            </a:solidFill>
            <a:ln w="10832"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4586F27B-69C8-1C44-9DC8-43F6D095D82E}"/>
                </a:ext>
              </a:extLst>
            </p:cNvPr>
            <p:cNvSpPr/>
            <p:nvPr/>
          </p:nvSpPr>
          <p:spPr>
            <a:xfrm>
              <a:off x="-665229" y="2815788"/>
              <a:ext cx="2061141" cy="1079902"/>
            </a:xfrm>
            <a:custGeom>
              <a:avLst/>
              <a:gdLst>
                <a:gd name="connsiteX0" fmla="*/ 1822483 w 2061141"/>
                <a:gd name="connsiteY0" fmla="*/ 0 h 1079902"/>
                <a:gd name="connsiteX1" fmla="*/ 1822483 w 2061141"/>
                <a:gd name="connsiteY1" fmla="*/ 431961 h 1079902"/>
                <a:gd name="connsiteX2" fmla="*/ 1813652 w 2061141"/>
                <a:gd name="connsiteY2" fmla="*/ 425060 h 1079902"/>
                <a:gd name="connsiteX3" fmla="*/ 1605520 w 2061141"/>
                <a:gd name="connsiteY3" fmla="*/ 345569 h 1079902"/>
                <a:gd name="connsiteX4" fmla="*/ 1286998 w 2061141"/>
                <a:gd name="connsiteY4" fmla="*/ 594778 h 1079902"/>
                <a:gd name="connsiteX5" fmla="*/ 922089 w 2061141"/>
                <a:gd name="connsiteY5" fmla="*/ 345569 h 1079902"/>
                <a:gd name="connsiteX6" fmla="*/ 585798 w 2061141"/>
                <a:gd name="connsiteY6" fmla="*/ 518353 h 1079902"/>
                <a:gd name="connsiteX7" fmla="*/ 585798 w 2061141"/>
                <a:gd name="connsiteY7" fmla="*/ 377966 h 1079902"/>
                <a:gd name="connsiteX8" fmla="*/ 282051 w 2061141"/>
                <a:gd name="connsiteY8" fmla="*/ 377966 h 1079902"/>
                <a:gd name="connsiteX9" fmla="*/ 282051 w 2061141"/>
                <a:gd name="connsiteY9" fmla="*/ 237579 h 1079902"/>
                <a:gd name="connsiteX10" fmla="*/ 618342 w 2061141"/>
                <a:gd name="connsiteY10" fmla="*/ 237579 h 1079902"/>
                <a:gd name="connsiteX11" fmla="*/ 618342 w 2061141"/>
                <a:gd name="connsiteY11" fmla="*/ 0 h 1079902"/>
                <a:gd name="connsiteX12" fmla="*/ 0 w 2061141"/>
                <a:gd name="connsiteY12" fmla="*/ 0 h 1079902"/>
                <a:gd name="connsiteX13" fmla="*/ 0 w 2061141"/>
                <a:gd name="connsiteY13" fmla="*/ 1047505 h 1079902"/>
                <a:gd name="connsiteX14" fmla="*/ 282051 w 2061141"/>
                <a:gd name="connsiteY14" fmla="*/ 1047505 h 1079902"/>
                <a:gd name="connsiteX15" fmla="*/ 282051 w 2061141"/>
                <a:gd name="connsiteY15" fmla="*/ 604745 h 1079902"/>
                <a:gd name="connsiteX16" fmla="*/ 559448 w 2061141"/>
                <a:gd name="connsiteY16" fmla="*/ 602348 h 1079902"/>
                <a:gd name="connsiteX17" fmla="*/ 546430 w 2061141"/>
                <a:gd name="connsiteY17" fmla="*/ 705036 h 1079902"/>
                <a:gd name="connsiteX18" fmla="*/ 925409 w 2061141"/>
                <a:gd name="connsiteY18" fmla="*/ 1077980 h 1079902"/>
                <a:gd name="connsiteX19" fmla="*/ 1280142 w 2061141"/>
                <a:gd name="connsiteY19" fmla="*/ 842324 h 1079902"/>
                <a:gd name="connsiteX20" fmla="*/ 1041419 w 2061141"/>
                <a:gd name="connsiteY20" fmla="*/ 842324 h 1079902"/>
                <a:gd name="connsiteX21" fmla="*/ 926429 w 2061141"/>
                <a:gd name="connsiteY21" fmla="*/ 898533 h 1079902"/>
                <a:gd name="connsiteX22" fmla="*/ 784177 w 2061141"/>
                <a:gd name="connsiteY22" fmla="*/ 753685 h 1079902"/>
                <a:gd name="connsiteX23" fmla="*/ 1272831 w 2061141"/>
                <a:gd name="connsiteY23" fmla="*/ 753685 h 1079902"/>
                <a:gd name="connsiteX24" fmla="*/ 1614850 w 2061141"/>
                <a:gd name="connsiteY24" fmla="*/ 1079902 h 1079902"/>
                <a:gd name="connsiteX25" fmla="*/ 1822483 w 2061141"/>
                <a:gd name="connsiteY25" fmla="*/ 969137 h 1079902"/>
                <a:gd name="connsiteX26" fmla="*/ 1822483 w 2061141"/>
                <a:gd name="connsiteY26" fmla="*/ 1047505 h 1079902"/>
                <a:gd name="connsiteX27" fmla="*/ 2061141 w 2061141"/>
                <a:gd name="connsiteY27" fmla="*/ 1047505 h 1079902"/>
                <a:gd name="connsiteX28" fmla="*/ 2061141 w 2061141"/>
                <a:gd name="connsiteY28" fmla="*/ 0 h 1079902"/>
                <a:gd name="connsiteX29" fmla="*/ 795091 w 2061141"/>
                <a:gd name="connsiteY29" fmla="*/ 605588 h 1079902"/>
                <a:gd name="connsiteX30" fmla="*/ 926483 w 2061141"/>
                <a:gd name="connsiteY30" fmla="*/ 496410 h 1079902"/>
                <a:gd name="connsiteX31" fmla="*/ 1058971 w 2061141"/>
                <a:gd name="connsiteY31" fmla="*/ 605588 h 1079902"/>
                <a:gd name="connsiteX32" fmla="*/ 1667073 w 2061141"/>
                <a:gd name="connsiteY32" fmla="*/ 882323 h 1079902"/>
                <a:gd name="connsiteX33" fmla="*/ 1520471 w 2061141"/>
                <a:gd name="connsiteY33" fmla="*/ 710446 h 1079902"/>
                <a:gd name="connsiteX34" fmla="*/ 1667073 w 2061141"/>
                <a:gd name="connsiteY34" fmla="*/ 526679 h 1079902"/>
                <a:gd name="connsiteX35" fmla="*/ 1809324 w 2061141"/>
                <a:gd name="connsiteY35" fmla="*/ 710446 h 1079902"/>
                <a:gd name="connsiteX36" fmla="*/ 1667073 w 2061141"/>
                <a:gd name="connsiteY36" fmla="*/ 882323 h 1079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061141" h="1079902">
                  <a:moveTo>
                    <a:pt x="1822483" y="0"/>
                  </a:moveTo>
                  <a:lnTo>
                    <a:pt x="1822483" y="431961"/>
                  </a:lnTo>
                  <a:lnTo>
                    <a:pt x="1813652" y="425060"/>
                  </a:lnTo>
                  <a:cubicBezTo>
                    <a:pt x="1759357" y="363506"/>
                    <a:pt x="1684788" y="345569"/>
                    <a:pt x="1605520" y="345569"/>
                  </a:cubicBezTo>
                  <a:cubicBezTo>
                    <a:pt x="1443721" y="345569"/>
                    <a:pt x="1329349" y="449931"/>
                    <a:pt x="1286998" y="594778"/>
                  </a:cubicBezTo>
                  <a:cubicBezTo>
                    <a:pt x="1238138" y="435870"/>
                    <a:pt x="1107787" y="345569"/>
                    <a:pt x="922089" y="345569"/>
                  </a:cubicBezTo>
                  <a:cubicBezTo>
                    <a:pt x="771149" y="345569"/>
                    <a:pt x="647697" y="408084"/>
                    <a:pt x="585798" y="518353"/>
                  </a:cubicBezTo>
                  <a:lnTo>
                    <a:pt x="585798" y="377966"/>
                  </a:lnTo>
                  <a:lnTo>
                    <a:pt x="282051" y="377966"/>
                  </a:lnTo>
                  <a:lnTo>
                    <a:pt x="282051" y="237579"/>
                  </a:lnTo>
                  <a:lnTo>
                    <a:pt x="618342" y="237579"/>
                  </a:lnTo>
                  <a:lnTo>
                    <a:pt x="618342" y="0"/>
                  </a:lnTo>
                  <a:lnTo>
                    <a:pt x="0" y="0"/>
                  </a:lnTo>
                  <a:lnTo>
                    <a:pt x="0" y="1047505"/>
                  </a:lnTo>
                  <a:lnTo>
                    <a:pt x="282051" y="1047505"/>
                  </a:lnTo>
                  <a:lnTo>
                    <a:pt x="282051" y="604745"/>
                  </a:lnTo>
                  <a:lnTo>
                    <a:pt x="559448" y="602348"/>
                  </a:lnTo>
                  <a:cubicBezTo>
                    <a:pt x="550647" y="635869"/>
                    <a:pt x="546271" y="670389"/>
                    <a:pt x="546430" y="705036"/>
                  </a:cubicBezTo>
                  <a:cubicBezTo>
                    <a:pt x="546430" y="922312"/>
                    <a:pt x="712580" y="1077980"/>
                    <a:pt x="925409" y="1077980"/>
                  </a:cubicBezTo>
                  <a:cubicBezTo>
                    <a:pt x="1104587" y="1077980"/>
                    <a:pt x="1217115" y="994741"/>
                    <a:pt x="1280142" y="842324"/>
                  </a:cubicBezTo>
                  <a:lnTo>
                    <a:pt x="1041419" y="842324"/>
                  </a:lnTo>
                  <a:cubicBezTo>
                    <a:pt x="1008874" y="887680"/>
                    <a:pt x="990541" y="898533"/>
                    <a:pt x="926429" y="898533"/>
                  </a:cubicBezTo>
                  <a:cubicBezTo>
                    <a:pt x="851501" y="898533"/>
                    <a:pt x="784177" y="831514"/>
                    <a:pt x="784177" y="753685"/>
                  </a:cubicBezTo>
                  <a:lnTo>
                    <a:pt x="1272831" y="753685"/>
                  </a:lnTo>
                  <a:cubicBezTo>
                    <a:pt x="1293442" y="926643"/>
                    <a:pt x="1429152" y="1079902"/>
                    <a:pt x="1614850" y="1079902"/>
                  </a:cubicBezTo>
                  <a:cubicBezTo>
                    <a:pt x="1697804" y="1077902"/>
                    <a:pt x="1774871" y="1036789"/>
                    <a:pt x="1822483" y="969137"/>
                  </a:cubicBezTo>
                  <a:lnTo>
                    <a:pt x="1822483" y="1047505"/>
                  </a:lnTo>
                  <a:lnTo>
                    <a:pt x="2061141" y="1047505"/>
                  </a:lnTo>
                  <a:lnTo>
                    <a:pt x="2061141" y="0"/>
                  </a:lnTo>
                  <a:close/>
                  <a:moveTo>
                    <a:pt x="795091" y="605588"/>
                  </a:moveTo>
                  <a:cubicBezTo>
                    <a:pt x="810278" y="539649"/>
                    <a:pt x="862414" y="496410"/>
                    <a:pt x="926483" y="496410"/>
                  </a:cubicBezTo>
                  <a:cubicBezTo>
                    <a:pt x="997072" y="496410"/>
                    <a:pt x="1045931" y="538526"/>
                    <a:pt x="1058971" y="605588"/>
                  </a:cubicBezTo>
                  <a:close/>
                  <a:moveTo>
                    <a:pt x="1667073" y="882323"/>
                  </a:moveTo>
                  <a:cubicBezTo>
                    <a:pt x="1576936" y="882323"/>
                    <a:pt x="1520471" y="798005"/>
                    <a:pt x="1520471" y="710446"/>
                  </a:cubicBezTo>
                  <a:cubicBezTo>
                    <a:pt x="1520471" y="616397"/>
                    <a:pt x="1569288" y="526679"/>
                    <a:pt x="1667073" y="526679"/>
                  </a:cubicBezTo>
                  <a:cubicBezTo>
                    <a:pt x="1768058" y="526679"/>
                    <a:pt x="1809324" y="616397"/>
                    <a:pt x="1809324" y="710446"/>
                  </a:cubicBezTo>
                  <a:cubicBezTo>
                    <a:pt x="1809324" y="800164"/>
                    <a:pt x="1765888" y="882323"/>
                    <a:pt x="1667073" y="882323"/>
                  </a:cubicBezTo>
                  <a:close/>
                </a:path>
              </a:pathLst>
            </a:custGeom>
            <a:solidFill>
              <a:srgbClr val="FFFFFF"/>
            </a:solidFill>
            <a:ln w="10832" cap="flat">
              <a:noFill/>
              <a:prstDash val="solid"/>
              <a:miter/>
            </a:ln>
          </p:spPr>
          <p:txBody>
            <a:bodyPr rtlCol="0" anchor="ctr"/>
            <a:lstStyle/>
            <a:p>
              <a:endParaRPr lang="en-US"/>
            </a:p>
          </p:txBody>
        </p:sp>
      </p:grpSp>
    </p:spTree>
    <p:extLst>
      <p:ext uri="{BB962C8B-B14F-4D97-AF65-F5344CB8AC3E}">
        <p14:creationId xmlns:p14="http://schemas.microsoft.com/office/powerpoint/2010/main" val="4226826739"/>
      </p:ext>
    </p:extLst>
  </p:cSld>
  <p:clrMapOvr>
    <a:masterClrMapping/>
  </p:clrMapOvr>
  <p:extLst>
    <p:ext uri="{DCECCB84-F9BA-43D5-87BE-67443E8EF086}">
      <p15:sldGuideLst xmlns:p15="http://schemas.microsoft.com/office/powerpoint/2012/main">
        <p15:guide id="1" orient="horz" pos="192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1_Title Slide">
    <p:spTree>
      <p:nvGrpSpPr>
        <p:cNvPr id="1" name=""/>
        <p:cNvGrpSpPr/>
        <p:nvPr/>
      </p:nvGrpSpPr>
      <p:grpSpPr>
        <a:xfrm>
          <a:off x="0" y="0"/>
          <a:ext cx="0" cy="0"/>
          <a:chOff x="0" y="0"/>
          <a:chExt cx="0" cy="0"/>
        </a:xfrm>
      </p:grpSpPr>
      <p:sp>
        <p:nvSpPr>
          <p:cNvPr id="10" name="Supporting Image">
            <a:extLst>
              <a:ext uri="{FF2B5EF4-FFF2-40B4-BE49-F238E27FC236}">
                <a16:creationId xmlns:a16="http://schemas.microsoft.com/office/drawing/2014/main" id="{0FADCE59-8B05-7E49-AC4F-21D1F7A0C214}"/>
              </a:ext>
            </a:extLst>
          </p:cNvPr>
          <p:cNvSpPr>
            <a:spLocks noGrp="1"/>
          </p:cNvSpPr>
          <p:nvPr>
            <p:ph type="pic" sz="quarter" idx="20"/>
          </p:nvPr>
        </p:nvSpPr>
        <p:spPr>
          <a:xfrm>
            <a:off x="3817360" y="0"/>
            <a:ext cx="8374640" cy="6858000"/>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74640" h="6858000">
                <a:moveTo>
                  <a:pt x="0" y="0"/>
                </a:moveTo>
                <a:lnTo>
                  <a:pt x="8374640" y="0"/>
                </a:lnTo>
                <a:lnTo>
                  <a:pt x="8374640" y="6858000"/>
                </a:lnTo>
                <a:lnTo>
                  <a:pt x="6181381" y="6858000"/>
                </a:lnTo>
                <a:close/>
              </a:path>
            </a:pathLst>
          </a:custGeom>
          <a:solidFill>
            <a:schemeClr val="accent6"/>
          </a:solidFill>
        </p:spPr>
        <p:txBody>
          <a:bodyPr wrap="square" anchor="ctr" anchorCtr="0">
            <a:noAutofit/>
          </a:bodyPr>
          <a:lstStyle>
            <a:lvl1pPr algn="ctr">
              <a:defRPr sz="1400">
                <a:solidFill>
                  <a:schemeClr val="tx1"/>
                </a:solidFill>
              </a:defRPr>
            </a:lvl1pPr>
          </a:lstStyle>
          <a:p>
            <a:r>
              <a:rPr lang="en-US"/>
              <a:t>Click icon to add picture</a:t>
            </a:r>
          </a:p>
        </p:txBody>
      </p:sp>
      <p:sp>
        <p:nvSpPr>
          <p:cNvPr id="25" name="Corner Overlay (purple)">
            <a:extLst>
              <a:ext uri="{FF2B5EF4-FFF2-40B4-BE49-F238E27FC236}">
                <a16:creationId xmlns:a16="http://schemas.microsoft.com/office/drawing/2014/main" id="{8A9A6EA8-49CF-6442-A295-472E74D03CD3}"/>
              </a:ext>
            </a:extLst>
          </p:cNvPr>
          <p:cNvSpPr>
            <a:spLocks noGrp="1"/>
          </p:cNvSpPr>
          <p:nvPr>
            <p:ph type="body" sz="quarter" idx="22"/>
          </p:nvPr>
        </p:nvSpPr>
        <p:spPr>
          <a:xfrm>
            <a:off x="8156273" y="0"/>
            <a:ext cx="4035728" cy="4487576"/>
          </a:xfrm>
          <a:custGeom>
            <a:avLst/>
            <a:gdLst>
              <a:gd name="connsiteX0" fmla="*/ 0 w 4035728"/>
              <a:gd name="connsiteY0" fmla="*/ 0 h 4487576"/>
              <a:gd name="connsiteX1" fmla="*/ 4035728 w 4035728"/>
              <a:gd name="connsiteY1" fmla="*/ 0 h 4487576"/>
              <a:gd name="connsiteX2" fmla="*/ 4035728 w 4035728"/>
              <a:gd name="connsiteY2" fmla="*/ 4487576 h 4487576"/>
            </a:gdLst>
            <a:ahLst/>
            <a:cxnLst>
              <a:cxn ang="0">
                <a:pos x="connsiteX0" y="connsiteY0"/>
              </a:cxn>
              <a:cxn ang="0">
                <a:pos x="connsiteX1" y="connsiteY1"/>
              </a:cxn>
              <a:cxn ang="0">
                <a:pos x="connsiteX2" y="connsiteY2"/>
              </a:cxn>
            </a:cxnLst>
            <a:rect l="l" t="t" r="r" b="b"/>
            <a:pathLst>
              <a:path w="4035728" h="4487576">
                <a:moveTo>
                  <a:pt x="0" y="0"/>
                </a:moveTo>
                <a:lnTo>
                  <a:pt x="4035728" y="0"/>
                </a:lnTo>
                <a:lnTo>
                  <a:pt x="4035728" y="4487576"/>
                </a:lnTo>
                <a:close/>
              </a:path>
            </a:pathLst>
          </a:custGeom>
          <a:solidFill>
            <a:schemeClr val="tx2">
              <a:alpha val="90000"/>
            </a:schemeClr>
          </a:solidFill>
        </p:spPr>
        <p:txBody>
          <a:bodyPr wrap="square">
            <a:noAutofit/>
          </a:bodyPr>
          <a:lstStyle>
            <a:lvl1pPr>
              <a:defRPr sz="100"/>
            </a:lvl1pPr>
          </a:lstStyle>
          <a:p>
            <a:pPr lvl="0"/>
            <a:r>
              <a:rPr lang="en-US"/>
              <a:t>Click to edit Master text styles</a:t>
            </a:r>
          </a:p>
        </p:txBody>
      </p:sp>
      <p:sp>
        <p:nvSpPr>
          <p:cNvPr id="12" name="Text Placeholder">
            <a:extLst>
              <a:ext uri="{FF2B5EF4-FFF2-40B4-BE49-F238E27FC236}">
                <a16:creationId xmlns:a16="http://schemas.microsoft.com/office/drawing/2014/main" id="{60F8076B-90E1-1F4E-9CA3-F8026D6A0AC8}"/>
              </a:ext>
            </a:extLst>
          </p:cNvPr>
          <p:cNvSpPr>
            <a:spLocks noGrp="1"/>
          </p:cNvSpPr>
          <p:nvPr>
            <p:ph type="body" sz="quarter" idx="21" hasCustomPrompt="1"/>
          </p:nvPr>
        </p:nvSpPr>
        <p:spPr>
          <a:xfrm>
            <a:off x="568035" y="3076025"/>
            <a:ext cx="5999019" cy="2693194"/>
          </a:xfrm>
        </p:spPr>
        <p:txBody>
          <a:bodyPr anchor="ctr" anchorCtr="0"/>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lvl3pPr>
          </a:lstStyle>
          <a:p>
            <a:pPr lvl="0"/>
            <a:r>
              <a:rPr lang="en-US"/>
              <a:t>Presentation title goes here</a:t>
            </a:r>
          </a:p>
          <a:p>
            <a:pPr lvl="1"/>
            <a:r>
              <a:rPr lang="en-US"/>
              <a:t>Presenter name or subheading goes here</a:t>
            </a:r>
          </a:p>
          <a:p>
            <a:pPr lvl="2"/>
            <a:r>
              <a:rPr lang="en-US"/>
              <a:t>Date 00, 0000</a:t>
            </a:r>
          </a:p>
        </p:txBody>
      </p:sp>
      <p:grpSp>
        <p:nvGrpSpPr>
          <p:cNvPr id="17" name="Logo">
            <a:extLst>
              <a:ext uri="{FF2B5EF4-FFF2-40B4-BE49-F238E27FC236}">
                <a16:creationId xmlns:a16="http://schemas.microsoft.com/office/drawing/2014/main" id="{D2291529-F690-234D-BA82-8A7B20E49D65}"/>
              </a:ext>
            </a:extLst>
          </p:cNvPr>
          <p:cNvGrpSpPr/>
          <p:nvPr/>
        </p:nvGrpSpPr>
        <p:grpSpPr>
          <a:xfrm>
            <a:off x="571500" y="752764"/>
            <a:ext cx="1629859" cy="449768"/>
            <a:chOff x="574730" y="1096728"/>
            <a:chExt cx="1629859" cy="449768"/>
          </a:xfrm>
        </p:grpSpPr>
        <p:sp>
          <p:nvSpPr>
            <p:cNvPr id="18" name="Freeform 17">
              <a:extLst>
                <a:ext uri="{FF2B5EF4-FFF2-40B4-BE49-F238E27FC236}">
                  <a16:creationId xmlns:a16="http://schemas.microsoft.com/office/drawing/2014/main" id="{E679098F-9AEC-0E45-8B10-807CCF3C32AA}"/>
                </a:ext>
              </a:extLst>
            </p:cNvPr>
            <p:cNvSpPr/>
            <p:nvPr/>
          </p:nvSpPr>
          <p:spPr>
            <a:xfrm>
              <a:off x="2104237" y="1432745"/>
              <a:ext cx="100352" cy="99908"/>
            </a:xfrm>
            <a:custGeom>
              <a:avLst/>
              <a:gdLst>
                <a:gd name="connsiteX0" fmla="*/ 191522 w 211559"/>
                <a:gd name="connsiteY0" fmla="*/ 106207 h 210624"/>
                <a:gd name="connsiteX1" fmla="*/ 105797 w 211559"/>
                <a:gd name="connsiteY1" fmla="*/ 19059 h 210624"/>
                <a:gd name="connsiteX2" fmla="*/ 20024 w 211559"/>
                <a:gd name="connsiteY2" fmla="*/ 101631 h 210624"/>
                <a:gd name="connsiteX3" fmla="*/ 20072 w 211559"/>
                <a:gd name="connsiteY3" fmla="*/ 106207 h 210624"/>
                <a:gd name="connsiteX4" fmla="*/ 105797 w 211559"/>
                <a:gd name="connsiteY4" fmla="*/ 193346 h 210624"/>
                <a:gd name="connsiteX5" fmla="*/ 191582 w 211559"/>
                <a:gd name="connsiteY5" fmla="*/ 111908 h 210624"/>
                <a:gd name="connsiteX6" fmla="*/ 191522 w 211559"/>
                <a:gd name="connsiteY6" fmla="*/ 106207 h 210624"/>
                <a:gd name="connsiteX7" fmla="*/ 83890 w 211559"/>
                <a:gd name="connsiteY7" fmla="*/ 110739 h 210624"/>
                <a:gd name="connsiteX8" fmla="*/ 83890 w 211559"/>
                <a:gd name="connsiteY8" fmla="*/ 169527 h 210624"/>
                <a:gd name="connsiteX9" fmla="*/ 66126 w 211559"/>
                <a:gd name="connsiteY9" fmla="*/ 169527 h 210624"/>
                <a:gd name="connsiteX10" fmla="*/ 66126 w 211559"/>
                <a:gd name="connsiteY10" fmla="*/ 42536 h 210624"/>
                <a:gd name="connsiteX11" fmla="*/ 106978 w 211559"/>
                <a:gd name="connsiteY11" fmla="*/ 42536 h 210624"/>
                <a:gd name="connsiteX12" fmla="*/ 149117 w 211559"/>
                <a:gd name="connsiteY12" fmla="*/ 76064 h 210624"/>
                <a:gd name="connsiteX13" fmla="*/ 128543 w 211559"/>
                <a:gd name="connsiteY13" fmla="*/ 103884 h 210624"/>
                <a:gd name="connsiteX14" fmla="*/ 128543 w 211559"/>
                <a:gd name="connsiteY14" fmla="*/ 103960 h 210624"/>
                <a:gd name="connsiteX15" fmla="*/ 145898 w 211559"/>
                <a:gd name="connsiteY15" fmla="*/ 132529 h 210624"/>
                <a:gd name="connsiteX16" fmla="*/ 154108 w 211559"/>
                <a:gd name="connsiteY16" fmla="*/ 167925 h 210624"/>
                <a:gd name="connsiteX17" fmla="*/ 132201 w 211559"/>
                <a:gd name="connsiteY17" fmla="*/ 167925 h 210624"/>
                <a:gd name="connsiteX18" fmla="*/ 123990 w 211559"/>
                <a:gd name="connsiteY18" fmla="*/ 125256 h 210624"/>
                <a:gd name="connsiteX19" fmla="*/ 103035 w 211559"/>
                <a:gd name="connsiteY19" fmla="*/ 110730 h 210624"/>
                <a:gd name="connsiteX20" fmla="*/ 83880 w 211559"/>
                <a:gd name="connsiteY20" fmla="*/ 110730 h 210624"/>
                <a:gd name="connsiteX21" fmla="*/ 106693 w 211559"/>
                <a:gd name="connsiteY21" fmla="*/ 94402 h 210624"/>
                <a:gd name="connsiteX22" fmla="*/ 130210 w 211559"/>
                <a:gd name="connsiteY22" fmla="*/ 76329 h 210624"/>
                <a:gd name="connsiteX23" fmla="*/ 106693 w 211559"/>
                <a:gd name="connsiteY23" fmla="*/ 58096 h 210624"/>
                <a:gd name="connsiteX24" fmla="*/ 83890 w 211559"/>
                <a:gd name="connsiteY24" fmla="*/ 58096 h 210624"/>
                <a:gd name="connsiteX25" fmla="*/ 83890 w 211559"/>
                <a:gd name="connsiteY25" fmla="*/ 93899 h 210624"/>
                <a:gd name="connsiteX26" fmla="*/ 106693 w 211559"/>
                <a:gd name="connsiteY26" fmla="*/ 94402 h 210624"/>
                <a:gd name="connsiteX27" fmla="*/ 13 w 211559"/>
                <a:gd name="connsiteY27" fmla="*/ 106207 h 210624"/>
                <a:gd name="connsiteX28" fmla="*/ 104870 w 211559"/>
                <a:gd name="connsiteY28" fmla="*/ 4 h 210624"/>
                <a:gd name="connsiteX29" fmla="*/ 211555 w 211559"/>
                <a:gd name="connsiteY29" fmla="*/ 104386 h 210624"/>
                <a:gd name="connsiteX30" fmla="*/ 106699 w 211559"/>
                <a:gd name="connsiteY30" fmla="*/ 210589 h 210624"/>
                <a:gd name="connsiteX31" fmla="*/ 105788 w 211559"/>
                <a:gd name="connsiteY31" fmla="*/ 210593 h 210624"/>
                <a:gd name="connsiteX32" fmla="*/ 31 w 211559"/>
                <a:gd name="connsiteY32" fmla="*/ 110347 h 210624"/>
                <a:gd name="connsiteX33" fmla="*/ 13 w 211559"/>
                <a:gd name="connsiteY33" fmla="*/ 106207 h 21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1559" h="210624">
                  <a:moveTo>
                    <a:pt x="191522" y="106207"/>
                  </a:moveTo>
                  <a:cubicBezTo>
                    <a:pt x="191522" y="55375"/>
                    <a:pt x="155956" y="19059"/>
                    <a:pt x="105797" y="19059"/>
                  </a:cubicBezTo>
                  <a:cubicBezTo>
                    <a:pt x="59206" y="18282"/>
                    <a:pt x="20804" y="55251"/>
                    <a:pt x="20024" y="101631"/>
                  </a:cubicBezTo>
                  <a:cubicBezTo>
                    <a:pt x="19999" y="103157"/>
                    <a:pt x="20015" y="104683"/>
                    <a:pt x="20072" y="106207"/>
                  </a:cubicBezTo>
                  <a:cubicBezTo>
                    <a:pt x="20072" y="157039"/>
                    <a:pt x="55639" y="193346"/>
                    <a:pt x="105797" y="193346"/>
                  </a:cubicBezTo>
                  <a:cubicBezTo>
                    <a:pt x="152077" y="194439"/>
                    <a:pt x="190484" y="157978"/>
                    <a:pt x="191582" y="111908"/>
                  </a:cubicBezTo>
                  <a:cubicBezTo>
                    <a:pt x="191628" y="110007"/>
                    <a:pt x="191608" y="108106"/>
                    <a:pt x="191522" y="106207"/>
                  </a:cubicBezTo>
                  <a:close/>
                  <a:moveTo>
                    <a:pt x="83890" y="110739"/>
                  </a:moveTo>
                  <a:lnTo>
                    <a:pt x="83890" y="169527"/>
                  </a:lnTo>
                  <a:lnTo>
                    <a:pt x="66126" y="169527"/>
                  </a:lnTo>
                  <a:lnTo>
                    <a:pt x="66126" y="42536"/>
                  </a:lnTo>
                  <a:lnTo>
                    <a:pt x="106978" y="42536"/>
                  </a:lnTo>
                  <a:cubicBezTo>
                    <a:pt x="134334" y="42536"/>
                    <a:pt x="149117" y="53374"/>
                    <a:pt x="149117" y="76064"/>
                  </a:cubicBezTo>
                  <a:cubicBezTo>
                    <a:pt x="149840" y="89046"/>
                    <a:pt x="141211" y="100714"/>
                    <a:pt x="128543" y="103884"/>
                  </a:cubicBezTo>
                  <a:lnTo>
                    <a:pt x="128543" y="103960"/>
                  </a:lnTo>
                  <a:cubicBezTo>
                    <a:pt x="139487" y="105771"/>
                    <a:pt x="143164" y="115281"/>
                    <a:pt x="145898" y="132529"/>
                  </a:cubicBezTo>
                  <a:cubicBezTo>
                    <a:pt x="147727" y="143423"/>
                    <a:pt x="149546" y="163392"/>
                    <a:pt x="154108" y="167925"/>
                  </a:cubicBezTo>
                  <a:lnTo>
                    <a:pt x="132201" y="167925"/>
                  </a:lnTo>
                  <a:cubicBezTo>
                    <a:pt x="126733" y="156129"/>
                    <a:pt x="127638" y="139792"/>
                    <a:pt x="123990" y="125256"/>
                  </a:cubicBezTo>
                  <a:cubicBezTo>
                    <a:pt x="122034" y="115613"/>
                    <a:pt x="112799" y="109211"/>
                    <a:pt x="103035" y="110730"/>
                  </a:cubicBezTo>
                  <a:lnTo>
                    <a:pt x="83880" y="110730"/>
                  </a:lnTo>
                  <a:close/>
                  <a:moveTo>
                    <a:pt x="106693" y="94402"/>
                  </a:moveTo>
                  <a:cubicBezTo>
                    <a:pt x="124924" y="94402"/>
                    <a:pt x="130210" y="85404"/>
                    <a:pt x="130210" y="76329"/>
                  </a:cubicBezTo>
                  <a:cubicBezTo>
                    <a:pt x="130210" y="66345"/>
                    <a:pt x="124009" y="58096"/>
                    <a:pt x="106693" y="58096"/>
                  </a:cubicBezTo>
                  <a:lnTo>
                    <a:pt x="83890" y="58096"/>
                  </a:lnTo>
                  <a:lnTo>
                    <a:pt x="83890" y="93899"/>
                  </a:lnTo>
                  <a:lnTo>
                    <a:pt x="106693" y="94402"/>
                  </a:lnTo>
                  <a:close/>
                  <a:moveTo>
                    <a:pt x="13" y="106207"/>
                  </a:moveTo>
                  <a:cubicBezTo>
                    <a:pt x="-492" y="48055"/>
                    <a:pt x="46454" y="507"/>
                    <a:pt x="104870" y="4"/>
                  </a:cubicBezTo>
                  <a:cubicBezTo>
                    <a:pt x="163285" y="-499"/>
                    <a:pt x="211050" y="46235"/>
                    <a:pt x="211555" y="104386"/>
                  </a:cubicBezTo>
                  <a:cubicBezTo>
                    <a:pt x="212060" y="162538"/>
                    <a:pt x="165114" y="210087"/>
                    <a:pt x="106699" y="210589"/>
                  </a:cubicBezTo>
                  <a:cubicBezTo>
                    <a:pt x="106395" y="210592"/>
                    <a:pt x="106092" y="210593"/>
                    <a:pt x="105788" y="210593"/>
                  </a:cubicBezTo>
                  <a:cubicBezTo>
                    <a:pt x="48776" y="211983"/>
                    <a:pt x="1427" y="167101"/>
                    <a:pt x="31" y="110347"/>
                  </a:cubicBezTo>
                  <a:cubicBezTo>
                    <a:pt x="-3" y="108967"/>
                    <a:pt x="-9" y="107587"/>
                    <a:pt x="13" y="106207"/>
                  </a:cubicBezTo>
                  <a:close/>
                </a:path>
              </a:pathLst>
            </a:custGeom>
            <a:solidFill>
              <a:srgbClr val="FF6600"/>
            </a:solidFill>
            <a:ln w="952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EA46DC85-A9C9-CA45-9D4D-7FFF987B9213}"/>
                </a:ext>
              </a:extLst>
            </p:cNvPr>
            <p:cNvSpPr/>
            <p:nvPr/>
          </p:nvSpPr>
          <p:spPr>
            <a:xfrm>
              <a:off x="1677158" y="1254147"/>
              <a:ext cx="378185" cy="278856"/>
            </a:xfrm>
            <a:custGeom>
              <a:avLst/>
              <a:gdLst>
                <a:gd name="connsiteX0" fmla="*/ 520732 w 797280"/>
                <a:gd name="connsiteY0" fmla="*/ 587764 h 587877"/>
                <a:gd name="connsiteX1" fmla="*/ 388658 w 797280"/>
                <a:gd name="connsiteY1" fmla="*/ 439989 h 587877"/>
                <a:gd name="connsiteX2" fmla="*/ 262376 w 797280"/>
                <a:gd name="connsiteY2" fmla="*/ 587849 h 587877"/>
                <a:gd name="connsiteX3" fmla="*/ 0 w 797280"/>
                <a:gd name="connsiteY3" fmla="*/ 587878 h 587877"/>
                <a:gd name="connsiteX4" fmla="*/ 257080 w 797280"/>
                <a:gd name="connsiteY4" fmla="*/ 291929 h 587877"/>
                <a:gd name="connsiteX5" fmla="*/ 0 w 797280"/>
                <a:gd name="connsiteY5" fmla="*/ 0 h 587877"/>
                <a:gd name="connsiteX6" fmla="*/ 276225 w 797280"/>
                <a:gd name="connsiteY6" fmla="*/ 0 h 587877"/>
                <a:gd name="connsiteX7" fmla="*/ 400098 w 797280"/>
                <a:gd name="connsiteY7" fmla="*/ 141963 h 587877"/>
                <a:gd name="connsiteX8" fmla="*/ 523875 w 797280"/>
                <a:gd name="connsiteY8" fmla="*/ 0 h 587877"/>
                <a:gd name="connsiteX9" fmla="*/ 781050 w 797280"/>
                <a:gd name="connsiteY9" fmla="*/ 0 h 587877"/>
                <a:gd name="connsiteX10" fmla="*/ 529771 w 797280"/>
                <a:gd name="connsiteY10" fmla="*/ 290032 h 587877"/>
                <a:gd name="connsiteX11" fmla="*/ 797280 w 797280"/>
                <a:gd name="connsiteY11" fmla="*/ 587764 h 587877"/>
                <a:gd name="connsiteX12" fmla="*/ 520732 w 797280"/>
                <a:gd name="connsiteY12" fmla="*/ 587764 h 587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7280" h="587877">
                  <a:moveTo>
                    <a:pt x="520732" y="587764"/>
                  </a:moveTo>
                  <a:lnTo>
                    <a:pt x="388658" y="439989"/>
                  </a:lnTo>
                  <a:lnTo>
                    <a:pt x="262376" y="587849"/>
                  </a:lnTo>
                  <a:lnTo>
                    <a:pt x="0" y="587878"/>
                  </a:lnTo>
                  <a:lnTo>
                    <a:pt x="257080" y="291929"/>
                  </a:lnTo>
                  <a:lnTo>
                    <a:pt x="0" y="0"/>
                  </a:lnTo>
                  <a:lnTo>
                    <a:pt x="276225" y="0"/>
                  </a:lnTo>
                  <a:lnTo>
                    <a:pt x="400098" y="141963"/>
                  </a:lnTo>
                  <a:lnTo>
                    <a:pt x="523875" y="0"/>
                  </a:lnTo>
                  <a:lnTo>
                    <a:pt x="781050" y="0"/>
                  </a:lnTo>
                  <a:lnTo>
                    <a:pt x="529771" y="290032"/>
                  </a:lnTo>
                  <a:lnTo>
                    <a:pt x="797280" y="587764"/>
                  </a:lnTo>
                  <a:lnTo>
                    <a:pt x="520732" y="587764"/>
                  </a:lnTo>
                  <a:close/>
                </a:path>
              </a:pathLst>
            </a:custGeom>
            <a:solidFill>
              <a:srgbClr val="FF6600"/>
            </a:solidFill>
            <a:ln w="952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95C874DC-96BF-0F45-8C4B-F78EBA746AD6}"/>
                </a:ext>
              </a:extLst>
            </p:cNvPr>
            <p:cNvSpPr/>
            <p:nvPr/>
          </p:nvSpPr>
          <p:spPr>
            <a:xfrm>
              <a:off x="1433179" y="1096728"/>
              <a:ext cx="243979" cy="436275"/>
            </a:xfrm>
            <a:custGeom>
              <a:avLst/>
              <a:gdLst>
                <a:gd name="connsiteX0" fmla="*/ 0 w 514350"/>
                <a:gd name="connsiteY0" fmla="*/ 919744 h 919744"/>
                <a:gd name="connsiteX1" fmla="*/ 0 w 514350"/>
                <a:gd name="connsiteY1" fmla="*/ 0 h 919744"/>
                <a:gd name="connsiteX2" fmla="*/ 514350 w 514350"/>
                <a:gd name="connsiteY2" fmla="*/ 0 h 919744"/>
                <a:gd name="connsiteX3" fmla="*/ 514350 w 514350"/>
                <a:gd name="connsiteY3" fmla="*/ 208602 h 919744"/>
                <a:gd name="connsiteX4" fmla="*/ 219075 w 514350"/>
                <a:gd name="connsiteY4" fmla="*/ 208602 h 919744"/>
                <a:gd name="connsiteX5" fmla="*/ 219075 w 514350"/>
                <a:gd name="connsiteY5" fmla="*/ 331867 h 919744"/>
                <a:gd name="connsiteX6" fmla="*/ 514350 w 514350"/>
                <a:gd name="connsiteY6" fmla="*/ 331867 h 919744"/>
                <a:gd name="connsiteX7" fmla="*/ 514350 w 514350"/>
                <a:gd name="connsiteY7" fmla="*/ 530986 h 919744"/>
                <a:gd name="connsiteX8" fmla="*/ 219075 w 514350"/>
                <a:gd name="connsiteY8" fmla="*/ 530986 h 919744"/>
                <a:gd name="connsiteX9" fmla="*/ 219075 w 514350"/>
                <a:gd name="connsiteY9" fmla="*/ 711142 h 919744"/>
                <a:gd name="connsiteX10" fmla="*/ 514350 w 514350"/>
                <a:gd name="connsiteY10" fmla="*/ 711142 h 919744"/>
                <a:gd name="connsiteX11" fmla="*/ 514350 w 514350"/>
                <a:gd name="connsiteY11" fmla="*/ 919744 h 919744"/>
                <a:gd name="connsiteX12" fmla="*/ 0 w 514350"/>
                <a:gd name="connsiteY12" fmla="*/ 919744 h 919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4350" h="919744">
                  <a:moveTo>
                    <a:pt x="0" y="919744"/>
                  </a:moveTo>
                  <a:lnTo>
                    <a:pt x="0" y="0"/>
                  </a:lnTo>
                  <a:lnTo>
                    <a:pt x="514350" y="0"/>
                  </a:lnTo>
                  <a:lnTo>
                    <a:pt x="514350" y="208602"/>
                  </a:lnTo>
                  <a:lnTo>
                    <a:pt x="219075" y="208602"/>
                  </a:lnTo>
                  <a:lnTo>
                    <a:pt x="219075" y="331867"/>
                  </a:lnTo>
                  <a:lnTo>
                    <a:pt x="514350" y="331867"/>
                  </a:lnTo>
                  <a:lnTo>
                    <a:pt x="514350" y="530986"/>
                  </a:lnTo>
                  <a:lnTo>
                    <a:pt x="219075" y="530986"/>
                  </a:lnTo>
                  <a:lnTo>
                    <a:pt x="219075" y="711142"/>
                  </a:lnTo>
                  <a:lnTo>
                    <a:pt x="514350" y="711142"/>
                  </a:lnTo>
                  <a:lnTo>
                    <a:pt x="514350" y="919744"/>
                  </a:lnTo>
                  <a:lnTo>
                    <a:pt x="0" y="919744"/>
                  </a:lnTo>
                  <a:close/>
                </a:path>
              </a:pathLst>
            </a:custGeom>
            <a:solidFill>
              <a:srgbClr val="FF6600"/>
            </a:solidFill>
            <a:ln w="952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985C199F-6DFF-124B-A145-EEB3DA7465D9}"/>
                </a:ext>
              </a:extLst>
            </p:cNvPr>
            <p:cNvSpPr/>
            <p:nvPr/>
          </p:nvSpPr>
          <p:spPr>
            <a:xfrm>
              <a:off x="574730" y="1096728"/>
              <a:ext cx="858444" cy="449768"/>
            </a:xfrm>
            <a:custGeom>
              <a:avLst/>
              <a:gdLst>
                <a:gd name="connsiteX0" fmla="*/ 1600200 w 1809750"/>
                <a:gd name="connsiteY0" fmla="*/ 0 h 948189"/>
                <a:gd name="connsiteX1" fmla="*/ 1600200 w 1809750"/>
                <a:gd name="connsiteY1" fmla="*/ 379276 h 948189"/>
                <a:gd name="connsiteX2" fmla="*/ 1592447 w 1809750"/>
                <a:gd name="connsiteY2" fmla="*/ 373217 h 948189"/>
                <a:gd name="connsiteX3" fmla="*/ 1409700 w 1809750"/>
                <a:gd name="connsiteY3" fmla="*/ 303421 h 948189"/>
                <a:gd name="connsiteX4" fmla="*/ 1130027 w 1809750"/>
                <a:gd name="connsiteY4" fmla="*/ 522235 h 948189"/>
                <a:gd name="connsiteX5" fmla="*/ 809625 w 1809750"/>
                <a:gd name="connsiteY5" fmla="*/ 303421 h 948189"/>
                <a:gd name="connsiteX6" fmla="*/ 514350 w 1809750"/>
                <a:gd name="connsiteY6" fmla="*/ 455131 h 948189"/>
                <a:gd name="connsiteX7" fmla="*/ 514350 w 1809750"/>
                <a:gd name="connsiteY7" fmla="*/ 331867 h 948189"/>
                <a:gd name="connsiteX8" fmla="*/ 247650 w 1809750"/>
                <a:gd name="connsiteY8" fmla="*/ 331867 h 948189"/>
                <a:gd name="connsiteX9" fmla="*/ 247650 w 1809750"/>
                <a:gd name="connsiteY9" fmla="*/ 208602 h 948189"/>
                <a:gd name="connsiteX10" fmla="*/ 542925 w 1809750"/>
                <a:gd name="connsiteY10" fmla="*/ 208602 h 948189"/>
                <a:gd name="connsiteX11" fmla="*/ 542925 w 1809750"/>
                <a:gd name="connsiteY11" fmla="*/ 0 h 948189"/>
                <a:gd name="connsiteX12" fmla="*/ 0 w 1809750"/>
                <a:gd name="connsiteY12" fmla="*/ 0 h 948189"/>
                <a:gd name="connsiteX13" fmla="*/ 0 w 1809750"/>
                <a:gd name="connsiteY13" fmla="*/ 919744 h 948189"/>
                <a:gd name="connsiteX14" fmla="*/ 247650 w 1809750"/>
                <a:gd name="connsiteY14" fmla="*/ 919744 h 948189"/>
                <a:gd name="connsiteX15" fmla="*/ 247650 w 1809750"/>
                <a:gd name="connsiteY15" fmla="*/ 530986 h 948189"/>
                <a:gd name="connsiteX16" fmla="*/ 491214 w 1809750"/>
                <a:gd name="connsiteY16" fmla="*/ 528881 h 948189"/>
                <a:gd name="connsiteX17" fmla="*/ 479784 w 1809750"/>
                <a:gd name="connsiteY17" fmla="*/ 619045 h 948189"/>
                <a:gd name="connsiteX18" fmla="*/ 812540 w 1809750"/>
                <a:gd name="connsiteY18" fmla="*/ 946502 h 948189"/>
                <a:gd name="connsiteX19" fmla="*/ 1124007 w 1809750"/>
                <a:gd name="connsiteY19" fmla="*/ 739588 h 948189"/>
                <a:gd name="connsiteX20" fmla="*/ 914400 w 1809750"/>
                <a:gd name="connsiteY20" fmla="*/ 739588 h 948189"/>
                <a:gd name="connsiteX21" fmla="*/ 813435 w 1809750"/>
                <a:gd name="connsiteY21" fmla="*/ 788942 h 948189"/>
                <a:gd name="connsiteX22" fmla="*/ 688534 w 1809750"/>
                <a:gd name="connsiteY22" fmla="*/ 661761 h 948189"/>
                <a:gd name="connsiteX23" fmla="*/ 1117587 w 1809750"/>
                <a:gd name="connsiteY23" fmla="*/ 661761 h 948189"/>
                <a:gd name="connsiteX24" fmla="*/ 1417892 w 1809750"/>
                <a:gd name="connsiteY24" fmla="*/ 948190 h 948189"/>
                <a:gd name="connsiteX25" fmla="*/ 1600200 w 1809750"/>
                <a:gd name="connsiteY25" fmla="*/ 850934 h 948189"/>
                <a:gd name="connsiteX26" fmla="*/ 1600200 w 1809750"/>
                <a:gd name="connsiteY26" fmla="*/ 919744 h 948189"/>
                <a:gd name="connsiteX27" fmla="*/ 1809750 w 1809750"/>
                <a:gd name="connsiteY27" fmla="*/ 919744 h 948189"/>
                <a:gd name="connsiteX28" fmla="*/ 1809750 w 1809750"/>
                <a:gd name="connsiteY28" fmla="*/ 0 h 948189"/>
                <a:gd name="connsiteX29" fmla="*/ 698116 w 1809750"/>
                <a:gd name="connsiteY29" fmla="*/ 531726 h 948189"/>
                <a:gd name="connsiteX30" fmla="*/ 813483 w 1809750"/>
                <a:gd name="connsiteY30" fmla="*/ 435864 h 948189"/>
                <a:gd name="connsiteX31" fmla="*/ 929811 w 1809750"/>
                <a:gd name="connsiteY31" fmla="*/ 531726 h 948189"/>
                <a:gd name="connsiteX32" fmla="*/ 1463745 w 1809750"/>
                <a:gd name="connsiteY32" fmla="*/ 774709 h 948189"/>
                <a:gd name="connsiteX33" fmla="*/ 1335024 w 1809750"/>
                <a:gd name="connsiteY33" fmla="*/ 623795 h 948189"/>
                <a:gd name="connsiteX34" fmla="*/ 1463745 w 1809750"/>
                <a:gd name="connsiteY34" fmla="*/ 462442 h 948189"/>
                <a:gd name="connsiteX35" fmla="*/ 1588646 w 1809750"/>
                <a:gd name="connsiteY35" fmla="*/ 623795 h 948189"/>
                <a:gd name="connsiteX36" fmla="*/ 1463745 w 1809750"/>
                <a:gd name="connsiteY36" fmla="*/ 774709 h 948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09750" h="948189">
                  <a:moveTo>
                    <a:pt x="1600200" y="0"/>
                  </a:moveTo>
                  <a:lnTo>
                    <a:pt x="1600200" y="379276"/>
                  </a:lnTo>
                  <a:lnTo>
                    <a:pt x="1592447" y="373217"/>
                  </a:lnTo>
                  <a:cubicBezTo>
                    <a:pt x="1544774" y="319170"/>
                    <a:pt x="1479299" y="303421"/>
                    <a:pt x="1409700" y="303421"/>
                  </a:cubicBezTo>
                  <a:cubicBezTo>
                    <a:pt x="1267635" y="303421"/>
                    <a:pt x="1167213" y="395054"/>
                    <a:pt x="1130027" y="522235"/>
                  </a:cubicBezTo>
                  <a:cubicBezTo>
                    <a:pt x="1087126" y="382708"/>
                    <a:pt x="972674" y="303421"/>
                    <a:pt x="809625" y="303421"/>
                  </a:cubicBezTo>
                  <a:cubicBezTo>
                    <a:pt x="677094" y="303421"/>
                    <a:pt x="568700" y="358312"/>
                    <a:pt x="514350" y="455131"/>
                  </a:cubicBezTo>
                  <a:lnTo>
                    <a:pt x="514350" y="331867"/>
                  </a:lnTo>
                  <a:lnTo>
                    <a:pt x="247650" y="331867"/>
                  </a:lnTo>
                  <a:lnTo>
                    <a:pt x="247650" y="208602"/>
                  </a:lnTo>
                  <a:lnTo>
                    <a:pt x="542925" y="208602"/>
                  </a:lnTo>
                  <a:lnTo>
                    <a:pt x="542925" y="0"/>
                  </a:lnTo>
                  <a:lnTo>
                    <a:pt x="0" y="0"/>
                  </a:lnTo>
                  <a:lnTo>
                    <a:pt x="0" y="919744"/>
                  </a:lnTo>
                  <a:lnTo>
                    <a:pt x="247650" y="919744"/>
                  </a:lnTo>
                  <a:lnTo>
                    <a:pt x="247650" y="530986"/>
                  </a:lnTo>
                  <a:lnTo>
                    <a:pt x="491214" y="528881"/>
                  </a:lnTo>
                  <a:cubicBezTo>
                    <a:pt x="483487" y="558314"/>
                    <a:pt x="479644" y="588624"/>
                    <a:pt x="479784" y="619045"/>
                  </a:cubicBezTo>
                  <a:cubicBezTo>
                    <a:pt x="479784" y="809821"/>
                    <a:pt x="625669" y="946502"/>
                    <a:pt x="812540" y="946502"/>
                  </a:cubicBezTo>
                  <a:cubicBezTo>
                    <a:pt x="969864" y="946502"/>
                    <a:pt x="1068667" y="873416"/>
                    <a:pt x="1124007" y="739588"/>
                  </a:cubicBezTo>
                  <a:lnTo>
                    <a:pt x="914400" y="739588"/>
                  </a:lnTo>
                  <a:cubicBezTo>
                    <a:pt x="885825" y="779412"/>
                    <a:pt x="869728" y="788942"/>
                    <a:pt x="813435" y="788942"/>
                  </a:cubicBezTo>
                  <a:cubicBezTo>
                    <a:pt x="747646" y="788942"/>
                    <a:pt x="688534" y="730097"/>
                    <a:pt x="688534" y="661761"/>
                  </a:cubicBezTo>
                  <a:lnTo>
                    <a:pt x="1117587" y="661761"/>
                  </a:lnTo>
                  <a:cubicBezTo>
                    <a:pt x="1135685" y="813623"/>
                    <a:pt x="1254843" y="948190"/>
                    <a:pt x="1417892" y="948190"/>
                  </a:cubicBezTo>
                  <a:cubicBezTo>
                    <a:pt x="1490728" y="946433"/>
                    <a:pt x="1558395" y="910335"/>
                    <a:pt x="1600200" y="850934"/>
                  </a:cubicBezTo>
                  <a:lnTo>
                    <a:pt x="1600200" y="919744"/>
                  </a:lnTo>
                  <a:lnTo>
                    <a:pt x="1809750" y="919744"/>
                  </a:lnTo>
                  <a:lnTo>
                    <a:pt x="1809750" y="0"/>
                  </a:lnTo>
                  <a:close/>
                  <a:moveTo>
                    <a:pt x="698116" y="531726"/>
                  </a:moveTo>
                  <a:cubicBezTo>
                    <a:pt x="711451" y="473830"/>
                    <a:pt x="757228" y="435864"/>
                    <a:pt x="813483" y="435864"/>
                  </a:cubicBezTo>
                  <a:cubicBezTo>
                    <a:pt x="875462" y="435864"/>
                    <a:pt x="918362" y="472843"/>
                    <a:pt x="929811" y="531726"/>
                  </a:cubicBezTo>
                  <a:close/>
                  <a:moveTo>
                    <a:pt x="1463745" y="774709"/>
                  </a:moveTo>
                  <a:cubicBezTo>
                    <a:pt x="1384602" y="774709"/>
                    <a:pt x="1335024" y="700675"/>
                    <a:pt x="1335024" y="623795"/>
                  </a:cubicBezTo>
                  <a:cubicBezTo>
                    <a:pt x="1335024" y="541217"/>
                    <a:pt x="1377887" y="462442"/>
                    <a:pt x="1463745" y="462442"/>
                  </a:cubicBezTo>
                  <a:cubicBezTo>
                    <a:pt x="1552413" y="462442"/>
                    <a:pt x="1588646" y="541217"/>
                    <a:pt x="1588646" y="623795"/>
                  </a:cubicBezTo>
                  <a:cubicBezTo>
                    <a:pt x="1588646" y="702571"/>
                    <a:pt x="1550508" y="774709"/>
                    <a:pt x="1463745" y="774709"/>
                  </a:cubicBezTo>
                  <a:close/>
                </a:path>
              </a:pathLst>
            </a:custGeom>
            <a:solidFill>
              <a:srgbClr val="4D148C"/>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28399730"/>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Title Slide">
    <p:spTree>
      <p:nvGrpSpPr>
        <p:cNvPr id="1" name=""/>
        <p:cNvGrpSpPr/>
        <p:nvPr/>
      </p:nvGrpSpPr>
      <p:grpSpPr>
        <a:xfrm>
          <a:off x="0" y="0"/>
          <a:ext cx="0" cy="0"/>
          <a:chOff x="0" y="0"/>
          <a:chExt cx="0" cy="0"/>
        </a:xfrm>
      </p:grpSpPr>
      <p:sp>
        <p:nvSpPr>
          <p:cNvPr id="14" name="Supporting Image">
            <a:extLst>
              <a:ext uri="{FF2B5EF4-FFF2-40B4-BE49-F238E27FC236}">
                <a16:creationId xmlns:a16="http://schemas.microsoft.com/office/drawing/2014/main" id="{78B5FC5B-EF0F-628C-3ECB-B58FA4AD43BC}"/>
              </a:ext>
            </a:extLst>
          </p:cNvPr>
          <p:cNvSpPr>
            <a:spLocks noGrp="1"/>
          </p:cNvSpPr>
          <p:nvPr>
            <p:ph type="pic" sz="quarter" idx="23"/>
          </p:nvPr>
        </p:nvSpPr>
        <p:spPr>
          <a:xfrm>
            <a:off x="0" y="0"/>
            <a:ext cx="12192000" cy="6858000"/>
          </a:xfrm>
          <a:solidFill>
            <a:schemeClr val="accent6"/>
          </a:solidFill>
        </p:spPr>
        <p:txBody>
          <a:bodyPr anchor="ctr" anchorCtr="0"/>
          <a:lstStyle>
            <a:lvl1pPr algn="ctr">
              <a:defRPr sz="1400"/>
            </a:lvl1pPr>
          </a:lstStyle>
          <a:p>
            <a:r>
              <a:rPr lang="en-US"/>
              <a:t>Click icon to add picture</a:t>
            </a:r>
          </a:p>
        </p:txBody>
      </p:sp>
      <p:sp>
        <p:nvSpPr>
          <p:cNvPr id="15" name="Text Placeholder">
            <a:extLst>
              <a:ext uri="{FF2B5EF4-FFF2-40B4-BE49-F238E27FC236}">
                <a16:creationId xmlns:a16="http://schemas.microsoft.com/office/drawing/2014/main" id="{1CAADBED-0DA2-4F44-8643-B450906A7572}"/>
              </a:ext>
            </a:extLst>
          </p:cNvPr>
          <p:cNvSpPr>
            <a:spLocks noGrp="1"/>
          </p:cNvSpPr>
          <p:nvPr>
            <p:ph type="body" sz="quarter" idx="21" hasCustomPrompt="1"/>
          </p:nvPr>
        </p:nvSpPr>
        <p:spPr>
          <a:xfrm>
            <a:off x="582613" y="2270238"/>
            <a:ext cx="4264660" cy="2693194"/>
          </a:xfrm>
        </p:spPr>
        <p:txBody>
          <a:bodyPr anchor="ctr" anchorCtr="0"/>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lvl3pPr>
          </a:lstStyle>
          <a:p>
            <a:pPr lvl="0"/>
            <a:r>
              <a:rPr lang="en-US"/>
              <a:t>Presentation title goes here</a:t>
            </a:r>
          </a:p>
          <a:p>
            <a:pPr lvl="1"/>
            <a:r>
              <a:rPr lang="en-US"/>
              <a:t>Presenter name or subheading goes here</a:t>
            </a:r>
          </a:p>
          <a:p>
            <a:pPr lvl="2"/>
            <a:r>
              <a:rPr lang="en-US"/>
              <a:t>Date 00, 0000</a:t>
            </a:r>
          </a:p>
        </p:txBody>
      </p:sp>
      <p:sp>
        <p:nvSpPr>
          <p:cNvPr id="17" name="Picture Placeholder 7">
            <a:extLst>
              <a:ext uri="{FF2B5EF4-FFF2-40B4-BE49-F238E27FC236}">
                <a16:creationId xmlns:a16="http://schemas.microsoft.com/office/drawing/2014/main" id="{895C0B5C-3A85-5026-B7AF-2EFA770B8651}"/>
              </a:ext>
            </a:extLst>
          </p:cNvPr>
          <p:cNvSpPr>
            <a:spLocks noGrp="1"/>
          </p:cNvSpPr>
          <p:nvPr>
            <p:ph type="pic" sz="quarter" idx="24"/>
          </p:nvPr>
        </p:nvSpPr>
        <p:spPr>
          <a:xfrm>
            <a:off x="288925" y="457200"/>
            <a:ext cx="2058988" cy="1004888"/>
          </a:xfrm>
        </p:spPr>
        <p:txBody>
          <a:bodyPr/>
          <a:lstStyle/>
          <a:p>
            <a:endParaRPr lang="en-US"/>
          </a:p>
        </p:txBody>
      </p:sp>
    </p:spTree>
    <p:extLst>
      <p:ext uri="{BB962C8B-B14F-4D97-AF65-F5344CB8AC3E}">
        <p14:creationId xmlns:p14="http://schemas.microsoft.com/office/powerpoint/2010/main" val="4482712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Title Slide">
    <p:spTree>
      <p:nvGrpSpPr>
        <p:cNvPr id="1" name=""/>
        <p:cNvGrpSpPr/>
        <p:nvPr/>
      </p:nvGrpSpPr>
      <p:grpSpPr>
        <a:xfrm>
          <a:off x="0" y="0"/>
          <a:ext cx="0" cy="0"/>
          <a:chOff x="0" y="0"/>
          <a:chExt cx="0" cy="0"/>
        </a:xfrm>
      </p:grpSpPr>
      <p:sp>
        <p:nvSpPr>
          <p:cNvPr id="14" name="Supporting Image">
            <a:extLst>
              <a:ext uri="{FF2B5EF4-FFF2-40B4-BE49-F238E27FC236}">
                <a16:creationId xmlns:a16="http://schemas.microsoft.com/office/drawing/2014/main" id="{78B5FC5B-EF0F-628C-3ECB-B58FA4AD43BC}"/>
              </a:ext>
            </a:extLst>
          </p:cNvPr>
          <p:cNvSpPr>
            <a:spLocks noGrp="1"/>
          </p:cNvSpPr>
          <p:nvPr>
            <p:ph type="pic" sz="quarter" idx="23"/>
          </p:nvPr>
        </p:nvSpPr>
        <p:spPr>
          <a:xfrm>
            <a:off x="0" y="0"/>
            <a:ext cx="12192000" cy="6858000"/>
          </a:xfrm>
          <a:solidFill>
            <a:schemeClr val="accent6"/>
          </a:solidFill>
        </p:spPr>
        <p:txBody>
          <a:bodyPr anchor="ctr" anchorCtr="0"/>
          <a:lstStyle>
            <a:lvl1pPr algn="ctr">
              <a:defRPr sz="1400"/>
            </a:lvl1pPr>
          </a:lstStyle>
          <a:p>
            <a:r>
              <a:rPr lang="en-US"/>
              <a:t>Click icon to add picture</a:t>
            </a:r>
          </a:p>
        </p:txBody>
      </p:sp>
      <p:sp>
        <p:nvSpPr>
          <p:cNvPr id="15" name="Text Placeholder">
            <a:extLst>
              <a:ext uri="{FF2B5EF4-FFF2-40B4-BE49-F238E27FC236}">
                <a16:creationId xmlns:a16="http://schemas.microsoft.com/office/drawing/2014/main" id="{1CAADBED-0DA2-4F44-8643-B450906A7572}"/>
              </a:ext>
            </a:extLst>
          </p:cNvPr>
          <p:cNvSpPr>
            <a:spLocks noGrp="1"/>
          </p:cNvSpPr>
          <p:nvPr>
            <p:ph type="body" sz="quarter" idx="21" hasCustomPrompt="1"/>
          </p:nvPr>
        </p:nvSpPr>
        <p:spPr>
          <a:xfrm>
            <a:off x="582613" y="2270238"/>
            <a:ext cx="4264660" cy="2693194"/>
          </a:xfrm>
        </p:spPr>
        <p:txBody>
          <a:bodyPr anchor="ctr" anchorCtr="0"/>
          <a:lstStyle>
            <a:lvl1pPr>
              <a:lnSpc>
                <a:spcPct val="110000"/>
              </a:lnSpc>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solidFill>
                  <a:schemeClr val="bg1"/>
                </a:solidFill>
              </a:defRPr>
            </a:lvl3pPr>
          </a:lstStyle>
          <a:p>
            <a:pPr lvl="0"/>
            <a:r>
              <a:rPr lang="en-US"/>
              <a:t>Presentation title goes here</a:t>
            </a:r>
          </a:p>
          <a:p>
            <a:pPr lvl="1"/>
            <a:r>
              <a:rPr lang="en-US"/>
              <a:t>Presenter name or subheading goes here</a:t>
            </a:r>
          </a:p>
          <a:p>
            <a:pPr lvl="2"/>
            <a:r>
              <a:rPr lang="en-US"/>
              <a:t>Date 00, 0000</a:t>
            </a:r>
          </a:p>
        </p:txBody>
      </p:sp>
      <p:sp>
        <p:nvSpPr>
          <p:cNvPr id="2" name="Logo">
            <a:extLst>
              <a:ext uri="{FF2B5EF4-FFF2-40B4-BE49-F238E27FC236}">
                <a16:creationId xmlns:a16="http://schemas.microsoft.com/office/drawing/2014/main" id="{097A9F8C-D92B-256C-660C-FCBB2E2D7798}"/>
              </a:ext>
            </a:extLst>
          </p:cNvPr>
          <p:cNvSpPr>
            <a:spLocks noGrp="1" noChangeAspect="1"/>
          </p:cNvSpPr>
          <p:nvPr>
            <p:ph type="pic" sz="quarter" idx="24" hasCustomPrompt="1"/>
          </p:nvPr>
        </p:nvSpPr>
        <p:spPr>
          <a:xfrm>
            <a:off x="289356" y="456438"/>
            <a:ext cx="2058736" cy="1005840"/>
          </a:xfrm>
          <a: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p:spPr>
        <p:txBody>
          <a:bodyPr>
            <a:normAutofit/>
          </a:bodyPr>
          <a:lstStyle>
            <a:lvl1pPr>
              <a:defRPr sz="500"/>
            </a:lvl1pPr>
          </a:lstStyle>
          <a:p>
            <a:r>
              <a:rPr lang="en-US"/>
              <a:t> </a:t>
            </a:r>
          </a:p>
        </p:txBody>
      </p:sp>
    </p:spTree>
    <p:extLst>
      <p:ext uri="{BB962C8B-B14F-4D97-AF65-F5344CB8AC3E}">
        <p14:creationId xmlns:p14="http://schemas.microsoft.com/office/powerpoint/2010/main" val="30239994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Closing">
    <p:bg>
      <p:bgRef idx="1001">
        <a:schemeClr val="bg1"/>
      </p:bgRef>
    </p:bg>
    <p:spTree>
      <p:nvGrpSpPr>
        <p:cNvPr id="1" name=""/>
        <p:cNvGrpSpPr/>
        <p:nvPr/>
      </p:nvGrpSpPr>
      <p:grpSpPr>
        <a:xfrm>
          <a:off x="0" y="0"/>
          <a:ext cx="0" cy="0"/>
          <a:chOff x="0" y="0"/>
          <a:chExt cx="0" cy="0"/>
        </a:xfrm>
      </p:grpSpPr>
      <p:sp>
        <p:nvSpPr>
          <p:cNvPr id="16" name="Text Placeholder">
            <a:extLst>
              <a:ext uri="{FF2B5EF4-FFF2-40B4-BE49-F238E27FC236}">
                <a16:creationId xmlns:a16="http://schemas.microsoft.com/office/drawing/2014/main" id="{CCF35322-5ECC-6442-ABCE-0632B044192B}"/>
              </a:ext>
            </a:extLst>
          </p:cNvPr>
          <p:cNvSpPr>
            <a:spLocks noGrp="1"/>
          </p:cNvSpPr>
          <p:nvPr>
            <p:ph type="body" sz="quarter" idx="21" hasCustomPrompt="1"/>
          </p:nvPr>
        </p:nvSpPr>
        <p:spPr>
          <a:xfrm>
            <a:off x="571500" y="2293620"/>
            <a:ext cx="9410700" cy="2270760"/>
          </a:xfrm>
        </p:spPr>
        <p:txBody>
          <a:bodyPr anchor="ctr" anchorCtr="0"/>
          <a:lstStyle>
            <a:lvl1pPr>
              <a:lnSpc>
                <a:spcPct val="110000"/>
              </a:lnSpc>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tx1"/>
                </a:solidFill>
              </a:defRPr>
            </a:lvl2pPr>
          </a:lstStyle>
          <a:p>
            <a:pPr lvl="0"/>
            <a:r>
              <a:rPr lang="en-US"/>
              <a:t>Thank you.</a:t>
            </a:r>
          </a:p>
          <a:p>
            <a:pPr lvl="1"/>
            <a:r>
              <a:rPr lang="en-US"/>
              <a:t>Subheading goes here</a:t>
            </a:r>
          </a:p>
        </p:txBody>
      </p:sp>
      <p:grpSp>
        <p:nvGrpSpPr>
          <p:cNvPr id="11" name="Logo">
            <a:extLst>
              <a:ext uri="{FF2B5EF4-FFF2-40B4-BE49-F238E27FC236}">
                <a16:creationId xmlns:a16="http://schemas.microsoft.com/office/drawing/2014/main" id="{897B4F91-8D8A-F84B-85A1-58E956C54BC8}"/>
              </a:ext>
            </a:extLst>
          </p:cNvPr>
          <p:cNvGrpSpPr/>
          <p:nvPr/>
        </p:nvGrpSpPr>
        <p:grpSpPr>
          <a:xfrm>
            <a:off x="9983497" y="5927220"/>
            <a:ext cx="1629859" cy="449768"/>
            <a:chOff x="574730" y="1096728"/>
            <a:chExt cx="1629859" cy="449768"/>
          </a:xfrm>
        </p:grpSpPr>
        <p:sp>
          <p:nvSpPr>
            <p:cNvPr id="12" name="Freeform 11">
              <a:extLst>
                <a:ext uri="{FF2B5EF4-FFF2-40B4-BE49-F238E27FC236}">
                  <a16:creationId xmlns:a16="http://schemas.microsoft.com/office/drawing/2014/main" id="{C7730D61-BA25-CB45-B67E-0DEF08CD9910}"/>
                </a:ext>
              </a:extLst>
            </p:cNvPr>
            <p:cNvSpPr/>
            <p:nvPr/>
          </p:nvSpPr>
          <p:spPr>
            <a:xfrm>
              <a:off x="2104237" y="1432745"/>
              <a:ext cx="100352" cy="99908"/>
            </a:xfrm>
            <a:custGeom>
              <a:avLst/>
              <a:gdLst>
                <a:gd name="connsiteX0" fmla="*/ 191522 w 211559"/>
                <a:gd name="connsiteY0" fmla="*/ 106207 h 210624"/>
                <a:gd name="connsiteX1" fmla="*/ 105797 w 211559"/>
                <a:gd name="connsiteY1" fmla="*/ 19059 h 210624"/>
                <a:gd name="connsiteX2" fmla="*/ 20024 w 211559"/>
                <a:gd name="connsiteY2" fmla="*/ 101631 h 210624"/>
                <a:gd name="connsiteX3" fmla="*/ 20072 w 211559"/>
                <a:gd name="connsiteY3" fmla="*/ 106207 h 210624"/>
                <a:gd name="connsiteX4" fmla="*/ 105797 w 211559"/>
                <a:gd name="connsiteY4" fmla="*/ 193346 h 210624"/>
                <a:gd name="connsiteX5" fmla="*/ 191582 w 211559"/>
                <a:gd name="connsiteY5" fmla="*/ 111908 h 210624"/>
                <a:gd name="connsiteX6" fmla="*/ 191522 w 211559"/>
                <a:gd name="connsiteY6" fmla="*/ 106207 h 210624"/>
                <a:gd name="connsiteX7" fmla="*/ 83890 w 211559"/>
                <a:gd name="connsiteY7" fmla="*/ 110739 h 210624"/>
                <a:gd name="connsiteX8" fmla="*/ 83890 w 211559"/>
                <a:gd name="connsiteY8" fmla="*/ 169527 h 210624"/>
                <a:gd name="connsiteX9" fmla="*/ 66126 w 211559"/>
                <a:gd name="connsiteY9" fmla="*/ 169527 h 210624"/>
                <a:gd name="connsiteX10" fmla="*/ 66126 w 211559"/>
                <a:gd name="connsiteY10" fmla="*/ 42536 h 210624"/>
                <a:gd name="connsiteX11" fmla="*/ 106978 w 211559"/>
                <a:gd name="connsiteY11" fmla="*/ 42536 h 210624"/>
                <a:gd name="connsiteX12" fmla="*/ 149117 w 211559"/>
                <a:gd name="connsiteY12" fmla="*/ 76064 h 210624"/>
                <a:gd name="connsiteX13" fmla="*/ 128543 w 211559"/>
                <a:gd name="connsiteY13" fmla="*/ 103884 h 210624"/>
                <a:gd name="connsiteX14" fmla="*/ 128543 w 211559"/>
                <a:gd name="connsiteY14" fmla="*/ 103960 h 210624"/>
                <a:gd name="connsiteX15" fmla="*/ 145898 w 211559"/>
                <a:gd name="connsiteY15" fmla="*/ 132529 h 210624"/>
                <a:gd name="connsiteX16" fmla="*/ 154108 w 211559"/>
                <a:gd name="connsiteY16" fmla="*/ 167925 h 210624"/>
                <a:gd name="connsiteX17" fmla="*/ 132201 w 211559"/>
                <a:gd name="connsiteY17" fmla="*/ 167925 h 210624"/>
                <a:gd name="connsiteX18" fmla="*/ 123990 w 211559"/>
                <a:gd name="connsiteY18" fmla="*/ 125256 h 210624"/>
                <a:gd name="connsiteX19" fmla="*/ 103035 w 211559"/>
                <a:gd name="connsiteY19" fmla="*/ 110730 h 210624"/>
                <a:gd name="connsiteX20" fmla="*/ 83880 w 211559"/>
                <a:gd name="connsiteY20" fmla="*/ 110730 h 210624"/>
                <a:gd name="connsiteX21" fmla="*/ 106693 w 211559"/>
                <a:gd name="connsiteY21" fmla="*/ 94402 h 210624"/>
                <a:gd name="connsiteX22" fmla="*/ 130210 w 211559"/>
                <a:gd name="connsiteY22" fmla="*/ 76329 h 210624"/>
                <a:gd name="connsiteX23" fmla="*/ 106693 w 211559"/>
                <a:gd name="connsiteY23" fmla="*/ 58096 h 210624"/>
                <a:gd name="connsiteX24" fmla="*/ 83890 w 211559"/>
                <a:gd name="connsiteY24" fmla="*/ 58096 h 210624"/>
                <a:gd name="connsiteX25" fmla="*/ 83890 w 211559"/>
                <a:gd name="connsiteY25" fmla="*/ 93899 h 210624"/>
                <a:gd name="connsiteX26" fmla="*/ 106693 w 211559"/>
                <a:gd name="connsiteY26" fmla="*/ 94402 h 210624"/>
                <a:gd name="connsiteX27" fmla="*/ 13 w 211559"/>
                <a:gd name="connsiteY27" fmla="*/ 106207 h 210624"/>
                <a:gd name="connsiteX28" fmla="*/ 104870 w 211559"/>
                <a:gd name="connsiteY28" fmla="*/ 4 h 210624"/>
                <a:gd name="connsiteX29" fmla="*/ 211555 w 211559"/>
                <a:gd name="connsiteY29" fmla="*/ 104386 h 210624"/>
                <a:gd name="connsiteX30" fmla="*/ 106699 w 211559"/>
                <a:gd name="connsiteY30" fmla="*/ 210589 h 210624"/>
                <a:gd name="connsiteX31" fmla="*/ 105788 w 211559"/>
                <a:gd name="connsiteY31" fmla="*/ 210593 h 210624"/>
                <a:gd name="connsiteX32" fmla="*/ 31 w 211559"/>
                <a:gd name="connsiteY32" fmla="*/ 110347 h 210624"/>
                <a:gd name="connsiteX33" fmla="*/ 13 w 211559"/>
                <a:gd name="connsiteY33" fmla="*/ 106207 h 21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1559" h="210624">
                  <a:moveTo>
                    <a:pt x="191522" y="106207"/>
                  </a:moveTo>
                  <a:cubicBezTo>
                    <a:pt x="191522" y="55375"/>
                    <a:pt x="155956" y="19059"/>
                    <a:pt x="105797" y="19059"/>
                  </a:cubicBezTo>
                  <a:cubicBezTo>
                    <a:pt x="59206" y="18282"/>
                    <a:pt x="20804" y="55251"/>
                    <a:pt x="20024" y="101631"/>
                  </a:cubicBezTo>
                  <a:cubicBezTo>
                    <a:pt x="19999" y="103157"/>
                    <a:pt x="20015" y="104683"/>
                    <a:pt x="20072" y="106207"/>
                  </a:cubicBezTo>
                  <a:cubicBezTo>
                    <a:pt x="20072" y="157039"/>
                    <a:pt x="55639" y="193346"/>
                    <a:pt x="105797" y="193346"/>
                  </a:cubicBezTo>
                  <a:cubicBezTo>
                    <a:pt x="152077" y="194439"/>
                    <a:pt x="190484" y="157978"/>
                    <a:pt x="191582" y="111908"/>
                  </a:cubicBezTo>
                  <a:cubicBezTo>
                    <a:pt x="191628" y="110007"/>
                    <a:pt x="191608" y="108106"/>
                    <a:pt x="191522" y="106207"/>
                  </a:cubicBezTo>
                  <a:close/>
                  <a:moveTo>
                    <a:pt x="83890" y="110739"/>
                  </a:moveTo>
                  <a:lnTo>
                    <a:pt x="83890" y="169527"/>
                  </a:lnTo>
                  <a:lnTo>
                    <a:pt x="66126" y="169527"/>
                  </a:lnTo>
                  <a:lnTo>
                    <a:pt x="66126" y="42536"/>
                  </a:lnTo>
                  <a:lnTo>
                    <a:pt x="106978" y="42536"/>
                  </a:lnTo>
                  <a:cubicBezTo>
                    <a:pt x="134334" y="42536"/>
                    <a:pt x="149117" y="53374"/>
                    <a:pt x="149117" y="76064"/>
                  </a:cubicBezTo>
                  <a:cubicBezTo>
                    <a:pt x="149840" y="89046"/>
                    <a:pt x="141211" y="100714"/>
                    <a:pt x="128543" y="103884"/>
                  </a:cubicBezTo>
                  <a:lnTo>
                    <a:pt x="128543" y="103960"/>
                  </a:lnTo>
                  <a:cubicBezTo>
                    <a:pt x="139487" y="105771"/>
                    <a:pt x="143164" y="115281"/>
                    <a:pt x="145898" y="132529"/>
                  </a:cubicBezTo>
                  <a:cubicBezTo>
                    <a:pt x="147727" y="143423"/>
                    <a:pt x="149546" y="163392"/>
                    <a:pt x="154108" y="167925"/>
                  </a:cubicBezTo>
                  <a:lnTo>
                    <a:pt x="132201" y="167925"/>
                  </a:lnTo>
                  <a:cubicBezTo>
                    <a:pt x="126733" y="156129"/>
                    <a:pt x="127638" y="139792"/>
                    <a:pt x="123990" y="125256"/>
                  </a:cubicBezTo>
                  <a:cubicBezTo>
                    <a:pt x="122034" y="115613"/>
                    <a:pt x="112799" y="109211"/>
                    <a:pt x="103035" y="110730"/>
                  </a:cubicBezTo>
                  <a:lnTo>
                    <a:pt x="83880" y="110730"/>
                  </a:lnTo>
                  <a:close/>
                  <a:moveTo>
                    <a:pt x="106693" y="94402"/>
                  </a:moveTo>
                  <a:cubicBezTo>
                    <a:pt x="124924" y="94402"/>
                    <a:pt x="130210" y="85404"/>
                    <a:pt x="130210" y="76329"/>
                  </a:cubicBezTo>
                  <a:cubicBezTo>
                    <a:pt x="130210" y="66345"/>
                    <a:pt x="124009" y="58096"/>
                    <a:pt x="106693" y="58096"/>
                  </a:cubicBezTo>
                  <a:lnTo>
                    <a:pt x="83890" y="58096"/>
                  </a:lnTo>
                  <a:lnTo>
                    <a:pt x="83890" y="93899"/>
                  </a:lnTo>
                  <a:lnTo>
                    <a:pt x="106693" y="94402"/>
                  </a:lnTo>
                  <a:close/>
                  <a:moveTo>
                    <a:pt x="13" y="106207"/>
                  </a:moveTo>
                  <a:cubicBezTo>
                    <a:pt x="-492" y="48055"/>
                    <a:pt x="46454" y="507"/>
                    <a:pt x="104870" y="4"/>
                  </a:cubicBezTo>
                  <a:cubicBezTo>
                    <a:pt x="163285" y="-499"/>
                    <a:pt x="211050" y="46235"/>
                    <a:pt x="211555" y="104386"/>
                  </a:cubicBezTo>
                  <a:cubicBezTo>
                    <a:pt x="212060" y="162538"/>
                    <a:pt x="165114" y="210087"/>
                    <a:pt x="106699" y="210589"/>
                  </a:cubicBezTo>
                  <a:cubicBezTo>
                    <a:pt x="106395" y="210592"/>
                    <a:pt x="106092" y="210593"/>
                    <a:pt x="105788" y="210593"/>
                  </a:cubicBezTo>
                  <a:cubicBezTo>
                    <a:pt x="48776" y="211983"/>
                    <a:pt x="1427" y="167101"/>
                    <a:pt x="31" y="110347"/>
                  </a:cubicBezTo>
                  <a:cubicBezTo>
                    <a:pt x="-3" y="108967"/>
                    <a:pt x="-9" y="107587"/>
                    <a:pt x="13" y="106207"/>
                  </a:cubicBezTo>
                  <a:close/>
                </a:path>
              </a:pathLst>
            </a:custGeom>
            <a:solidFill>
              <a:srgbClr val="FF6600"/>
            </a:solidFill>
            <a:ln w="952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EEE46E5C-07D4-8D41-A961-D7DB4225695A}"/>
                </a:ext>
              </a:extLst>
            </p:cNvPr>
            <p:cNvSpPr/>
            <p:nvPr/>
          </p:nvSpPr>
          <p:spPr>
            <a:xfrm>
              <a:off x="1677158" y="1254147"/>
              <a:ext cx="378185" cy="278856"/>
            </a:xfrm>
            <a:custGeom>
              <a:avLst/>
              <a:gdLst>
                <a:gd name="connsiteX0" fmla="*/ 520732 w 797280"/>
                <a:gd name="connsiteY0" fmla="*/ 587764 h 587877"/>
                <a:gd name="connsiteX1" fmla="*/ 388658 w 797280"/>
                <a:gd name="connsiteY1" fmla="*/ 439989 h 587877"/>
                <a:gd name="connsiteX2" fmla="*/ 262376 w 797280"/>
                <a:gd name="connsiteY2" fmla="*/ 587849 h 587877"/>
                <a:gd name="connsiteX3" fmla="*/ 0 w 797280"/>
                <a:gd name="connsiteY3" fmla="*/ 587878 h 587877"/>
                <a:gd name="connsiteX4" fmla="*/ 257080 w 797280"/>
                <a:gd name="connsiteY4" fmla="*/ 291929 h 587877"/>
                <a:gd name="connsiteX5" fmla="*/ 0 w 797280"/>
                <a:gd name="connsiteY5" fmla="*/ 0 h 587877"/>
                <a:gd name="connsiteX6" fmla="*/ 276225 w 797280"/>
                <a:gd name="connsiteY6" fmla="*/ 0 h 587877"/>
                <a:gd name="connsiteX7" fmla="*/ 400098 w 797280"/>
                <a:gd name="connsiteY7" fmla="*/ 141963 h 587877"/>
                <a:gd name="connsiteX8" fmla="*/ 523875 w 797280"/>
                <a:gd name="connsiteY8" fmla="*/ 0 h 587877"/>
                <a:gd name="connsiteX9" fmla="*/ 781050 w 797280"/>
                <a:gd name="connsiteY9" fmla="*/ 0 h 587877"/>
                <a:gd name="connsiteX10" fmla="*/ 529771 w 797280"/>
                <a:gd name="connsiteY10" fmla="*/ 290032 h 587877"/>
                <a:gd name="connsiteX11" fmla="*/ 797280 w 797280"/>
                <a:gd name="connsiteY11" fmla="*/ 587764 h 587877"/>
                <a:gd name="connsiteX12" fmla="*/ 520732 w 797280"/>
                <a:gd name="connsiteY12" fmla="*/ 587764 h 587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7280" h="587877">
                  <a:moveTo>
                    <a:pt x="520732" y="587764"/>
                  </a:moveTo>
                  <a:lnTo>
                    <a:pt x="388658" y="439989"/>
                  </a:lnTo>
                  <a:lnTo>
                    <a:pt x="262376" y="587849"/>
                  </a:lnTo>
                  <a:lnTo>
                    <a:pt x="0" y="587878"/>
                  </a:lnTo>
                  <a:lnTo>
                    <a:pt x="257080" y="291929"/>
                  </a:lnTo>
                  <a:lnTo>
                    <a:pt x="0" y="0"/>
                  </a:lnTo>
                  <a:lnTo>
                    <a:pt x="276225" y="0"/>
                  </a:lnTo>
                  <a:lnTo>
                    <a:pt x="400098" y="141963"/>
                  </a:lnTo>
                  <a:lnTo>
                    <a:pt x="523875" y="0"/>
                  </a:lnTo>
                  <a:lnTo>
                    <a:pt x="781050" y="0"/>
                  </a:lnTo>
                  <a:lnTo>
                    <a:pt x="529771" y="290032"/>
                  </a:lnTo>
                  <a:lnTo>
                    <a:pt x="797280" y="587764"/>
                  </a:lnTo>
                  <a:lnTo>
                    <a:pt x="520732" y="587764"/>
                  </a:lnTo>
                  <a:close/>
                </a:path>
              </a:pathLst>
            </a:custGeom>
            <a:solidFill>
              <a:srgbClr val="FF6600"/>
            </a:solidFill>
            <a:ln w="952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2C476BDC-1C03-D54E-9915-345F4C830EFB}"/>
                </a:ext>
              </a:extLst>
            </p:cNvPr>
            <p:cNvSpPr/>
            <p:nvPr/>
          </p:nvSpPr>
          <p:spPr>
            <a:xfrm>
              <a:off x="1433179" y="1096728"/>
              <a:ext cx="243979" cy="436275"/>
            </a:xfrm>
            <a:custGeom>
              <a:avLst/>
              <a:gdLst>
                <a:gd name="connsiteX0" fmla="*/ 0 w 514350"/>
                <a:gd name="connsiteY0" fmla="*/ 919744 h 919744"/>
                <a:gd name="connsiteX1" fmla="*/ 0 w 514350"/>
                <a:gd name="connsiteY1" fmla="*/ 0 h 919744"/>
                <a:gd name="connsiteX2" fmla="*/ 514350 w 514350"/>
                <a:gd name="connsiteY2" fmla="*/ 0 h 919744"/>
                <a:gd name="connsiteX3" fmla="*/ 514350 w 514350"/>
                <a:gd name="connsiteY3" fmla="*/ 208602 h 919744"/>
                <a:gd name="connsiteX4" fmla="*/ 219075 w 514350"/>
                <a:gd name="connsiteY4" fmla="*/ 208602 h 919744"/>
                <a:gd name="connsiteX5" fmla="*/ 219075 w 514350"/>
                <a:gd name="connsiteY5" fmla="*/ 331867 h 919744"/>
                <a:gd name="connsiteX6" fmla="*/ 514350 w 514350"/>
                <a:gd name="connsiteY6" fmla="*/ 331867 h 919744"/>
                <a:gd name="connsiteX7" fmla="*/ 514350 w 514350"/>
                <a:gd name="connsiteY7" fmla="*/ 530986 h 919744"/>
                <a:gd name="connsiteX8" fmla="*/ 219075 w 514350"/>
                <a:gd name="connsiteY8" fmla="*/ 530986 h 919744"/>
                <a:gd name="connsiteX9" fmla="*/ 219075 w 514350"/>
                <a:gd name="connsiteY9" fmla="*/ 711142 h 919744"/>
                <a:gd name="connsiteX10" fmla="*/ 514350 w 514350"/>
                <a:gd name="connsiteY10" fmla="*/ 711142 h 919744"/>
                <a:gd name="connsiteX11" fmla="*/ 514350 w 514350"/>
                <a:gd name="connsiteY11" fmla="*/ 919744 h 919744"/>
                <a:gd name="connsiteX12" fmla="*/ 0 w 514350"/>
                <a:gd name="connsiteY12" fmla="*/ 919744 h 919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4350" h="919744">
                  <a:moveTo>
                    <a:pt x="0" y="919744"/>
                  </a:moveTo>
                  <a:lnTo>
                    <a:pt x="0" y="0"/>
                  </a:lnTo>
                  <a:lnTo>
                    <a:pt x="514350" y="0"/>
                  </a:lnTo>
                  <a:lnTo>
                    <a:pt x="514350" y="208602"/>
                  </a:lnTo>
                  <a:lnTo>
                    <a:pt x="219075" y="208602"/>
                  </a:lnTo>
                  <a:lnTo>
                    <a:pt x="219075" y="331867"/>
                  </a:lnTo>
                  <a:lnTo>
                    <a:pt x="514350" y="331867"/>
                  </a:lnTo>
                  <a:lnTo>
                    <a:pt x="514350" y="530986"/>
                  </a:lnTo>
                  <a:lnTo>
                    <a:pt x="219075" y="530986"/>
                  </a:lnTo>
                  <a:lnTo>
                    <a:pt x="219075" y="711142"/>
                  </a:lnTo>
                  <a:lnTo>
                    <a:pt x="514350" y="711142"/>
                  </a:lnTo>
                  <a:lnTo>
                    <a:pt x="514350" y="919744"/>
                  </a:lnTo>
                  <a:lnTo>
                    <a:pt x="0" y="919744"/>
                  </a:lnTo>
                  <a:close/>
                </a:path>
              </a:pathLst>
            </a:custGeom>
            <a:solidFill>
              <a:srgbClr val="FF6600"/>
            </a:solidFill>
            <a:ln w="952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EA98633D-3BCC-FE4B-9237-280C71DBFD13}"/>
                </a:ext>
              </a:extLst>
            </p:cNvPr>
            <p:cNvSpPr/>
            <p:nvPr/>
          </p:nvSpPr>
          <p:spPr>
            <a:xfrm>
              <a:off x="574730" y="1096728"/>
              <a:ext cx="858444" cy="449768"/>
            </a:xfrm>
            <a:custGeom>
              <a:avLst/>
              <a:gdLst>
                <a:gd name="connsiteX0" fmla="*/ 1600200 w 1809750"/>
                <a:gd name="connsiteY0" fmla="*/ 0 h 948189"/>
                <a:gd name="connsiteX1" fmla="*/ 1600200 w 1809750"/>
                <a:gd name="connsiteY1" fmla="*/ 379276 h 948189"/>
                <a:gd name="connsiteX2" fmla="*/ 1592447 w 1809750"/>
                <a:gd name="connsiteY2" fmla="*/ 373217 h 948189"/>
                <a:gd name="connsiteX3" fmla="*/ 1409700 w 1809750"/>
                <a:gd name="connsiteY3" fmla="*/ 303421 h 948189"/>
                <a:gd name="connsiteX4" fmla="*/ 1130027 w 1809750"/>
                <a:gd name="connsiteY4" fmla="*/ 522235 h 948189"/>
                <a:gd name="connsiteX5" fmla="*/ 809625 w 1809750"/>
                <a:gd name="connsiteY5" fmla="*/ 303421 h 948189"/>
                <a:gd name="connsiteX6" fmla="*/ 514350 w 1809750"/>
                <a:gd name="connsiteY6" fmla="*/ 455131 h 948189"/>
                <a:gd name="connsiteX7" fmla="*/ 514350 w 1809750"/>
                <a:gd name="connsiteY7" fmla="*/ 331867 h 948189"/>
                <a:gd name="connsiteX8" fmla="*/ 247650 w 1809750"/>
                <a:gd name="connsiteY8" fmla="*/ 331867 h 948189"/>
                <a:gd name="connsiteX9" fmla="*/ 247650 w 1809750"/>
                <a:gd name="connsiteY9" fmla="*/ 208602 h 948189"/>
                <a:gd name="connsiteX10" fmla="*/ 542925 w 1809750"/>
                <a:gd name="connsiteY10" fmla="*/ 208602 h 948189"/>
                <a:gd name="connsiteX11" fmla="*/ 542925 w 1809750"/>
                <a:gd name="connsiteY11" fmla="*/ 0 h 948189"/>
                <a:gd name="connsiteX12" fmla="*/ 0 w 1809750"/>
                <a:gd name="connsiteY12" fmla="*/ 0 h 948189"/>
                <a:gd name="connsiteX13" fmla="*/ 0 w 1809750"/>
                <a:gd name="connsiteY13" fmla="*/ 919744 h 948189"/>
                <a:gd name="connsiteX14" fmla="*/ 247650 w 1809750"/>
                <a:gd name="connsiteY14" fmla="*/ 919744 h 948189"/>
                <a:gd name="connsiteX15" fmla="*/ 247650 w 1809750"/>
                <a:gd name="connsiteY15" fmla="*/ 530986 h 948189"/>
                <a:gd name="connsiteX16" fmla="*/ 491214 w 1809750"/>
                <a:gd name="connsiteY16" fmla="*/ 528881 h 948189"/>
                <a:gd name="connsiteX17" fmla="*/ 479784 w 1809750"/>
                <a:gd name="connsiteY17" fmla="*/ 619045 h 948189"/>
                <a:gd name="connsiteX18" fmla="*/ 812540 w 1809750"/>
                <a:gd name="connsiteY18" fmla="*/ 946502 h 948189"/>
                <a:gd name="connsiteX19" fmla="*/ 1124007 w 1809750"/>
                <a:gd name="connsiteY19" fmla="*/ 739588 h 948189"/>
                <a:gd name="connsiteX20" fmla="*/ 914400 w 1809750"/>
                <a:gd name="connsiteY20" fmla="*/ 739588 h 948189"/>
                <a:gd name="connsiteX21" fmla="*/ 813435 w 1809750"/>
                <a:gd name="connsiteY21" fmla="*/ 788942 h 948189"/>
                <a:gd name="connsiteX22" fmla="*/ 688534 w 1809750"/>
                <a:gd name="connsiteY22" fmla="*/ 661761 h 948189"/>
                <a:gd name="connsiteX23" fmla="*/ 1117587 w 1809750"/>
                <a:gd name="connsiteY23" fmla="*/ 661761 h 948189"/>
                <a:gd name="connsiteX24" fmla="*/ 1417892 w 1809750"/>
                <a:gd name="connsiteY24" fmla="*/ 948190 h 948189"/>
                <a:gd name="connsiteX25" fmla="*/ 1600200 w 1809750"/>
                <a:gd name="connsiteY25" fmla="*/ 850934 h 948189"/>
                <a:gd name="connsiteX26" fmla="*/ 1600200 w 1809750"/>
                <a:gd name="connsiteY26" fmla="*/ 919744 h 948189"/>
                <a:gd name="connsiteX27" fmla="*/ 1809750 w 1809750"/>
                <a:gd name="connsiteY27" fmla="*/ 919744 h 948189"/>
                <a:gd name="connsiteX28" fmla="*/ 1809750 w 1809750"/>
                <a:gd name="connsiteY28" fmla="*/ 0 h 948189"/>
                <a:gd name="connsiteX29" fmla="*/ 698116 w 1809750"/>
                <a:gd name="connsiteY29" fmla="*/ 531726 h 948189"/>
                <a:gd name="connsiteX30" fmla="*/ 813483 w 1809750"/>
                <a:gd name="connsiteY30" fmla="*/ 435864 h 948189"/>
                <a:gd name="connsiteX31" fmla="*/ 929811 w 1809750"/>
                <a:gd name="connsiteY31" fmla="*/ 531726 h 948189"/>
                <a:gd name="connsiteX32" fmla="*/ 1463745 w 1809750"/>
                <a:gd name="connsiteY32" fmla="*/ 774709 h 948189"/>
                <a:gd name="connsiteX33" fmla="*/ 1335024 w 1809750"/>
                <a:gd name="connsiteY33" fmla="*/ 623795 h 948189"/>
                <a:gd name="connsiteX34" fmla="*/ 1463745 w 1809750"/>
                <a:gd name="connsiteY34" fmla="*/ 462442 h 948189"/>
                <a:gd name="connsiteX35" fmla="*/ 1588646 w 1809750"/>
                <a:gd name="connsiteY35" fmla="*/ 623795 h 948189"/>
                <a:gd name="connsiteX36" fmla="*/ 1463745 w 1809750"/>
                <a:gd name="connsiteY36" fmla="*/ 774709 h 948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09750" h="948189">
                  <a:moveTo>
                    <a:pt x="1600200" y="0"/>
                  </a:moveTo>
                  <a:lnTo>
                    <a:pt x="1600200" y="379276"/>
                  </a:lnTo>
                  <a:lnTo>
                    <a:pt x="1592447" y="373217"/>
                  </a:lnTo>
                  <a:cubicBezTo>
                    <a:pt x="1544774" y="319170"/>
                    <a:pt x="1479299" y="303421"/>
                    <a:pt x="1409700" y="303421"/>
                  </a:cubicBezTo>
                  <a:cubicBezTo>
                    <a:pt x="1267635" y="303421"/>
                    <a:pt x="1167213" y="395054"/>
                    <a:pt x="1130027" y="522235"/>
                  </a:cubicBezTo>
                  <a:cubicBezTo>
                    <a:pt x="1087126" y="382708"/>
                    <a:pt x="972674" y="303421"/>
                    <a:pt x="809625" y="303421"/>
                  </a:cubicBezTo>
                  <a:cubicBezTo>
                    <a:pt x="677094" y="303421"/>
                    <a:pt x="568700" y="358312"/>
                    <a:pt x="514350" y="455131"/>
                  </a:cubicBezTo>
                  <a:lnTo>
                    <a:pt x="514350" y="331867"/>
                  </a:lnTo>
                  <a:lnTo>
                    <a:pt x="247650" y="331867"/>
                  </a:lnTo>
                  <a:lnTo>
                    <a:pt x="247650" y="208602"/>
                  </a:lnTo>
                  <a:lnTo>
                    <a:pt x="542925" y="208602"/>
                  </a:lnTo>
                  <a:lnTo>
                    <a:pt x="542925" y="0"/>
                  </a:lnTo>
                  <a:lnTo>
                    <a:pt x="0" y="0"/>
                  </a:lnTo>
                  <a:lnTo>
                    <a:pt x="0" y="919744"/>
                  </a:lnTo>
                  <a:lnTo>
                    <a:pt x="247650" y="919744"/>
                  </a:lnTo>
                  <a:lnTo>
                    <a:pt x="247650" y="530986"/>
                  </a:lnTo>
                  <a:lnTo>
                    <a:pt x="491214" y="528881"/>
                  </a:lnTo>
                  <a:cubicBezTo>
                    <a:pt x="483487" y="558314"/>
                    <a:pt x="479644" y="588624"/>
                    <a:pt x="479784" y="619045"/>
                  </a:cubicBezTo>
                  <a:cubicBezTo>
                    <a:pt x="479784" y="809821"/>
                    <a:pt x="625669" y="946502"/>
                    <a:pt x="812540" y="946502"/>
                  </a:cubicBezTo>
                  <a:cubicBezTo>
                    <a:pt x="969864" y="946502"/>
                    <a:pt x="1068667" y="873416"/>
                    <a:pt x="1124007" y="739588"/>
                  </a:cubicBezTo>
                  <a:lnTo>
                    <a:pt x="914400" y="739588"/>
                  </a:lnTo>
                  <a:cubicBezTo>
                    <a:pt x="885825" y="779412"/>
                    <a:pt x="869728" y="788942"/>
                    <a:pt x="813435" y="788942"/>
                  </a:cubicBezTo>
                  <a:cubicBezTo>
                    <a:pt x="747646" y="788942"/>
                    <a:pt x="688534" y="730097"/>
                    <a:pt x="688534" y="661761"/>
                  </a:cubicBezTo>
                  <a:lnTo>
                    <a:pt x="1117587" y="661761"/>
                  </a:lnTo>
                  <a:cubicBezTo>
                    <a:pt x="1135685" y="813623"/>
                    <a:pt x="1254843" y="948190"/>
                    <a:pt x="1417892" y="948190"/>
                  </a:cubicBezTo>
                  <a:cubicBezTo>
                    <a:pt x="1490728" y="946433"/>
                    <a:pt x="1558395" y="910335"/>
                    <a:pt x="1600200" y="850934"/>
                  </a:cubicBezTo>
                  <a:lnTo>
                    <a:pt x="1600200" y="919744"/>
                  </a:lnTo>
                  <a:lnTo>
                    <a:pt x="1809750" y="919744"/>
                  </a:lnTo>
                  <a:lnTo>
                    <a:pt x="1809750" y="0"/>
                  </a:lnTo>
                  <a:close/>
                  <a:moveTo>
                    <a:pt x="698116" y="531726"/>
                  </a:moveTo>
                  <a:cubicBezTo>
                    <a:pt x="711451" y="473830"/>
                    <a:pt x="757228" y="435864"/>
                    <a:pt x="813483" y="435864"/>
                  </a:cubicBezTo>
                  <a:cubicBezTo>
                    <a:pt x="875462" y="435864"/>
                    <a:pt x="918362" y="472843"/>
                    <a:pt x="929811" y="531726"/>
                  </a:cubicBezTo>
                  <a:close/>
                  <a:moveTo>
                    <a:pt x="1463745" y="774709"/>
                  </a:moveTo>
                  <a:cubicBezTo>
                    <a:pt x="1384602" y="774709"/>
                    <a:pt x="1335024" y="700675"/>
                    <a:pt x="1335024" y="623795"/>
                  </a:cubicBezTo>
                  <a:cubicBezTo>
                    <a:pt x="1335024" y="541217"/>
                    <a:pt x="1377887" y="462442"/>
                    <a:pt x="1463745" y="462442"/>
                  </a:cubicBezTo>
                  <a:cubicBezTo>
                    <a:pt x="1552413" y="462442"/>
                    <a:pt x="1588646" y="541217"/>
                    <a:pt x="1588646" y="623795"/>
                  </a:cubicBezTo>
                  <a:cubicBezTo>
                    <a:pt x="1588646" y="702571"/>
                    <a:pt x="1550508" y="774709"/>
                    <a:pt x="1463745" y="774709"/>
                  </a:cubicBezTo>
                  <a:close/>
                </a:path>
              </a:pathLst>
            </a:custGeom>
            <a:solidFill>
              <a:srgbClr val="4D148C"/>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907279404"/>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Closing">
    <p:bg>
      <p:bgRef idx="1001">
        <a:schemeClr val="bg2"/>
      </p:bgRef>
    </p:bg>
    <p:spTree>
      <p:nvGrpSpPr>
        <p:cNvPr id="1" name=""/>
        <p:cNvGrpSpPr/>
        <p:nvPr/>
      </p:nvGrpSpPr>
      <p:grpSpPr>
        <a:xfrm>
          <a:off x="0" y="0"/>
          <a:ext cx="0" cy="0"/>
          <a:chOff x="0" y="0"/>
          <a:chExt cx="0" cy="0"/>
        </a:xfrm>
      </p:grpSpPr>
      <p:sp>
        <p:nvSpPr>
          <p:cNvPr id="8" name="Text Placeholder">
            <a:extLst>
              <a:ext uri="{FF2B5EF4-FFF2-40B4-BE49-F238E27FC236}">
                <a16:creationId xmlns:a16="http://schemas.microsoft.com/office/drawing/2014/main" id="{0BF9B48E-1B38-824C-8235-42EB3F0CF3EF}"/>
              </a:ext>
            </a:extLst>
          </p:cNvPr>
          <p:cNvSpPr>
            <a:spLocks noGrp="1"/>
          </p:cNvSpPr>
          <p:nvPr>
            <p:ph type="body" sz="quarter" idx="21" hasCustomPrompt="1"/>
          </p:nvPr>
        </p:nvSpPr>
        <p:spPr>
          <a:xfrm>
            <a:off x="571500" y="2293620"/>
            <a:ext cx="9410700" cy="2270760"/>
          </a:xfrm>
        </p:spPr>
        <p:txBody>
          <a:bodyPr anchor="ctr" anchorCtr="0"/>
          <a:lstStyle>
            <a:lvl1pPr>
              <a:lnSpc>
                <a:spcPct val="110000"/>
              </a:lnSpc>
              <a:defRPr sz="48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tx1"/>
                </a:solidFill>
              </a:defRPr>
            </a:lvl2pPr>
          </a:lstStyle>
          <a:p>
            <a:pPr lvl="0"/>
            <a:r>
              <a:rPr lang="en-US"/>
              <a:t>Thank you.</a:t>
            </a:r>
          </a:p>
          <a:p>
            <a:pPr lvl="1"/>
            <a:r>
              <a:rPr lang="en-US"/>
              <a:t>Subheading goes here</a:t>
            </a:r>
          </a:p>
        </p:txBody>
      </p:sp>
      <p:grpSp>
        <p:nvGrpSpPr>
          <p:cNvPr id="9" name="Logo">
            <a:extLst>
              <a:ext uri="{FF2B5EF4-FFF2-40B4-BE49-F238E27FC236}">
                <a16:creationId xmlns:a16="http://schemas.microsoft.com/office/drawing/2014/main" id="{A6436C29-22FC-1F4D-A592-5F216D20F4EB}"/>
              </a:ext>
            </a:extLst>
          </p:cNvPr>
          <p:cNvGrpSpPr/>
          <p:nvPr/>
        </p:nvGrpSpPr>
        <p:grpSpPr>
          <a:xfrm>
            <a:off x="9983497" y="5927220"/>
            <a:ext cx="1629859" cy="449768"/>
            <a:chOff x="574730" y="1096728"/>
            <a:chExt cx="1629859" cy="449768"/>
          </a:xfrm>
        </p:grpSpPr>
        <p:sp>
          <p:nvSpPr>
            <p:cNvPr id="10" name="Freeform 9">
              <a:extLst>
                <a:ext uri="{FF2B5EF4-FFF2-40B4-BE49-F238E27FC236}">
                  <a16:creationId xmlns:a16="http://schemas.microsoft.com/office/drawing/2014/main" id="{7FDC6F33-0494-A049-8D91-A0BC4B59742C}"/>
                </a:ext>
              </a:extLst>
            </p:cNvPr>
            <p:cNvSpPr/>
            <p:nvPr/>
          </p:nvSpPr>
          <p:spPr>
            <a:xfrm>
              <a:off x="2104237" y="1432745"/>
              <a:ext cx="100352" cy="99908"/>
            </a:xfrm>
            <a:custGeom>
              <a:avLst/>
              <a:gdLst>
                <a:gd name="connsiteX0" fmla="*/ 191522 w 211559"/>
                <a:gd name="connsiteY0" fmla="*/ 106207 h 210624"/>
                <a:gd name="connsiteX1" fmla="*/ 105797 w 211559"/>
                <a:gd name="connsiteY1" fmla="*/ 19059 h 210624"/>
                <a:gd name="connsiteX2" fmla="*/ 20024 w 211559"/>
                <a:gd name="connsiteY2" fmla="*/ 101631 h 210624"/>
                <a:gd name="connsiteX3" fmla="*/ 20072 w 211559"/>
                <a:gd name="connsiteY3" fmla="*/ 106207 h 210624"/>
                <a:gd name="connsiteX4" fmla="*/ 105797 w 211559"/>
                <a:gd name="connsiteY4" fmla="*/ 193346 h 210624"/>
                <a:gd name="connsiteX5" fmla="*/ 191582 w 211559"/>
                <a:gd name="connsiteY5" fmla="*/ 111908 h 210624"/>
                <a:gd name="connsiteX6" fmla="*/ 191522 w 211559"/>
                <a:gd name="connsiteY6" fmla="*/ 106207 h 210624"/>
                <a:gd name="connsiteX7" fmla="*/ 83890 w 211559"/>
                <a:gd name="connsiteY7" fmla="*/ 110739 h 210624"/>
                <a:gd name="connsiteX8" fmla="*/ 83890 w 211559"/>
                <a:gd name="connsiteY8" fmla="*/ 169527 h 210624"/>
                <a:gd name="connsiteX9" fmla="*/ 66126 w 211559"/>
                <a:gd name="connsiteY9" fmla="*/ 169527 h 210624"/>
                <a:gd name="connsiteX10" fmla="*/ 66126 w 211559"/>
                <a:gd name="connsiteY10" fmla="*/ 42536 h 210624"/>
                <a:gd name="connsiteX11" fmla="*/ 106978 w 211559"/>
                <a:gd name="connsiteY11" fmla="*/ 42536 h 210624"/>
                <a:gd name="connsiteX12" fmla="*/ 149117 w 211559"/>
                <a:gd name="connsiteY12" fmla="*/ 76064 h 210624"/>
                <a:gd name="connsiteX13" fmla="*/ 128543 w 211559"/>
                <a:gd name="connsiteY13" fmla="*/ 103884 h 210624"/>
                <a:gd name="connsiteX14" fmla="*/ 128543 w 211559"/>
                <a:gd name="connsiteY14" fmla="*/ 103960 h 210624"/>
                <a:gd name="connsiteX15" fmla="*/ 145898 w 211559"/>
                <a:gd name="connsiteY15" fmla="*/ 132529 h 210624"/>
                <a:gd name="connsiteX16" fmla="*/ 154108 w 211559"/>
                <a:gd name="connsiteY16" fmla="*/ 167925 h 210624"/>
                <a:gd name="connsiteX17" fmla="*/ 132201 w 211559"/>
                <a:gd name="connsiteY17" fmla="*/ 167925 h 210624"/>
                <a:gd name="connsiteX18" fmla="*/ 123990 w 211559"/>
                <a:gd name="connsiteY18" fmla="*/ 125256 h 210624"/>
                <a:gd name="connsiteX19" fmla="*/ 103035 w 211559"/>
                <a:gd name="connsiteY19" fmla="*/ 110730 h 210624"/>
                <a:gd name="connsiteX20" fmla="*/ 83880 w 211559"/>
                <a:gd name="connsiteY20" fmla="*/ 110730 h 210624"/>
                <a:gd name="connsiteX21" fmla="*/ 106693 w 211559"/>
                <a:gd name="connsiteY21" fmla="*/ 94402 h 210624"/>
                <a:gd name="connsiteX22" fmla="*/ 130210 w 211559"/>
                <a:gd name="connsiteY22" fmla="*/ 76329 h 210624"/>
                <a:gd name="connsiteX23" fmla="*/ 106693 w 211559"/>
                <a:gd name="connsiteY23" fmla="*/ 58096 h 210624"/>
                <a:gd name="connsiteX24" fmla="*/ 83890 w 211559"/>
                <a:gd name="connsiteY24" fmla="*/ 58096 h 210624"/>
                <a:gd name="connsiteX25" fmla="*/ 83890 w 211559"/>
                <a:gd name="connsiteY25" fmla="*/ 93899 h 210624"/>
                <a:gd name="connsiteX26" fmla="*/ 106693 w 211559"/>
                <a:gd name="connsiteY26" fmla="*/ 94402 h 210624"/>
                <a:gd name="connsiteX27" fmla="*/ 13 w 211559"/>
                <a:gd name="connsiteY27" fmla="*/ 106207 h 210624"/>
                <a:gd name="connsiteX28" fmla="*/ 104870 w 211559"/>
                <a:gd name="connsiteY28" fmla="*/ 4 h 210624"/>
                <a:gd name="connsiteX29" fmla="*/ 211555 w 211559"/>
                <a:gd name="connsiteY29" fmla="*/ 104386 h 210624"/>
                <a:gd name="connsiteX30" fmla="*/ 106699 w 211559"/>
                <a:gd name="connsiteY30" fmla="*/ 210589 h 210624"/>
                <a:gd name="connsiteX31" fmla="*/ 105788 w 211559"/>
                <a:gd name="connsiteY31" fmla="*/ 210593 h 210624"/>
                <a:gd name="connsiteX32" fmla="*/ 31 w 211559"/>
                <a:gd name="connsiteY32" fmla="*/ 110347 h 210624"/>
                <a:gd name="connsiteX33" fmla="*/ 13 w 211559"/>
                <a:gd name="connsiteY33" fmla="*/ 106207 h 21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1559" h="210624">
                  <a:moveTo>
                    <a:pt x="191522" y="106207"/>
                  </a:moveTo>
                  <a:cubicBezTo>
                    <a:pt x="191522" y="55375"/>
                    <a:pt x="155956" y="19059"/>
                    <a:pt x="105797" y="19059"/>
                  </a:cubicBezTo>
                  <a:cubicBezTo>
                    <a:pt x="59206" y="18282"/>
                    <a:pt x="20804" y="55251"/>
                    <a:pt x="20024" y="101631"/>
                  </a:cubicBezTo>
                  <a:cubicBezTo>
                    <a:pt x="19999" y="103157"/>
                    <a:pt x="20015" y="104683"/>
                    <a:pt x="20072" y="106207"/>
                  </a:cubicBezTo>
                  <a:cubicBezTo>
                    <a:pt x="20072" y="157039"/>
                    <a:pt x="55639" y="193346"/>
                    <a:pt x="105797" y="193346"/>
                  </a:cubicBezTo>
                  <a:cubicBezTo>
                    <a:pt x="152077" y="194439"/>
                    <a:pt x="190484" y="157978"/>
                    <a:pt x="191582" y="111908"/>
                  </a:cubicBezTo>
                  <a:cubicBezTo>
                    <a:pt x="191628" y="110007"/>
                    <a:pt x="191608" y="108106"/>
                    <a:pt x="191522" y="106207"/>
                  </a:cubicBezTo>
                  <a:close/>
                  <a:moveTo>
                    <a:pt x="83890" y="110739"/>
                  </a:moveTo>
                  <a:lnTo>
                    <a:pt x="83890" y="169527"/>
                  </a:lnTo>
                  <a:lnTo>
                    <a:pt x="66126" y="169527"/>
                  </a:lnTo>
                  <a:lnTo>
                    <a:pt x="66126" y="42536"/>
                  </a:lnTo>
                  <a:lnTo>
                    <a:pt x="106978" y="42536"/>
                  </a:lnTo>
                  <a:cubicBezTo>
                    <a:pt x="134334" y="42536"/>
                    <a:pt x="149117" y="53374"/>
                    <a:pt x="149117" y="76064"/>
                  </a:cubicBezTo>
                  <a:cubicBezTo>
                    <a:pt x="149840" y="89046"/>
                    <a:pt x="141211" y="100714"/>
                    <a:pt x="128543" y="103884"/>
                  </a:cubicBezTo>
                  <a:lnTo>
                    <a:pt x="128543" y="103960"/>
                  </a:lnTo>
                  <a:cubicBezTo>
                    <a:pt x="139487" y="105771"/>
                    <a:pt x="143164" y="115281"/>
                    <a:pt x="145898" y="132529"/>
                  </a:cubicBezTo>
                  <a:cubicBezTo>
                    <a:pt x="147727" y="143423"/>
                    <a:pt x="149546" y="163392"/>
                    <a:pt x="154108" y="167925"/>
                  </a:cubicBezTo>
                  <a:lnTo>
                    <a:pt x="132201" y="167925"/>
                  </a:lnTo>
                  <a:cubicBezTo>
                    <a:pt x="126733" y="156129"/>
                    <a:pt x="127638" y="139792"/>
                    <a:pt x="123990" y="125256"/>
                  </a:cubicBezTo>
                  <a:cubicBezTo>
                    <a:pt x="122034" y="115613"/>
                    <a:pt x="112799" y="109211"/>
                    <a:pt x="103035" y="110730"/>
                  </a:cubicBezTo>
                  <a:lnTo>
                    <a:pt x="83880" y="110730"/>
                  </a:lnTo>
                  <a:close/>
                  <a:moveTo>
                    <a:pt x="106693" y="94402"/>
                  </a:moveTo>
                  <a:cubicBezTo>
                    <a:pt x="124924" y="94402"/>
                    <a:pt x="130210" y="85404"/>
                    <a:pt x="130210" y="76329"/>
                  </a:cubicBezTo>
                  <a:cubicBezTo>
                    <a:pt x="130210" y="66345"/>
                    <a:pt x="124009" y="58096"/>
                    <a:pt x="106693" y="58096"/>
                  </a:cubicBezTo>
                  <a:lnTo>
                    <a:pt x="83890" y="58096"/>
                  </a:lnTo>
                  <a:lnTo>
                    <a:pt x="83890" y="93899"/>
                  </a:lnTo>
                  <a:lnTo>
                    <a:pt x="106693" y="94402"/>
                  </a:lnTo>
                  <a:close/>
                  <a:moveTo>
                    <a:pt x="13" y="106207"/>
                  </a:moveTo>
                  <a:cubicBezTo>
                    <a:pt x="-492" y="48055"/>
                    <a:pt x="46454" y="507"/>
                    <a:pt x="104870" y="4"/>
                  </a:cubicBezTo>
                  <a:cubicBezTo>
                    <a:pt x="163285" y="-499"/>
                    <a:pt x="211050" y="46235"/>
                    <a:pt x="211555" y="104386"/>
                  </a:cubicBezTo>
                  <a:cubicBezTo>
                    <a:pt x="212060" y="162538"/>
                    <a:pt x="165114" y="210087"/>
                    <a:pt x="106699" y="210589"/>
                  </a:cubicBezTo>
                  <a:cubicBezTo>
                    <a:pt x="106395" y="210592"/>
                    <a:pt x="106092" y="210593"/>
                    <a:pt x="105788" y="210593"/>
                  </a:cubicBezTo>
                  <a:cubicBezTo>
                    <a:pt x="48776" y="211983"/>
                    <a:pt x="1427" y="167101"/>
                    <a:pt x="31" y="110347"/>
                  </a:cubicBezTo>
                  <a:cubicBezTo>
                    <a:pt x="-3" y="108967"/>
                    <a:pt x="-9" y="107587"/>
                    <a:pt x="13" y="106207"/>
                  </a:cubicBezTo>
                  <a:close/>
                </a:path>
              </a:pathLst>
            </a:custGeom>
            <a:solidFill>
              <a:srgbClr val="FF6600"/>
            </a:solidFill>
            <a:ln w="952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A770B81-B9D0-484C-8B8D-3D0C679408FA}"/>
                </a:ext>
              </a:extLst>
            </p:cNvPr>
            <p:cNvSpPr/>
            <p:nvPr/>
          </p:nvSpPr>
          <p:spPr>
            <a:xfrm>
              <a:off x="1677158" y="1254147"/>
              <a:ext cx="378185" cy="278856"/>
            </a:xfrm>
            <a:custGeom>
              <a:avLst/>
              <a:gdLst>
                <a:gd name="connsiteX0" fmla="*/ 520732 w 797280"/>
                <a:gd name="connsiteY0" fmla="*/ 587764 h 587877"/>
                <a:gd name="connsiteX1" fmla="*/ 388658 w 797280"/>
                <a:gd name="connsiteY1" fmla="*/ 439989 h 587877"/>
                <a:gd name="connsiteX2" fmla="*/ 262376 w 797280"/>
                <a:gd name="connsiteY2" fmla="*/ 587849 h 587877"/>
                <a:gd name="connsiteX3" fmla="*/ 0 w 797280"/>
                <a:gd name="connsiteY3" fmla="*/ 587878 h 587877"/>
                <a:gd name="connsiteX4" fmla="*/ 257080 w 797280"/>
                <a:gd name="connsiteY4" fmla="*/ 291929 h 587877"/>
                <a:gd name="connsiteX5" fmla="*/ 0 w 797280"/>
                <a:gd name="connsiteY5" fmla="*/ 0 h 587877"/>
                <a:gd name="connsiteX6" fmla="*/ 276225 w 797280"/>
                <a:gd name="connsiteY6" fmla="*/ 0 h 587877"/>
                <a:gd name="connsiteX7" fmla="*/ 400098 w 797280"/>
                <a:gd name="connsiteY7" fmla="*/ 141963 h 587877"/>
                <a:gd name="connsiteX8" fmla="*/ 523875 w 797280"/>
                <a:gd name="connsiteY8" fmla="*/ 0 h 587877"/>
                <a:gd name="connsiteX9" fmla="*/ 781050 w 797280"/>
                <a:gd name="connsiteY9" fmla="*/ 0 h 587877"/>
                <a:gd name="connsiteX10" fmla="*/ 529771 w 797280"/>
                <a:gd name="connsiteY10" fmla="*/ 290032 h 587877"/>
                <a:gd name="connsiteX11" fmla="*/ 797280 w 797280"/>
                <a:gd name="connsiteY11" fmla="*/ 587764 h 587877"/>
                <a:gd name="connsiteX12" fmla="*/ 520732 w 797280"/>
                <a:gd name="connsiteY12" fmla="*/ 587764 h 587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7280" h="587877">
                  <a:moveTo>
                    <a:pt x="520732" y="587764"/>
                  </a:moveTo>
                  <a:lnTo>
                    <a:pt x="388658" y="439989"/>
                  </a:lnTo>
                  <a:lnTo>
                    <a:pt x="262376" y="587849"/>
                  </a:lnTo>
                  <a:lnTo>
                    <a:pt x="0" y="587878"/>
                  </a:lnTo>
                  <a:lnTo>
                    <a:pt x="257080" y="291929"/>
                  </a:lnTo>
                  <a:lnTo>
                    <a:pt x="0" y="0"/>
                  </a:lnTo>
                  <a:lnTo>
                    <a:pt x="276225" y="0"/>
                  </a:lnTo>
                  <a:lnTo>
                    <a:pt x="400098" y="141963"/>
                  </a:lnTo>
                  <a:lnTo>
                    <a:pt x="523875" y="0"/>
                  </a:lnTo>
                  <a:lnTo>
                    <a:pt x="781050" y="0"/>
                  </a:lnTo>
                  <a:lnTo>
                    <a:pt x="529771" y="290032"/>
                  </a:lnTo>
                  <a:lnTo>
                    <a:pt x="797280" y="587764"/>
                  </a:lnTo>
                  <a:lnTo>
                    <a:pt x="520732" y="587764"/>
                  </a:lnTo>
                  <a:close/>
                </a:path>
              </a:pathLst>
            </a:custGeom>
            <a:solidFill>
              <a:srgbClr val="FF6600"/>
            </a:solid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D9E3A6A-6B64-E546-A169-7C50944F9061}"/>
                </a:ext>
              </a:extLst>
            </p:cNvPr>
            <p:cNvSpPr/>
            <p:nvPr/>
          </p:nvSpPr>
          <p:spPr>
            <a:xfrm>
              <a:off x="1433179" y="1096728"/>
              <a:ext cx="243979" cy="436275"/>
            </a:xfrm>
            <a:custGeom>
              <a:avLst/>
              <a:gdLst>
                <a:gd name="connsiteX0" fmla="*/ 0 w 514350"/>
                <a:gd name="connsiteY0" fmla="*/ 919744 h 919744"/>
                <a:gd name="connsiteX1" fmla="*/ 0 w 514350"/>
                <a:gd name="connsiteY1" fmla="*/ 0 h 919744"/>
                <a:gd name="connsiteX2" fmla="*/ 514350 w 514350"/>
                <a:gd name="connsiteY2" fmla="*/ 0 h 919744"/>
                <a:gd name="connsiteX3" fmla="*/ 514350 w 514350"/>
                <a:gd name="connsiteY3" fmla="*/ 208602 h 919744"/>
                <a:gd name="connsiteX4" fmla="*/ 219075 w 514350"/>
                <a:gd name="connsiteY4" fmla="*/ 208602 h 919744"/>
                <a:gd name="connsiteX5" fmla="*/ 219075 w 514350"/>
                <a:gd name="connsiteY5" fmla="*/ 331867 h 919744"/>
                <a:gd name="connsiteX6" fmla="*/ 514350 w 514350"/>
                <a:gd name="connsiteY6" fmla="*/ 331867 h 919744"/>
                <a:gd name="connsiteX7" fmla="*/ 514350 w 514350"/>
                <a:gd name="connsiteY7" fmla="*/ 530986 h 919744"/>
                <a:gd name="connsiteX8" fmla="*/ 219075 w 514350"/>
                <a:gd name="connsiteY8" fmla="*/ 530986 h 919744"/>
                <a:gd name="connsiteX9" fmla="*/ 219075 w 514350"/>
                <a:gd name="connsiteY9" fmla="*/ 711142 h 919744"/>
                <a:gd name="connsiteX10" fmla="*/ 514350 w 514350"/>
                <a:gd name="connsiteY10" fmla="*/ 711142 h 919744"/>
                <a:gd name="connsiteX11" fmla="*/ 514350 w 514350"/>
                <a:gd name="connsiteY11" fmla="*/ 919744 h 919744"/>
                <a:gd name="connsiteX12" fmla="*/ 0 w 514350"/>
                <a:gd name="connsiteY12" fmla="*/ 919744 h 919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4350" h="919744">
                  <a:moveTo>
                    <a:pt x="0" y="919744"/>
                  </a:moveTo>
                  <a:lnTo>
                    <a:pt x="0" y="0"/>
                  </a:lnTo>
                  <a:lnTo>
                    <a:pt x="514350" y="0"/>
                  </a:lnTo>
                  <a:lnTo>
                    <a:pt x="514350" y="208602"/>
                  </a:lnTo>
                  <a:lnTo>
                    <a:pt x="219075" y="208602"/>
                  </a:lnTo>
                  <a:lnTo>
                    <a:pt x="219075" y="331867"/>
                  </a:lnTo>
                  <a:lnTo>
                    <a:pt x="514350" y="331867"/>
                  </a:lnTo>
                  <a:lnTo>
                    <a:pt x="514350" y="530986"/>
                  </a:lnTo>
                  <a:lnTo>
                    <a:pt x="219075" y="530986"/>
                  </a:lnTo>
                  <a:lnTo>
                    <a:pt x="219075" y="711142"/>
                  </a:lnTo>
                  <a:lnTo>
                    <a:pt x="514350" y="711142"/>
                  </a:lnTo>
                  <a:lnTo>
                    <a:pt x="514350" y="919744"/>
                  </a:lnTo>
                  <a:lnTo>
                    <a:pt x="0" y="919744"/>
                  </a:lnTo>
                  <a:close/>
                </a:path>
              </a:pathLst>
            </a:custGeom>
            <a:solidFill>
              <a:srgbClr val="FF6600"/>
            </a:solidFill>
            <a:ln w="952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744CE726-5E8D-F34C-8C27-3683956B0F3D}"/>
                </a:ext>
              </a:extLst>
            </p:cNvPr>
            <p:cNvSpPr/>
            <p:nvPr/>
          </p:nvSpPr>
          <p:spPr>
            <a:xfrm>
              <a:off x="574730" y="1096728"/>
              <a:ext cx="858444" cy="449768"/>
            </a:xfrm>
            <a:custGeom>
              <a:avLst/>
              <a:gdLst>
                <a:gd name="connsiteX0" fmla="*/ 1600200 w 1809750"/>
                <a:gd name="connsiteY0" fmla="*/ 0 h 948189"/>
                <a:gd name="connsiteX1" fmla="*/ 1600200 w 1809750"/>
                <a:gd name="connsiteY1" fmla="*/ 379276 h 948189"/>
                <a:gd name="connsiteX2" fmla="*/ 1592447 w 1809750"/>
                <a:gd name="connsiteY2" fmla="*/ 373217 h 948189"/>
                <a:gd name="connsiteX3" fmla="*/ 1409700 w 1809750"/>
                <a:gd name="connsiteY3" fmla="*/ 303421 h 948189"/>
                <a:gd name="connsiteX4" fmla="*/ 1130027 w 1809750"/>
                <a:gd name="connsiteY4" fmla="*/ 522235 h 948189"/>
                <a:gd name="connsiteX5" fmla="*/ 809625 w 1809750"/>
                <a:gd name="connsiteY5" fmla="*/ 303421 h 948189"/>
                <a:gd name="connsiteX6" fmla="*/ 514350 w 1809750"/>
                <a:gd name="connsiteY6" fmla="*/ 455131 h 948189"/>
                <a:gd name="connsiteX7" fmla="*/ 514350 w 1809750"/>
                <a:gd name="connsiteY7" fmla="*/ 331867 h 948189"/>
                <a:gd name="connsiteX8" fmla="*/ 247650 w 1809750"/>
                <a:gd name="connsiteY8" fmla="*/ 331867 h 948189"/>
                <a:gd name="connsiteX9" fmla="*/ 247650 w 1809750"/>
                <a:gd name="connsiteY9" fmla="*/ 208602 h 948189"/>
                <a:gd name="connsiteX10" fmla="*/ 542925 w 1809750"/>
                <a:gd name="connsiteY10" fmla="*/ 208602 h 948189"/>
                <a:gd name="connsiteX11" fmla="*/ 542925 w 1809750"/>
                <a:gd name="connsiteY11" fmla="*/ 0 h 948189"/>
                <a:gd name="connsiteX12" fmla="*/ 0 w 1809750"/>
                <a:gd name="connsiteY12" fmla="*/ 0 h 948189"/>
                <a:gd name="connsiteX13" fmla="*/ 0 w 1809750"/>
                <a:gd name="connsiteY13" fmla="*/ 919744 h 948189"/>
                <a:gd name="connsiteX14" fmla="*/ 247650 w 1809750"/>
                <a:gd name="connsiteY14" fmla="*/ 919744 h 948189"/>
                <a:gd name="connsiteX15" fmla="*/ 247650 w 1809750"/>
                <a:gd name="connsiteY15" fmla="*/ 530986 h 948189"/>
                <a:gd name="connsiteX16" fmla="*/ 491214 w 1809750"/>
                <a:gd name="connsiteY16" fmla="*/ 528881 h 948189"/>
                <a:gd name="connsiteX17" fmla="*/ 479784 w 1809750"/>
                <a:gd name="connsiteY17" fmla="*/ 619045 h 948189"/>
                <a:gd name="connsiteX18" fmla="*/ 812540 w 1809750"/>
                <a:gd name="connsiteY18" fmla="*/ 946502 h 948189"/>
                <a:gd name="connsiteX19" fmla="*/ 1124007 w 1809750"/>
                <a:gd name="connsiteY19" fmla="*/ 739588 h 948189"/>
                <a:gd name="connsiteX20" fmla="*/ 914400 w 1809750"/>
                <a:gd name="connsiteY20" fmla="*/ 739588 h 948189"/>
                <a:gd name="connsiteX21" fmla="*/ 813435 w 1809750"/>
                <a:gd name="connsiteY21" fmla="*/ 788942 h 948189"/>
                <a:gd name="connsiteX22" fmla="*/ 688534 w 1809750"/>
                <a:gd name="connsiteY22" fmla="*/ 661761 h 948189"/>
                <a:gd name="connsiteX23" fmla="*/ 1117587 w 1809750"/>
                <a:gd name="connsiteY23" fmla="*/ 661761 h 948189"/>
                <a:gd name="connsiteX24" fmla="*/ 1417892 w 1809750"/>
                <a:gd name="connsiteY24" fmla="*/ 948190 h 948189"/>
                <a:gd name="connsiteX25" fmla="*/ 1600200 w 1809750"/>
                <a:gd name="connsiteY25" fmla="*/ 850934 h 948189"/>
                <a:gd name="connsiteX26" fmla="*/ 1600200 w 1809750"/>
                <a:gd name="connsiteY26" fmla="*/ 919744 h 948189"/>
                <a:gd name="connsiteX27" fmla="*/ 1809750 w 1809750"/>
                <a:gd name="connsiteY27" fmla="*/ 919744 h 948189"/>
                <a:gd name="connsiteX28" fmla="*/ 1809750 w 1809750"/>
                <a:gd name="connsiteY28" fmla="*/ 0 h 948189"/>
                <a:gd name="connsiteX29" fmla="*/ 698116 w 1809750"/>
                <a:gd name="connsiteY29" fmla="*/ 531726 h 948189"/>
                <a:gd name="connsiteX30" fmla="*/ 813483 w 1809750"/>
                <a:gd name="connsiteY30" fmla="*/ 435864 h 948189"/>
                <a:gd name="connsiteX31" fmla="*/ 929811 w 1809750"/>
                <a:gd name="connsiteY31" fmla="*/ 531726 h 948189"/>
                <a:gd name="connsiteX32" fmla="*/ 1463745 w 1809750"/>
                <a:gd name="connsiteY32" fmla="*/ 774709 h 948189"/>
                <a:gd name="connsiteX33" fmla="*/ 1335024 w 1809750"/>
                <a:gd name="connsiteY33" fmla="*/ 623795 h 948189"/>
                <a:gd name="connsiteX34" fmla="*/ 1463745 w 1809750"/>
                <a:gd name="connsiteY34" fmla="*/ 462442 h 948189"/>
                <a:gd name="connsiteX35" fmla="*/ 1588646 w 1809750"/>
                <a:gd name="connsiteY35" fmla="*/ 623795 h 948189"/>
                <a:gd name="connsiteX36" fmla="*/ 1463745 w 1809750"/>
                <a:gd name="connsiteY36" fmla="*/ 774709 h 948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09750" h="948189">
                  <a:moveTo>
                    <a:pt x="1600200" y="0"/>
                  </a:moveTo>
                  <a:lnTo>
                    <a:pt x="1600200" y="379276"/>
                  </a:lnTo>
                  <a:lnTo>
                    <a:pt x="1592447" y="373217"/>
                  </a:lnTo>
                  <a:cubicBezTo>
                    <a:pt x="1544774" y="319170"/>
                    <a:pt x="1479299" y="303421"/>
                    <a:pt x="1409700" y="303421"/>
                  </a:cubicBezTo>
                  <a:cubicBezTo>
                    <a:pt x="1267635" y="303421"/>
                    <a:pt x="1167213" y="395054"/>
                    <a:pt x="1130027" y="522235"/>
                  </a:cubicBezTo>
                  <a:cubicBezTo>
                    <a:pt x="1087126" y="382708"/>
                    <a:pt x="972674" y="303421"/>
                    <a:pt x="809625" y="303421"/>
                  </a:cubicBezTo>
                  <a:cubicBezTo>
                    <a:pt x="677094" y="303421"/>
                    <a:pt x="568700" y="358312"/>
                    <a:pt x="514350" y="455131"/>
                  </a:cubicBezTo>
                  <a:lnTo>
                    <a:pt x="514350" y="331867"/>
                  </a:lnTo>
                  <a:lnTo>
                    <a:pt x="247650" y="331867"/>
                  </a:lnTo>
                  <a:lnTo>
                    <a:pt x="247650" y="208602"/>
                  </a:lnTo>
                  <a:lnTo>
                    <a:pt x="542925" y="208602"/>
                  </a:lnTo>
                  <a:lnTo>
                    <a:pt x="542925" y="0"/>
                  </a:lnTo>
                  <a:lnTo>
                    <a:pt x="0" y="0"/>
                  </a:lnTo>
                  <a:lnTo>
                    <a:pt x="0" y="919744"/>
                  </a:lnTo>
                  <a:lnTo>
                    <a:pt x="247650" y="919744"/>
                  </a:lnTo>
                  <a:lnTo>
                    <a:pt x="247650" y="530986"/>
                  </a:lnTo>
                  <a:lnTo>
                    <a:pt x="491214" y="528881"/>
                  </a:lnTo>
                  <a:cubicBezTo>
                    <a:pt x="483487" y="558314"/>
                    <a:pt x="479644" y="588624"/>
                    <a:pt x="479784" y="619045"/>
                  </a:cubicBezTo>
                  <a:cubicBezTo>
                    <a:pt x="479784" y="809821"/>
                    <a:pt x="625669" y="946502"/>
                    <a:pt x="812540" y="946502"/>
                  </a:cubicBezTo>
                  <a:cubicBezTo>
                    <a:pt x="969864" y="946502"/>
                    <a:pt x="1068667" y="873416"/>
                    <a:pt x="1124007" y="739588"/>
                  </a:cubicBezTo>
                  <a:lnTo>
                    <a:pt x="914400" y="739588"/>
                  </a:lnTo>
                  <a:cubicBezTo>
                    <a:pt x="885825" y="779412"/>
                    <a:pt x="869728" y="788942"/>
                    <a:pt x="813435" y="788942"/>
                  </a:cubicBezTo>
                  <a:cubicBezTo>
                    <a:pt x="747646" y="788942"/>
                    <a:pt x="688534" y="730097"/>
                    <a:pt x="688534" y="661761"/>
                  </a:cubicBezTo>
                  <a:lnTo>
                    <a:pt x="1117587" y="661761"/>
                  </a:lnTo>
                  <a:cubicBezTo>
                    <a:pt x="1135685" y="813623"/>
                    <a:pt x="1254843" y="948190"/>
                    <a:pt x="1417892" y="948190"/>
                  </a:cubicBezTo>
                  <a:cubicBezTo>
                    <a:pt x="1490728" y="946433"/>
                    <a:pt x="1558395" y="910335"/>
                    <a:pt x="1600200" y="850934"/>
                  </a:cubicBezTo>
                  <a:lnTo>
                    <a:pt x="1600200" y="919744"/>
                  </a:lnTo>
                  <a:lnTo>
                    <a:pt x="1809750" y="919744"/>
                  </a:lnTo>
                  <a:lnTo>
                    <a:pt x="1809750" y="0"/>
                  </a:lnTo>
                  <a:close/>
                  <a:moveTo>
                    <a:pt x="698116" y="531726"/>
                  </a:moveTo>
                  <a:cubicBezTo>
                    <a:pt x="711451" y="473830"/>
                    <a:pt x="757228" y="435864"/>
                    <a:pt x="813483" y="435864"/>
                  </a:cubicBezTo>
                  <a:cubicBezTo>
                    <a:pt x="875462" y="435864"/>
                    <a:pt x="918362" y="472843"/>
                    <a:pt x="929811" y="531726"/>
                  </a:cubicBezTo>
                  <a:close/>
                  <a:moveTo>
                    <a:pt x="1463745" y="774709"/>
                  </a:moveTo>
                  <a:cubicBezTo>
                    <a:pt x="1384602" y="774709"/>
                    <a:pt x="1335024" y="700675"/>
                    <a:pt x="1335024" y="623795"/>
                  </a:cubicBezTo>
                  <a:cubicBezTo>
                    <a:pt x="1335024" y="541217"/>
                    <a:pt x="1377887" y="462442"/>
                    <a:pt x="1463745" y="462442"/>
                  </a:cubicBezTo>
                  <a:cubicBezTo>
                    <a:pt x="1552413" y="462442"/>
                    <a:pt x="1588646" y="541217"/>
                    <a:pt x="1588646" y="623795"/>
                  </a:cubicBezTo>
                  <a:cubicBezTo>
                    <a:pt x="1588646" y="702571"/>
                    <a:pt x="1550508" y="774709"/>
                    <a:pt x="1463745" y="774709"/>
                  </a:cubicBez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249692070"/>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_Closing">
    <p:bg>
      <p:bgPr>
        <a:solidFill>
          <a:schemeClr val="bg1"/>
        </a:solidFill>
        <a:effectLst/>
      </p:bgPr>
    </p:bg>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BC7FE7D-754B-0B4A-BCF1-4F278D65C2DE}"/>
              </a:ext>
            </a:extLst>
          </p:cNvPr>
          <p:cNvSpPr>
            <a:spLocks noGrp="1"/>
          </p:cNvSpPr>
          <p:nvPr>
            <p:ph type="pic" sz="quarter" idx="20"/>
          </p:nvPr>
        </p:nvSpPr>
        <p:spPr>
          <a:xfrm>
            <a:off x="0" y="0"/>
            <a:ext cx="12192000" cy="6858000"/>
          </a:xfrm>
          <a:prstGeom prst="rect">
            <a:avLst/>
          </a:prstGeom>
          <a:solidFill>
            <a:schemeClr val="accent6"/>
          </a:solidFill>
        </p:spPr>
        <p:txBody>
          <a:bodyPr tIns="914400" anchor="t" anchorCtr="0"/>
          <a:lstStyle>
            <a:lvl1pPr algn="ctr">
              <a:defRPr sz="1400"/>
            </a:lvl1pPr>
          </a:lstStyle>
          <a:p>
            <a:r>
              <a:rPr lang="en-US"/>
              <a:t>Click icon to add picture</a:t>
            </a:r>
          </a:p>
        </p:txBody>
      </p:sp>
      <p:sp>
        <p:nvSpPr>
          <p:cNvPr id="6" name="Text Placeholder / Gradient Color Bar ">
            <a:extLst>
              <a:ext uri="{FF2B5EF4-FFF2-40B4-BE49-F238E27FC236}">
                <a16:creationId xmlns:a16="http://schemas.microsoft.com/office/drawing/2014/main" id="{C25614AF-CDB2-A945-AD82-414F373D4E9D}"/>
              </a:ext>
            </a:extLst>
          </p:cNvPr>
          <p:cNvSpPr>
            <a:spLocks noGrp="1"/>
          </p:cNvSpPr>
          <p:nvPr>
            <p:ph type="body" sz="quarter" idx="21" hasCustomPrompt="1"/>
          </p:nvPr>
        </p:nvSpPr>
        <p:spPr>
          <a:xfrm flipH="1">
            <a:off x="0" y="2912810"/>
            <a:ext cx="12192000" cy="1032380"/>
          </a:xfrm>
          <a:prstGeom prst="rect">
            <a:avLst/>
          </a:prstGeom>
          <a:solidFill>
            <a:srgbClr val="4D148C">
              <a:alpha val="89804"/>
            </a:srgbClr>
          </a:solidFill>
        </p:spPr>
        <p:txBody>
          <a:bodyPr wrap="square" lIns="548640" tIns="0" rIns="548640" anchor="ctr" anchorCtr="0">
            <a:noAutofit/>
          </a:bodyPr>
          <a:lstStyle>
            <a:lvl1pPr algn="ctr">
              <a:lnSpc>
                <a:spcPct val="110000"/>
              </a:lnSpc>
              <a:spcAft>
                <a:spcPts val="0"/>
              </a:spcAft>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600"/>
              </a:spcBef>
              <a:spcAft>
                <a:spcPts val="0"/>
              </a:spcAft>
              <a:defRPr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defRPr sz="16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3pPr>
            <a:lvl4pPr>
              <a:buNone/>
              <a:defRPr>
                <a:solidFill>
                  <a:schemeClr val="bg1"/>
                </a:solidFill>
              </a:defRPr>
            </a:lvl4pPr>
            <a:lvl5pPr>
              <a:defRPr>
                <a:solidFill>
                  <a:schemeClr val="bg1"/>
                </a:solidFill>
              </a:defRPr>
            </a:lvl5pPr>
          </a:lstStyle>
          <a:p>
            <a:pPr lvl="0"/>
            <a:r>
              <a:rPr lang="en-US"/>
              <a:t>Closing statement</a:t>
            </a:r>
          </a:p>
        </p:txBody>
      </p:sp>
      <p:sp>
        <p:nvSpPr>
          <p:cNvPr id="8" name="Logo">
            <a:extLst>
              <a:ext uri="{FF2B5EF4-FFF2-40B4-BE49-F238E27FC236}">
                <a16:creationId xmlns:a16="http://schemas.microsoft.com/office/drawing/2014/main" id="{49C51027-7953-FD49-82A7-2481928FCBE1}"/>
              </a:ext>
            </a:extLst>
          </p:cNvPr>
          <p:cNvSpPr>
            <a:spLocks noGrp="1" noChangeAspect="1"/>
          </p:cNvSpPr>
          <p:nvPr>
            <p:ph type="pic" sz="quarter" idx="22" hasCustomPrompt="1"/>
          </p:nvPr>
        </p:nvSpPr>
        <p:spPr>
          <a:xfrm>
            <a:off x="9690531" y="5642800"/>
            <a:ext cx="2058736" cy="1005840"/>
          </a:xfrm>
          <a: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p:spPr>
        <p:txBody>
          <a:bodyPr>
            <a:normAutofit/>
          </a:bodyPr>
          <a:lstStyle>
            <a:lvl1pPr>
              <a:defRPr sz="500">
                <a:solidFill>
                  <a:schemeClr val="bg1"/>
                </a:solidFill>
              </a:defRPr>
            </a:lvl1pPr>
          </a:lstStyle>
          <a:p>
            <a:r>
              <a:rPr lang="en-US"/>
              <a:t> </a:t>
            </a:r>
          </a:p>
        </p:txBody>
      </p:sp>
    </p:spTree>
    <p:extLst>
      <p:ext uri="{BB962C8B-B14F-4D97-AF65-F5344CB8AC3E}">
        <p14:creationId xmlns:p14="http://schemas.microsoft.com/office/powerpoint/2010/main" val="15701049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4_Closing">
    <p:bg>
      <p:bgPr>
        <a:solidFill>
          <a:schemeClr val="bg1"/>
        </a:solidFill>
        <a:effectLst/>
      </p:bgPr>
    </p:bg>
    <p:spTree>
      <p:nvGrpSpPr>
        <p:cNvPr id="1" name=""/>
        <p:cNvGrpSpPr/>
        <p:nvPr/>
      </p:nvGrpSpPr>
      <p:grpSpPr>
        <a:xfrm>
          <a:off x="0" y="0"/>
          <a:ext cx="0" cy="0"/>
          <a:chOff x="0" y="0"/>
          <a:chExt cx="0" cy="0"/>
        </a:xfrm>
      </p:grpSpPr>
      <p:sp>
        <p:nvSpPr>
          <p:cNvPr id="5" name="Supporting Image (Background)">
            <a:extLst>
              <a:ext uri="{FF2B5EF4-FFF2-40B4-BE49-F238E27FC236}">
                <a16:creationId xmlns:a16="http://schemas.microsoft.com/office/drawing/2014/main" id="{CBC7FE7D-754B-0B4A-BCF1-4F278D65C2DE}"/>
              </a:ext>
            </a:extLst>
          </p:cNvPr>
          <p:cNvSpPr>
            <a:spLocks noGrp="1"/>
          </p:cNvSpPr>
          <p:nvPr>
            <p:ph type="pic" sz="quarter" idx="20"/>
          </p:nvPr>
        </p:nvSpPr>
        <p:spPr>
          <a:xfrm>
            <a:off x="0" y="0"/>
            <a:ext cx="12192000" cy="6858000"/>
          </a:xfrm>
          <a:prstGeom prst="rect">
            <a:avLst/>
          </a:prstGeom>
          <a:solidFill>
            <a:schemeClr val="accent6"/>
          </a:solidFill>
        </p:spPr>
        <p:txBody>
          <a:bodyPr anchor="ctr" anchorCtr="0"/>
          <a:lstStyle>
            <a:lvl1pPr algn="ctr">
              <a:defRPr sz="1400"/>
            </a:lvl1pPr>
          </a:lstStyle>
          <a:p>
            <a:r>
              <a:rPr lang="en-US"/>
              <a:t>Click icon to add picture</a:t>
            </a:r>
          </a:p>
        </p:txBody>
      </p:sp>
      <p:sp>
        <p:nvSpPr>
          <p:cNvPr id="6" name="Text Placeholder / Gradient Overlay">
            <a:extLst>
              <a:ext uri="{FF2B5EF4-FFF2-40B4-BE49-F238E27FC236}">
                <a16:creationId xmlns:a16="http://schemas.microsoft.com/office/drawing/2014/main" id="{C25614AF-CDB2-A945-AD82-414F373D4E9D}"/>
              </a:ext>
            </a:extLst>
          </p:cNvPr>
          <p:cNvSpPr>
            <a:spLocks noGrp="1"/>
          </p:cNvSpPr>
          <p:nvPr>
            <p:ph type="body" sz="quarter" idx="21" hasCustomPrompt="1"/>
          </p:nvPr>
        </p:nvSpPr>
        <p:spPr>
          <a:xfrm flipH="1">
            <a:off x="0" y="0"/>
            <a:ext cx="12192000" cy="6858000"/>
          </a:xfrm>
          <a:prstGeom prst="rect">
            <a:avLst/>
          </a:prstGeom>
          <a:solidFill>
            <a:srgbClr val="4D148C">
              <a:alpha val="90196"/>
            </a:srgbClr>
          </a:solidFill>
        </p:spPr>
        <p:txBody>
          <a:bodyPr wrap="square" lIns="1371600" tIns="914400" rIns="1371600" bIns="914400" anchor="ctr" anchorCtr="0">
            <a:noAutofit/>
          </a:bodyPr>
          <a:lstStyle>
            <a:lvl1pPr algn="ctr">
              <a:lnSpc>
                <a:spcPct val="110000"/>
              </a:lnSpc>
              <a:spcBef>
                <a:spcPts val="0"/>
              </a:spcBef>
              <a:spcAft>
                <a:spcPts val="1200"/>
              </a:spcAft>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0"/>
              </a:spcBef>
              <a:spcAft>
                <a:spcPts val="600"/>
              </a:spcAft>
              <a:defRPr sz="18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spcBef>
                <a:spcPts val="0"/>
              </a:spcBef>
              <a:spcAft>
                <a:spcPts val="600"/>
              </a:spcAft>
              <a:defRPr sz="18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a:buNone/>
              <a:defRPr>
                <a:solidFill>
                  <a:schemeClr val="bg1"/>
                </a:solidFill>
              </a:defRPr>
            </a:lvl4pPr>
            <a:lvl5pPr>
              <a:defRPr>
                <a:solidFill>
                  <a:schemeClr val="bg1"/>
                </a:solidFill>
              </a:defRPr>
            </a:lvl5pPr>
          </a:lstStyle>
          <a:p>
            <a:pPr lvl="0"/>
            <a:r>
              <a:rPr lang="en-US"/>
              <a:t>Closing remarks</a:t>
            </a:r>
          </a:p>
          <a:p>
            <a:pPr lvl="1"/>
            <a:r>
              <a:rPr lang="en-US"/>
              <a:t>Subheading goes here</a:t>
            </a:r>
          </a:p>
          <a:p>
            <a:pPr lvl="2"/>
            <a:r>
              <a:rPr lang="en-US"/>
              <a:t>Third line</a:t>
            </a:r>
          </a:p>
        </p:txBody>
      </p:sp>
      <p:sp>
        <p:nvSpPr>
          <p:cNvPr id="7" name="Logo">
            <a:extLst>
              <a:ext uri="{FF2B5EF4-FFF2-40B4-BE49-F238E27FC236}">
                <a16:creationId xmlns:a16="http://schemas.microsoft.com/office/drawing/2014/main" id="{009E6E67-C958-A64B-9E38-5C9389B8E47E}"/>
              </a:ext>
            </a:extLst>
          </p:cNvPr>
          <p:cNvSpPr>
            <a:spLocks noGrp="1" noChangeAspect="1"/>
          </p:cNvSpPr>
          <p:nvPr>
            <p:ph type="pic" sz="quarter" idx="22" hasCustomPrompt="1"/>
          </p:nvPr>
        </p:nvSpPr>
        <p:spPr>
          <a:xfrm>
            <a:off x="9690531" y="5642800"/>
            <a:ext cx="2058736" cy="1005840"/>
          </a:xfrm>
          <a: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p:spPr>
        <p:txBody>
          <a:bodyPr>
            <a:normAutofit/>
          </a:bodyPr>
          <a:lstStyle>
            <a:lvl1pPr>
              <a:defRPr sz="500">
                <a:solidFill>
                  <a:schemeClr val="bg1"/>
                </a:solidFill>
              </a:defRPr>
            </a:lvl1pPr>
          </a:lstStyle>
          <a:p>
            <a:r>
              <a:rPr lang="en-US"/>
              <a:t> </a:t>
            </a:r>
          </a:p>
        </p:txBody>
      </p:sp>
    </p:spTree>
    <p:extLst>
      <p:ext uri="{BB962C8B-B14F-4D97-AF65-F5344CB8AC3E}">
        <p14:creationId xmlns:p14="http://schemas.microsoft.com/office/powerpoint/2010/main" val="5587361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5_Closing">
    <p:spTree>
      <p:nvGrpSpPr>
        <p:cNvPr id="1" name=""/>
        <p:cNvGrpSpPr/>
        <p:nvPr/>
      </p:nvGrpSpPr>
      <p:grpSpPr>
        <a:xfrm>
          <a:off x="0" y="0"/>
          <a:ext cx="0" cy="0"/>
          <a:chOff x="0" y="0"/>
          <a:chExt cx="0" cy="0"/>
        </a:xfrm>
      </p:grpSpPr>
      <p:sp>
        <p:nvSpPr>
          <p:cNvPr id="52" name="Supporting Image">
            <a:extLst>
              <a:ext uri="{FF2B5EF4-FFF2-40B4-BE49-F238E27FC236}">
                <a16:creationId xmlns:a16="http://schemas.microsoft.com/office/drawing/2014/main" id="{2C641716-BB16-914A-997E-22C3E17A65F1}"/>
              </a:ext>
            </a:extLst>
          </p:cNvPr>
          <p:cNvSpPr>
            <a:spLocks noGrp="1"/>
          </p:cNvSpPr>
          <p:nvPr>
            <p:ph type="pic" sz="quarter" idx="15"/>
          </p:nvPr>
        </p:nvSpPr>
        <p:spPr>
          <a:xfrm>
            <a:off x="1" y="-742"/>
            <a:ext cx="8372341" cy="6860186"/>
          </a:xfrm>
          <a:custGeom>
            <a:avLst/>
            <a:gdLst>
              <a:gd name="connsiteX0" fmla="*/ 8372341 w 8372341"/>
              <a:gd name="connsiteY0" fmla="*/ 0 h 6860186"/>
              <a:gd name="connsiteX1" fmla="*/ 2188989 w 8372341"/>
              <a:gd name="connsiteY1" fmla="*/ 6860186 h 6860186"/>
              <a:gd name="connsiteX2" fmla="*/ 0 w 8372341"/>
              <a:gd name="connsiteY2" fmla="*/ 6860186 h 6860186"/>
              <a:gd name="connsiteX3" fmla="*/ 0 w 8372341"/>
              <a:gd name="connsiteY3" fmla="*/ 1717 h 6860186"/>
            </a:gdLst>
            <a:ahLst/>
            <a:cxnLst>
              <a:cxn ang="0">
                <a:pos x="connsiteX0" y="connsiteY0"/>
              </a:cxn>
              <a:cxn ang="0">
                <a:pos x="connsiteX1" y="connsiteY1"/>
              </a:cxn>
              <a:cxn ang="0">
                <a:pos x="connsiteX2" y="connsiteY2"/>
              </a:cxn>
              <a:cxn ang="0">
                <a:pos x="connsiteX3" y="connsiteY3"/>
              </a:cxn>
            </a:cxnLst>
            <a:rect l="l" t="t" r="r" b="b"/>
            <a:pathLst>
              <a:path w="8372341" h="6860186">
                <a:moveTo>
                  <a:pt x="8372341" y="0"/>
                </a:moveTo>
                <a:lnTo>
                  <a:pt x="2188989" y="6860186"/>
                </a:lnTo>
                <a:lnTo>
                  <a:pt x="0" y="6860186"/>
                </a:lnTo>
                <a:lnTo>
                  <a:pt x="0" y="1717"/>
                </a:lnTo>
                <a:close/>
              </a:path>
            </a:pathLst>
          </a:custGeom>
          <a:solidFill>
            <a:schemeClr val="accent6"/>
          </a:solidFill>
        </p:spPr>
        <p:txBody>
          <a:bodyPr vert="horz" lIns="0" tIns="0" rIns="0" bIns="0" rtlCol="0" anchor="ctr" anchorCtr="0">
            <a:normAutofit/>
          </a:bodyPr>
          <a:lstStyle>
            <a:lvl1pPr algn="ctr">
              <a:defRPr lang="en-US" sz="14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pPr lvl="0" algn="ctr"/>
            <a:r>
              <a:rPr lang="en-US"/>
              <a:t>Click icon to add picture</a:t>
            </a:r>
          </a:p>
        </p:txBody>
      </p:sp>
      <p:sp>
        <p:nvSpPr>
          <p:cNvPr id="16" name="Corner Overlay (purple)">
            <a:extLst>
              <a:ext uri="{FF2B5EF4-FFF2-40B4-BE49-F238E27FC236}">
                <a16:creationId xmlns:a16="http://schemas.microsoft.com/office/drawing/2014/main" id="{26C3FC25-ECE1-4D46-AFF2-A25C46C0BF8B}"/>
              </a:ext>
            </a:extLst>
          </p:cNvPr>
          <p:cNvSpPr>
            <a:spLocks noGrp="1"/>
          </p:cNvSpPr>
          <p:nvPr>
            <p:ph type="body" sz="quarter" idx="22"/>
          </p:nvPr>
        </p:nvSpPr>
        <p:spPr>
          <a:xfrm flipH="1">
            <a:off x="0" y="-742"/>
            <a:ext cx="4035728" cy="4487576"/>
          </a:xfrm>
          <a:custGeom>
            <a:avLst/>
            <a:gdLst>
              <a:gd name="connsiteX0" fmla="*/ 0 w 4035728"/>
              <a:gd name="connsiteY0" fmla="*/ 0 h 4487576"/>
              <a:gd name="connsiteX1" fmla="*/ 4035728 w 4035728"/>
              <a:gd name="connsiteY1" fmla="*/ 0 h 4487576"/>
              <a:gd name="connsiteX2" fmla="*/ 4035728 w 4035728"/>
              <a:gd name="connsiteY2" fmla="*/ 4487576 h 4487576"/>
            </a:gdLst>
            <a:ahLst/>
            <a:cxnLst>
              <a:cxn ang="0">
                <a:pos x="connsiteX0" y="connsiteY0"/>
              </a:cxn>
              <a:cxn ang="0">
                <a:pos x="connsiteX1" y="connsiteY1"/>
              </a:cxn>
              <a:cxn ang="0">
                <a:pos x="connsiteX2" y="connsiteY2"/>
              </a:cxn>
            </a:cxnLst>
            <a:rect l="l" t="t" r="r" b="b"/>
            <a:pathLst>
              <a:path w="4035728" h="4487576">
                <a:moveTo>
                  <a:pt x="0" y="0"/>
                </a:moveTo>
                <a:lnTo>
                  <a:pt x="4035728" y="0"/>
                </a:lnTo>
                <a:lnTo>
                  <a:pt x="4035728" y="4487576"/>
                </a:lnTo>
                <a:close/>
              </a:path>
            </a:pathLst>
          </a:custGeom>
          <a:solidFill>
            <a:schemeClr val="tx2">
              <a:alpha val="90000"/>
            </a:schemeClr>
          </a:solidFill>
        </p:spPr>
        <p:txBody>
          <a:bodyPr wrap="square">
            <a:noAutofit/>
          </a:bodyPr>
          <a:lstStyle>
            <a:lvl1pPr>
              <a:defRPr sz="100"/>
            </a:lvl1pPr>
          </a:lstStyle>
          <a:p>
            <a:pPr lvl="0"/>
            <a:r>
              <a:rPr lang="en-US"/>
              <a:t>Click to edit Master text styles</a:t>
            </a:r>
          </a:p>
        </p:txBody>
      </p:sp>
      <p:sp>
        <p:nvSpPr>
          <p:cNvPr id="29" name="Text Placeholder">
            <a:extLst>
              <a:ext uri="{FF2B5EF4-FFF2-40B4-BE49-F238E27FC236}">
                <a16:creationId xmlns:a16="http://schemas.microsoft.com/office/drawing/2014/main" id="{73F91B30-7CBC-6E4B-91AE-BFDBBDBDAF1C}"/>
              </a:ext>
            </a:extLst>
          </p:cNvPr>
          <p:cNvSpPr>
            <a:spLocks noGrp="1"/>
          </p:cNvSpPr>
          <p:nvPr>
            <p:ph type="body" sz="quarter" idx="21" hasCustomPrompt="1"/>
          </p:nvPr>
        </p:nvSpPr>
        <p:spPr>
          <a:xfrm>
            <a:off x="6438900" y="2380113"/>
            <a:ext cx="5181600" cy="2693194"/>
          </a:xfrm>
        </p:spPr>
        <p:txBody>
          <a:bodyPr anchor="ctr" anchorCtr="0"/>
          <a:lstStyle>
            <a:lvl1pPr>
              <a:lnSpc>
                <a:spcPct val="110000"/>
              </a:lnSpc>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sz="1800"/>
            </a:lvl3pPr>
          </a:lstStyle>
          <a:p>
            <a:pPr lvl="0"/>
            <a:r>
              <a:rPr lang="en-US"/>
              <a:t>Closing remarks</a:t>
            </a:r>
          </a:p>
          <a:p>
            <a:pPr lvl="1"/>
            <a:r>
              <a:rPr lang="en-US"/>
              <a:t>Subheading goes here</a:t>
            </a:r>
          </a:p>
          <a:p>
            <a:pPr lvl="2"/>
            <a:r>
              <a:rPr lang="en-US"/>
              <a:t>Third level</a:t>
            </a:r>
          </a:p>
        </p:txBody>
      </p:sp>
      <p:grpSp>
        <p:nvGrpSpPr>
          <p:cNvPr id="24" name="Logo">
            <a:extLst>
              <a:ext uri="{FF2B5EF4-FFF2-40B4-BE49-F238E27FC236}">
                <a16:creationId xmlns:a16="http://schemas.microsoft.com/office/drawing/2014/main" id="{55FBA110-76A2-7C4F-B3E1-5A3F1E8DB11D}"/>
              </a:ext>
            </a:extLst>
          </p:cNvPr>
          <p:cNvGrpSpPr/>
          <p:nvPr/>
        </p:nvGrpSpPr>
        <p:grpSpPr>
          <a:xfrm>
            <a:off x="9983497" y="5927220"/>
            <a:ext cx="1629859" cy="449768"/>
            <a:chOff x="574730" y="1096728"/>
            <a:chExt cx="1629859" cy="449768"/>
          </a:xfrm>
        </p:grpSpPr>
        <p:sp>
          <p:nvSpPr>
            <p:cNvPr id="25" name="Freeform 24">
              <a:extLst>
                <a:ext uri="{FF2B5EF4-FFF2-40B4-BE49-F238E27FC236}">
                  <a16:creationId xmlns:a16="http://schemas.microsoft.com/office/drawing/2014/main" id="{593F13D2-F71A-FF4F-83C9-D33ED5D6DC7D}"/>
                </a:ext>
              </a:extLst>
            </p:cNvPr>
            <p:cNvSpPr/>
            <p:nvPr/>
          </p:nvSpPr>
          <p:spPr>
            <a:xfrm>
              <a:off x="2104237" y="1432745"/>
              <a:ext cx="100352" cy="99908"/>
            </a:xfrm>
            <a:custGeom>
              <a:avLst/>
              <a:gdLst>
                <a:gd name="connsiteX0" fmla="*/ 191522 w 211559"/>
                <a:gd name="connsiteY0" fmla="*/ 106207 h 210624"/>
                <a:gd name="connsiteX1" fmla="*/ 105797 w 211559"/>
                <a:gd name="connsiteY1" fmla="*/ 19059 h 210624"/>
                <a:gd name="connsiteX2" fmla="*/ 20024 w 211559"/>
                <a:gd name="connsiteY2" fmla="*/ 101631 h 210624"/>
                <a:gd name="connsiteX3" fmla="*/ 20072 w 211559"/>
                <a:gd name="connsiteY3" fmla="*/ 106207 h 210624"/>
                <a:gd name="connsiteX4" fmla="*/ 105797 w 211559"/>
                <a:gd name="connsiteY4" fmla="*/ 193346 h 210624"/>
                <a:gd name="connsiteX5" fmla="*/ 191582 w 211559"/>
                <a:gd name="connsiteY5" fmla="*/ 111908 h 210624"/>
                <a:gd name="connsiteX6" fmla="*/ 191522 w 211559"/>
                <a:gd name="connsiteY6" fmla="*/ 106207 h 210624"/>
                <a:gd name="connsiteX7" fmla="*/ 83890 w 211559"/>
                <a:gd name="connsiteY7" fmla="*/ 110739 h 210624"/>
                <a:gd name="connsiteX8" fmla="*/ 83890 w 211559"/>
                <a:gd name="connsiteY8" fmla="*/ 169527 h 210624"/>
                <a:gd name="connsiteX9" fmla="*/ 66126 w 211559"/>
                <a:gd name="connsiteY9" fmla="*/ 169527 h 210624"/>
                <a:gd name="connsiteX10" fmla="*/ 66126 w 211559"/>
                <a:gd name="connsiteY10" fmla="*/ 42536 h 210624"/>
                <a:gd name="connsiteX11" fmla="*/ 106978 w 211559"/>
                <a:gd name="connsiteY11" fmla="*/ 42536 h 210624"/>
                <a:gd name="connsiteX12" fmla="*/ 149117 w 211559"/>
                <a:gd name="connsiteY12" fmla="*/ 76064 h 210624"/>
                <a:gd name="connsiteX13" fmla="*/ 128543 w 211559"/>
                <a:gd name="connsiteY13" fmla="*/ 103884 h 210624"/>
                <a:gd name="connsiteX14" fmla="*/ 128543 w 211559"/>
                <a:gd name="connsiteY14" fmla="*/ 103960 h 210624"/>
                <a:gd name="connsiteX15" fmla="*/ 145898 w 211559"/>
                <a:gd name="connsiteY15" fmla="*/ 132529 h 210624"/>
                <a:gd name="connsiteX16" fmla="*/ 154108 w 211559"/>
                <a:gd name="connsiteY16" fmla="*/ 167925 h 210624"/>
                <a:gd name="connsiteX17" fmla="*/ 132201 w 211559"/>
                <a:gd name="connsiteY17" fmla="*/ 167925 h 210624"/>
                <a:gd name="connsiteX18" fmla="*/ 123990 w 211559"/>
                <a:gd name="connsiteY18" fmla="*/ 125256 h 210624"/>
                <a:gd name="connsiteX19" fmla="*/ 103035 w 211559"/>
                <a:gd name="connsiteY19" fmla="*/ 110730 h 210624"/>
                <a:gd name="connsiteX20" fmla="*/ 83880 w 211559"/>
                <a:gd name="connsiteY20" fmla="*/ 110730 h 210624"/>
                <a:gd name="connsiteX21" fmla="*/ 106693 w 211559"/>
                <a:gd name="connsiteY21" fmla="*/ 94402 h 210624"/>
                <a:gd name="connsiteX22" fmla="*/ 130210 w 211559"/>
                <a:gd name="connsiteY22" fmla="*/ 76329 h 210624"/>
                <a:gd name="connsiteX23" fmla="*/ 106693 w 211559"/>
                <a:gd name="connsiteY23" fmla="*/ 58096 h 210624"/>
                <a:gd name="connsiteX24" fmla="*/ 83890 w 211559"/>
                <a:gd name="connsiteY24" fmla="*/ 58096 h 210624"/>
                <a:gd name="connsiteX25" fmla="*/ 83890 w 211559"/>
                <a:gd name="connsiteY25" fmla="*/ 93899 h 210624"/>
                <a:gd name="connsiteX26" fmla="*/ 106693 w 211559"/>
                <a:gd name="connsiteY26" fmla="*/ 94402 h 210624"/>
                <a:gd name="connsiteX27" fmla="*/ 13 w 211559"/>
                <a:gd name="connsiteY27" fmla="*/ 106207 h 210624"/>
                <a:gd name="connsiteX28" fmla="*/ 104870 w 211559"/>
                <a:gd name="connsiteY28" fmla="*/ 4 h 210624"/>
                <a:gd name="connsiteX29" fmla="*/ 211555 w 211559"/>
                <a:gd name="connsiteY29" fmla="*/ 104386 h 210624"/>
                <a:gd name="connsiteX30" fmla="*/ 106699 w 211559"/>
                <a:gd name="connsiteY30" fmla="*/ 210589 h 210624"/>
                <a:gd name="connsiteX31" fmla="*/ 105788 w 211559"/>
                <a:gd name="connsiteY31" fmla="*/ 210593 h 210624"/>
                <a:gd name="connsiteX32" fmla="*/ 31 w 211559"/>
                <a:gd name="connsiteY32" fmla="*/ 110347 h 210624"/>
                <a:gd name="connsiteX33" fmla="*/ 13 w 211559"/>
                <a:gd name="connsiteY33" fmla="*/ 106207 h 21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1559" h="210624">
                  <a:moveTo>
                    <a:pt x="191522" y="106207"/>
                  </a:moveTo>
                  <a:cubicBezTo>
                    <a:pt x="191522" y="55375"/>
                    <a:pt x="155956" y="19059"/>
                    <a:pt x="105797" y="19059"/>
                  </a:cubicBezTo>
                  <a:cubicBezTo>
                    <a:pt x="59206" y="18282"/>
                    <a:pt x="20804" y="55251"/>
                    <a:pt x="20024" y="101631"/>
                  </a:cubicBezTo>
                  <a:cubicBezTo>
                    <a:pt x="19999" y="103157"/>
                    <a:pt x="20015" y="104683"/>
                    <a:pt x="20072" y="106207"/>
                  </a:cubicBezTo>
                  <a:cubicBezTo>
                    <a:pt x="20072" y="157039"/>
                    <a:pt x="55639" y="193346"/>
                    <a:pt x="105797" y="193346"/>
                  </a:cubicBezTo>
                  <a:cubicBezTo>
                    <a:pt x="152077" y="194439"/>
                    <a:pt x="190484" y="157978"/>
                    <a:pt x="191582" y="111908"/>
                  </a:cubicBezTo>
                  <a:cubicBezTo>
                    <a:pt x="191628" y="110007"/>
                    <a:pt x="191608" y="108106"/>
                    <a:pt x="191522" y="106207"/>
                  </a:cubicBezTo>
                  <a:close/>
                  <a:moveTo>
                    <a:pt x="83890" y="110739"/>
                  </a:moveTo>
                  <a:lnTo>
                    <a:pt x="83890" y="169527"/>
                  </a:lnTo>
                  <a:lnTo>
                    <a:pt x="66126" y="169527"/>
                  </a:lnTo>
                  <a:lnTo>
                    <a:pt x="66126" y="42536"/>
                  </a:lnTo>
                  <a:lnTo>
                    <a:pt x="106978" y="42536"/>
                  </a:lnTo>
                  <a:cubicBezTo>
                    <a:pt x="134334" y="42536"/>
                    <a:pt x="149117" y="53374"/>
                    <a:pt x="149117" y="76064"/>
                  </a:cubicBezTo>
                  <a:cubicBezTo>
                    <a:pt x="149840" y="89046"/>
                    <a:pt x="141211" y="100714"/>
                    <a:pt x="128543" y="103884"/>
                  </a:cubicBezTo>
                  <a:lnTo>
                    <a:pt x="128543" y="103960"/>
                  </a:lnTo>
                  <a:cubicBezTo>
                    <a:pt x="139487" y="105771"/>
                    <a:pt x="143164" y="115281"/>
                    <a:pt x="145898" y="132529"/>
                  </a:cubicBezTo>
                  <a:cubicBezTo>
                    <a:pt x="147727" y="143423"/>
                    <a:pt x="149546" y="163392"/>
                    <a:pt x="154108" y="167925"/>
                  </a:cubicBezTo>
                  <a:lnTo>
                    <a:pt x="132201" y="167925"/>
                  </a:lnTo>
                  <a:cubicBezTo>
                    <a:pt x="126733" y="156129"/>
                    <a:pt x="127638" y="139792"/>
                    <a:pt x="123990" y="125256"/>
                  </a:cubicBezTo>
                  <a:cubicBezTo>
                    <a:pt x="122034" y="115613"/>
                    <a:pt x="112799" y="109211"/>
                    <a:pt x="103035" y="110730"/>
                  </a:cubicBezTo>
                  <a:lnTo>
                    <a:pt x="83880" y="110730"/>
                  </a:lnTo>
                  <a:close/>
                  <a:moveTo>
                    <a:pt x="106693" y="94402"/>
                  </a:moveTo>
                  <a:cubicBezTo>
                    <a:pt x="124924" y="94402"/>
                    <a:pt x="130210" y="85404"/>
                    <a:pt x="130210" y="76329"/>
                  </a:cubicBezTo>
                  <a:cubicBezTo>
                    <a:pt x="130210" y="66345"/>
                    <a:pt x="124009" y="58096"/>
                    <a:pt x="106693" y="58096"/>
                  </a:cubicBezTo>
                  <a:lnTo>
                    <a:pt x="83890" y="58096"/>
                  </a:lnTo>
                  <a:lnTo>
                    <a:pt x="83890" y="93899"/>
                  </a:lnTo>
                  <a:lnTo>
                    <a:pt x="106693" y="94402"/>
                  </a:lnTo>
                  <a:close/>
                  <a:moveTo>
                    <a:pt x="13" y="106207"/>
                  </a:moveTo>
                  <a:cubicBezTo>
                    <a:pt x="-492" y="48055"/>
                    <a:pt x="46454" y="507"/>
                    <a:pt x="104870" y="4"/>
                  </a:cubicBezTo>
                  <a:cubicBezTo>
                    <a:pt x="163285" y="-499"/>
                    <a:pt x="211050" y="46235"/>
                    <a:pt x="211555" y="104386"/>
                  </a:cubicBezTo>
                  <a:cubicBezTo>
                    <a:pt x="212060" y="162538"/>
                    <a:pt x="165114" y="210087"/>
                    <a:pt x="106699" y="210589"/>
                  </a:cubicBezTo>
                  <a:cubicBezTo>
                    <a:pt x="106395" y="210592"/>
                    <a:pt x="106092" y="210593"/>
                    <a:pt x="105788" y="210593"/>
                  </a:cubicBezTo>
                  <a:cubicBezTo>
                    <a:pt x="48776" y="211983"/>
                    <a:pt x="1427" y="167101"/>
                    <a:pt x="31" y="110347"/>
                  </a:cubicBezTo>
                  <a:cubicBezTo>
                    <a:pt x="-3" y="108967"/>
                    <a:pt x="-9" y="107587"/>
                    <a:pt x="13" y="106207"/>
                  </a:cubicBezTo>
                  <a:close/>
                </a:path>
              </a:pathLst>
            </a:custGeom>
            <a:solidFill>
              <a:srgbClr val="FF6600"/>
            </a:solidFill>
            <a:ln w="952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B00EB65F-9005-FE4C-89DC-9ECE4EB43AF8}"/>
                </a:ext>
              </a:extLst>
            </p:cNvPr>
            <p:cNvSpPr/>
            <p:nvPr/>
          </p:nvSpPr>
          <p:spPr>
            <a:xfrm>
              <a:off x="1677158" y="1254147"/>
              <a:ext cx="378185" cy="278856"/>
            </a:xfrm>
            <a:custGeom>
              <a:avLst/>
              <a:gdLst>
                <a:gd name="connsiteX0" fmla="*/ 520732 w 797280"/>
                <a:gd name="connsiteY0" fmla="*/ 587764 h 587877"/>
                <a:gd name="connsiteX1" fmla="*/ 388658 w 797280"/>
                <a:gd name="connsiteY1" fmla="*/ 439989 h 587877"/>
                <a:gd name="connsiteX2" fmla="*/ 262376 w 797280"/>
                <a:gd name="connsiteY2" fmla="*/ 587849 h 587877"/>
                <a:gd name="connsiteX3" fmla="*/ 0 w 797280"/>
                <a:gd name="connsiteY3" fmla="*/ 587878 h 587877"/>
                <a:gd name="connsiteX4" fmla="*/ 257080 w 797280"/>
                <a:gd name="connsiteY4" fmla="*/ 291929 h 587877"/>
                <a:gd name="connsiteX5" fmla="*/ 0 w 797280"/>
                <a:gd name="connsiteY5" fmla="*/ 0 h 587877"/>
                <a:gd name="connsiteX6" fmla="*/ 276225 w 797280"/>
                <a:gd name="connsiteY6" fmla="*/ 0 h 587877"/>
                <a:gd name="connsiteX7" fmla="*/ 400098 w 797280"/>
                <a:gd name="connsiteY7" fmla="*/ 141963 h 587877"/>
                <a:gd name="connsiteX8" fmla="*/ 523875 w 797280"/>
                <a:gd name="connsiteY8" fmla="*/ 0 h 587877"/>
                <a:gd name="connsiteX9" fmla="*/ 781050 w 797280"/>
                <a:gd name="connsiteY9" fmla="*/ 0 h 587877"/>
                <a:gd name="connsiteX10" fmla="*/ 529771 w 797280"/>
                <a:gd name="connsiteY10" fmla="*/ 290032 h 587877"/>
                <a:gd name="connsiteX11" fmla="*/ 797280 w 797280"/>
                <a:gd name="connsiteY11" fmla="*/ 587764 h 587877"/>
                <a:gd name="connsiteX12" fmla="*/ 520732 w 797280"/>
                <a:gd name="connsiteY12" fmla="*/ 587764 h 587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7280" h="587877">
                  <a:moveTo>
                    <a:pt x="520732" y="587764"/>
                  </a:moveTo>
                  <a:lnTo>
                    <a:pt x="388658" y="439989"/>
                  </a:lnTo>
                  <a:lnTo>
                    <a:pt x="262376" y="587849"/>
                  </a:lnTo>
                  <a:lnTo>
                    <a:pt x="0" y="587878"/>
                  </a:lnTo>
                  <a:lnTo>
                    <a:pt x="257080" y="291929"/>
                  </a:lnTo>
                  <a:lnTo>
                    <a:pt x="0" y="0"/>
                  </a:lnTo>
                  <a:lnTo>
                    <a:pt x="276225" y="0"/>
                  </a:lnTo>
                  <a:lnTo>
                    <a:pt x="400098" y="141963"/>
                  </a:lnTo>
                  <a:lnTo>
                    <a:pt x="523875" y="0"/>
                  </a:lnTo>
                  <a:lnTo>
                    <a:pt x="781050" y="0"/>
                  </a:lnTo>
                  <a:lnTo>
                    <a:pt x="529771" y="290032"/>
                  </a:lnTo>
                  <a:lnTo>
                    <a:pt x="797280" y="587764"/>
                  </a:lnTo>
                  <a:lnTo>
                    <a:pt x="520732" y="587764"/>
                  </a:lnTo>
                  <a:close/>
                </a:path>
              </a:pathLst>
            </a:custGeom>
            <a:solidFill>
              <a:srgbClr val="FF6600"/>
            </a:solidFill>
            <a:ln w="952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903BCA64-28A1-D443-92D0-29E36C5F3F2B}"/>
                </a:ext>
              </a:extLst>
            </p:cNvPr>
            <p:cNvSpPr/>
            <p:nvPr/>
          </p:nvSpPr>
          <p:spPr>
            <a:xfrm>
              <a:off x="1433179" y="1096728"/>
              <a:ext cx="243979" cy="436275"/>
            </a:xfrm>
            <a:custGeom>
              <a:avLst/>
              <a:gdLst>
                <a:gd name="connsiteX0" fmla="*/ 0 w 514350"/>
                <a:gd name="connsiteY0" fmla="*/ 919744 h 919744"/>
                <a:gd name="connsiteX1" fmla="*/ 0 w 514350"/>
                <a:gd name="connsiteY1" fmla="*/ 0 h 919744"/>
                <a:gd name="connsiteX2" fmla="*/ 514350 w 514350"/>
                <a:gd name="connsiteY2" fmla="*/ 0 h 919744"/>
                <a:gd name="connsiteX3" fmla="*/ 514350 w 514350"/>
                <a:gd name="connsiteY3" fmla="*/ 208602 h 919744"/>
                <a:gd name="connsiteX4" fmla="*/ 219075 w 514350"/>
                <a:gd name="connsiteY4" fmla="*/ 208602 h 919744"/>
                <a:gd name="connsiteX5" fmla="*/ 219075 w 514350"/>
                <a:gd name="connsiteY5" fmla="*/ 331867 h 919744"/>
                <a:gd name="connsiteX6" fmla="*/ 514350 w 514350"/>
                <a:gd name="connsiteY6" fmla="*/ 331867 h 919744"/>
                <a:gd name="connsiteX7" fmla="*/ 514350 w 514350"/>
                <a:gd name="connsiteY7" fmla="*/ 530986 h 919744"/>
                <a:gd name="connsiteX8" fmla="*/ 219075 w 514350"/>
                <a:gd name="connsiteY8" fmla="*/ 530986 h 919744"/>
                <a:gd name="connsiteX9" fmla="*/ 219075 w 514350"/>
                <a:gd name="connsiteY9" fmla="*/ 711142 h 919744"/>
                <a:gd name="connsiteX10" fmla="*/ 514350 w 514350"/>
                <a:gd name="connsiteY10" fmla="*/ 711142 h 919744"/>
                <a:gd name="connsiteX11" fmla="*/ 514350 w 514350"/>
                <a:gd name="connsiteY11" fmla="*/ 919744 h 919744"/>
                <a:gd name="connsiteX12" fmla="*/ 0 w 514350"/>
                <a:gd name="connsiteY12" fmla="*/ 919744 h 919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4350" h="919744">
                  <a:moveTo>
                    <a:pt x="0" y="919744"/>
                  </a:moveTo>
                  <a:lnTo>
                    <a:pt x="0" y="0"/>
                  </a:lnTo>
                  <a:lnTo>
                    <a:pt x="514350" y="0"/>
                  </a:lnTo>
                  <a:lnTo>
                    <a:pt x="514350" y="208602"/>
                  </a:lnTo>
                  <a:lnTo>
                    <a:pt x="219075" y="208602"/>
                  </a:lnTo>
                  <a:lnTo>
                    <a:pt x="219075" y="331867"/>
                  </a:lnTo>
                  <a:lnTo>
                    <a:pt x="514350" y="331867"/>
                  </a:lnTo>
                  <a:lnTo>
                    <a:pt x="514350" y="530986"/>
                  </a:lnTo>
                  <a:lnTo>
                    <a:pt x="219075" y="530986"/>
                  </a:lnTo>
                  <a:lnTo>
                    <a:pt x="219075" y="711142"/>
                  </a:lnTo>
                  <a:lnTo>
                    <a:pt x="514350" y="711142"/>
                  </a:lnTo>
                  <a:lnTo>
                    <a:pt x="514350" y="919744"/>
                  </a:lnTo>
                  <a:lnTo>
                    <a:pt x="0" y="919744"/>
                  </a:lnTo>
                  <a:close/>
                </a:path>
              </a:pathLst>
            </a:custGeom>
            <a:solidFill>
              <a:srgbClr val="FF6600"/>
            </a:solidFill>
            <a:ln w="952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49D883AC-2D35-D04F-B288-8FE49AAFD7A4}"/>
                </a:ext>
              </a:extLst>
            </p:cNvPr>
            <p:cNvSpPr/>
            <p:nvPr/>
          </p:nvSpPr>
          <p:spPr>
            <a:xfrm>
              <a:off x="574730" y="1096728"/>
              <a:ext cx="858444" cy="449768"/>
            </a:xfrm>
            <a:custGeom>
              <a:avLst/>
              <a:gdLst>
                <a:gd name="connsiteX0" fmla="*/ 1600200 w 1809750"/>
                <a:gd name="connsiteY0" fmla="*/ 0 h 948189"/>
                <a:gd name="connsiteX1" fmla="*/ 1600200 w 1809750"/>
                <a:gd name="connsiteY1" fmla="*/ 379276 h 948189"/>
                <a:gd name="connsiteX2" fmla="*/ 1592447 w 1809750"/>
                <a:gd name="connsiteY2" fmla="*/ 373217 h 948189"/>
                <a:gd name="connsiteX3" fmla="*/ 1409700 w 1809750"/>
                <a:gd name="connsiteY3" fmla="*/ 303421 h 948189"/>
                <a:gd name="connsiteX4" fmla="*/ 1130027 w 1809750"/>
                <a:gd name="connsiteY4" fmla="*/ 522235 h 948189"/>
                <a:gd name="connsiteX5" fmla="*/ 809625 w 1809750"/>
                <a:gd name="connsiteY5" fmla="*/ 303421 h 948189"/>
                <a:gd name="connsiteX6" fmla="*/ 514350 w 1809750"/>
                <a:gd name="connsiteY6" fmla="*/ 455131 h 948189"/>
                <a:gd name="connsiteX7" fmla="*/ 514350 w 1809750"/>
                <a:gd name="connsiteY7" fmla="*/ 331867 h 948189"/>
                <a:gd name="connsiteX8" fmla="*/ 247650 w 1809750"/>
                <a:gd name="connsiteY8" fmla="*/ 331867 h 948189"/>
                <a:gd name="connsiteX9" fmla="*/ 247650 w 1809750"/>
                <a:gd name="connsiteY9" fmla="*/ 208602 h 948189"/>
                <a:gd name="connsiteX10" fmla="*/ 542925 w 1809750"/>
                <a:gd name="connsiteY10" fmla="*/ 208602 h 948189"/>
                <a:gd name="connsiteX11" fmla="*/ 542925 w 1809750"/>
                <a:gd name="connsiteY11" fmla="*/ 0 h 948189"/>
                <a:gd name="connsiteX12" fmla="*/ 0 w 1809750"/>
                <a:gd name="connsiteY12" fmla="*/ 0 h 948189"/>
                <a:gd name="connsiteX13" fmla="*/ 0 w 1809750"/>
                <a:gd name="connsiteY13" fmla="*/ 919744 h 948189"/>
                <a:gd name="connsiteX14" fmla="*/ 247650 w 1809750"/>
                <a:gd name="connsiteY14" fmla="*/ 919744 h 948189"/>
                <a:gd name="connsiteX15" fmla="*/ 247650 w 1809750"/>
                <a:gd name="connsiteY15" fmla="*/ 530986 h 948189"/>
                <a:gd name="connsiteX16" fmla="*/ 491214 w 1809750"/>
                <a:gd name="connsiteY16" fmla="*/ 528881 h 948189"/>
                <a:gd name="connsiteX17" fmla="*/ 479784 w 1809750"/>
                <a:gd name="connsiteY17" fmla="*/ 619045 h 948189"/>
                <a:gd name="connsiteX18" fmla="*/ 812540 w 1809750"/>
                <a:gd name="connsiteY18" fmla="*/ 946502 h 948189"/>
                <a:gd name="connsiteX19" fmla="*/ 1124007 w 1809750"/>
                <a:gd name="connsiteY19" fmla="*/ 739588 h 948189"/>
                <a:gd name="connsiteX20" fmla="*/ 914400 w 1809750"/>
                <a:gd name="connsiteY20" fmla="*/ 739588 h 948189"/>
                <a:gd name="connsiteX21" fmla="*/ 813435 w 1809750"/>
                <a:gd name="connsiteY21" fmla="*/ 788942 h 948189"/>
                <a:gd name="connsiteX22" fmla="*/ 688534 w 1809750"/>
                <a:gd name="connsiteY22" fmla="*/ 661761 h 948189"/>
                <a:gd name="connsiteX23" fmla="*/ 1117587 w 1809750"/>
                <a:gd name="connsiteY23" fmla="*/ 661761 h 948189"/>
                <a:gd name="connsiteX24" fmla="*/ 1417892 w 1809750"/>
                <a:gd name="connsiteY24" fmla="*/ 948190 h 948189"/>
                <a:gd name="connsiteX25" fmla="*/ 1600200 w 1809750"/>
                <a:gd name="connsiteY25" fmla="*/ 850934 h 948189"/>
                <a:gd name="connsiteX26" fmla="*/ 1600200 w 1809750"/>
                <a:gd name="connsiteY26" fmla="*/ 919744 h 948189"/>
                <a:gd name="connsiteX27" fmla="*/ 1809750 w 1809750"/>
                <a:gd name="connsiteY27" fmla="*/ 919744 h 948189"/>
                <a:gd name="connsiteX28" fmla="*/ 1809750 w 1809750"/>
                <a:gd name="connsiteY28" fmla="*/ 0 h 948189"/>
                <a:gd name="connsiteX29" fmla="*/ 698116 w 1809750"/>
                <a:gd name="connsiteY29" fmla="*/ 531726 h 948189"/>
                <a:gd name="connsiteX30" fmla="*/ 813483 w 1809750"/>
                <a:gd name="connsiteY30" fmla="*/ 435864 h 948189"/>
                <a:gd name="connsiteX31" fmla="*/ 929811 w 1809750"/>
                <a:gd name="connsiteY31" fmla="*/ 531726 h 948189"/>
                <a:gd name="connsiteX32" fmla="*/ 1463745 w 1809750"/>
                <a:gd name="connsiteY32" fmla="*/ 774709 h 948189"/>
                <a:gd name="connsiteX33" fmla="*/ 1335024 w 1809750"/>
                <a:gd name="connsiteY33" fmla="*/ 623795 h 948189"/>
                <a:gd name="connsiteX34" fmla="*/ 1463745 w 1809750"/>
                <a:gd name="connsiteY34" fmla="*/ 462442 h 948189"/>
                <a:gd name="connsiteX35" fmla="*/ 1588646 w 1809750"/>
                <a:gd name="connsiteY35" fmla="*/ 623795 h 948189"/>
                <a:gd name="connsiteX36" fmla="*/ 1463745 w 1809750"/>
                <a:gd name="connsiteY36" fmla="*/ 774709 h 948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09750" h="948189">
                  <a:moveTo>
                    <a:pt x="1600200" y="0"/>
                  </a:moveTo>
                  <a:lnTo>
                    <a:pt x="1600200" y="379276"/>
                  </a:lnTo>
                  <a:lnTo>
                    <a:pt x="1592447" y="373217"/>
                  </a:lnTo>
                  <a:cubicBezTo>
                    <a:pt x="1544774" y="319170"/>
                    <a:pt x="1479299" y="303421"/>
                    <a:pt x="1409700" y="303421"/>
                  </a:cubicBezTo>
                  <a:cubicBezTo>
                    <a:pt x="1267635" y="303421"/>
                    <a:pt x="1167213" y="395054"/>
                    <a:pt x="1130027" y="522235"/>
                  </a:cubicBezTo>
                  <a:cubicBezTo>
                    <a:pt x="1087126" y="382708"/>
                    <a:pt x="972674" y="303421"/>
                    <a:pt x="809625" y="303421"/>
                  </a:cubicBezTo>
                  <a:cubicBezTo>
                    <a:pt x="677094" y="303421"/>
                    <a:pt x="568700" y="358312"/>
                    <a:pt x="514350" y="455131"/>
                  </a:cubicBezTo>
                  <a:lnTo>
                    <a:pt x="514350" y="331867"/>
                  </a:lnTo>
                  <a:lnTo>
                    <a:pt x="247650" y="331867"/>
                  </a:lnTo>
                  <a:lnTo>
                    <a:pt x="247650" y="208602"/>
                  </a:lnTo>
                  <a:lnTo>
                    <a:pt x="542925" y="208602"/>
                  </a:lnTo>
                  <a:lnTo>
                    <a:pt x="542925" y="0"/>
                  </a:lnTo>
                  <a:lnTo>
                    <a:pt x="0" y="0"/>
                  </a:lnTo>
                  <a:lnTo>
                    <a:pt x="0" y="919744"/>
                  </a:lnTo>
                  <a:lnTo>
                    <a:pt x="247650" y="919744"/>
                  </a:lnTo>
                  <a:lnTo>
                    <a:pt x="247650" y="530986"/>
                  </a:lnTo>
                  <a:lnTo>
                    <a:pt x="491214" y="528881"/>
                  </a:lnTo>
                  <a:cubicBezTo>
                    <a:pt x="483487" y="558314"/>
                    <a:pt x="479644" y="588624"/>
                    <a:pt x="479784" y="619045"/>
                  </a:cubicBezTo>
                  <a:cubicBezTo>
                    <a:pt x="479784" y="809821"/>
                    <a:pt x="625669" y="946502"/>
                    <a:pt x="812540" y="946502"/>
                  </a:cubicBezTo>
                  <a:cubicBezTo>
                    <a:pt x="969864" y="946502"/>
                    <a:pt x="1068667" y="873416"/>
                    <a:pt x="1124007" y="739588"/>
                  </a:cubicBezTo>
                  <a:lnTo>
                    <a:pt x="914400" y="739588"/>
                  </a:lnTo>
                  <a:cubicBezTo>
                    <a:pt x="885825" y="779412"/>
                    <a:pt x="869728" y="788942"/>
                    <a:pt x="813435" y="788942"/>
                  </a:cubicBezTo>
                  <a:cubicBezTo>
                    <a:pt x="747646" y="788942"/>
                    <a:pt x="688534" y="730097"/>
                    <a:pt x="688534" y="661761"/>
                  </a:cubicBezTo>
                  <a:lnTo>
                    <a:pt x="1117587" y="661761"/>
                  </a:lnTo>
                  <a:cubicBezTo>
                    <a:pt x="1135685" y="813623"/>
                    <a:pt x="1254843" y="948190"/>
                    <a:pt x="1417892" y="948190"/>
                  </a:cubicBezTo>
                  <a:cubicBezTo>
                    <a:pt x="1490728" y="946433"/>
                    <a:pt x="1558395" y="910335"/>
                    <a:pt x="1600200" y="850934"/>
                  </a:cubicBezTo>
                  <a:lnTo>
                    <a:pt x="1600200" y="919744"/>
                  </a:lnTo>
                  <a:lnTo>
                    <a:pt x="1809750" y="919744"/>
                  </a:lnTo>
                  <a:lnTo>
                    <a:pt x="1809750" y="0"/>
                  </a:lnTo>
                  <a:close/>
                  <a:moveTo>
                    <a:pt x="698116" y="531726"/>
                  </a:moveTo>
                  <a:cubicBezTo>
                    <a:pt x="711451" y="473830"/>
                    <a:pt x="757228" y="435864"/>
                    <a:pt x="813483" y="435864"/>
                  </a:cubicBezTo>
                  <a:cubicBezTo>
                    <a:pt x="875462" y="435864"/>
                    <a:pt x="918362" y="472843"/>
                    <a:pt x="929811" y="531726"/>
                  </a:cubicBezTo>
                  <a:close/>
                  <a:moveTo>
                    <a:pt x="1463745" y="774709"/>
                  </a:moveTo>
                  <a:cubicBezTo>
                    <a:pt x="1384602" y="774709"/>
                    <a:pt x="1335024" y="700675"/>
                    <a:pt x="1335024" y="623795"/>
                  </a:cubicBezTo>
                  <a:cubicBezTo>
                    <a:pt x="1335024" y="541217"/>
                    <a:pt x="1377887" y="462442"/>
                    <a:pt x="1463745" y="462442"/>
                  </a:cubicBezTo>
                  <a:cubicBezTo>
                    <a:pt x="1552413" y="462442"/>
                    <a:pt x="1588646" y="541217"/>
                    <a:pt x="1588646" y="623795"/>
                  </a:cubicBezTo>
                  <a:cubicBezTo>
                    <a:pt x="1588646" y="702571"/>
                    <a:pt x="1550508" y="774709"/>
                    <a:pt x="1463745" y="774709"/>
                  </a:cubicBezTo>
                  <a:close/>
                </a:path>
              </a:pathLst>
            </a:custGeom>
            <a:solidFill>
              <a:srgbClr val="4D148C"/>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31763596"/>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Agenda">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hasCustomPrompt="1"/>
          </p:nvPr>
        </p:nvSpPr>
        <p:spPr>
          <a:xfrm>
            <a:off x="571500" y="571501"/>
            <a:ext cx="9182100" cy="603504"/>
          </a:xfrm>
        </p:spPr>
        <p:txBody>
          <a:bodyPr/>
          <a:lstStyle>
            <a:lvl1pPr>
              <a:defRPr sz="3800"/>
            </a:lvl1pPr>
          </a:lstStyle>
          <a:p>
            <a:r>
              <a:rPr lang="en-US"/>
              <a:t>Agenda</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571500" y="1524000"/>
            <a:ext cx="9182100" cy="4495800"/>
          </a:xfrm>
        </p:spPr>
        <p:txBody>
          <a:bodyPr/>
          <a:lstStyle>
            <a:lvl1pPr marL="658368" indent="-658368">
              <a:spcAft>
                <a:spcPts val="1800"/>
              </a:spcAft>
              <a:buClr>
                <a:schemeClr val="tx2"/>
              </a:buClr>
              <a:buSzPct val="125000"/>
              <a:buFont typeface="+mj-lt"/>
              <a:buAutoNum type="arabicPeriod"/>
              <a:tabLst/>
              <a:defRPr/>
            </a:lvl1pPr>
          </a:lstStyle>
          <a:p>
            <a:pPr lvl="0"/>
            <a:r>
              <a:rPr lang="en-US"/>
              <a:t>Click to add your first section title here</a:t>
            </a:r>
          </a:p>
          <a:p>
            <a:pPr lvl="0"/>
            <a:r>
              <a:rPr lang="en-US"/>
              <a:t>Click to add your second section title here</a:t>
            </a:r>
          </a:p>
          <a:p>
            <a:pPr lvl="0"/>
            <a:r>
              <a:rPr lang="en-US"/>
              <a:t>Click to add your third section title here</a:t>
            </a:r>
          </a:p>
        </p:txBody>
      </p:sp>
      <p:sp>
        <p:nvSpPr>
          <p:cNvPr id="5" name="Footer Placeholder">
            <a:extLst>
              <a:ext uri="{FF2B5EF4-FFF2-40B4-BE49-F238E27FC236}">
                <a16:creationId xmlns:a16="http://schemas.microsoft.com/office/drawing/2014/main" id="{551031FF-EED5-6749-947B-08BDF717F550}"/>
              </a:ext>
            </a:extLst>
          </p:cNvPr>
          <p:cNvSpPr>
            <a:spLocks noGrp="1"/>
          </p:cNvSpPr>
          <p:nvPr>
            <p:ph type="ftr" sz="quarter" idx="1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7" name="Slide Number Placeholder">
            <a:extLst>
              <a:ext uri="{FF2B5EF4-FFF2-40B4-BE49-F238E27FC236}">
                <a16:creationId xmlns:a16="http://schemas.microsoft.com/office/drawing/2014/main" id="{E39F7C1A-C762-1044-B781-827DA224DFD8}"/>
              </a:ext>
            </a:extLst>
          </p:cNvPr>
          <p:cNvSpPr>
            <a:spLocks noGrp="1"/>
          </p:cNvSpPr>
          <p:nvPr>
            <p:ph type="sldNum" sz="quarter" idx="1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0947479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Agenda">
    <p:bg>
      <p:bgPr>
        <a:solidFill>
          <a:schemeClr val="tx2"/>
        </a:solidFill>
        <a:effectLst/>
      </p:bgPr>
    </p:bg>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hasCustomPrompt="1"/>
          </p:nvPr>
        </p:nvSpPr>
        <p:spPr>
          <a:xfrm>
            <a:off x="571500" y="571501"/>
            <a:ext cx="9182100" cy="603504"/>
          </a:xfrm>
        </p:spPr>
        <p:txBody>
          <a:bodyPr/>
          <a:lstStyle>
            <a:lvl1pPr>
              <a:defRPr sz="3800">
                <a:solidFill>
                  <a:schemeClr val="bg1"/>
                </a:solidFill>
              </a:defRPr>
            </a:lvl1pPr>
          </a:lstStyle>
          <a:p>
            <a:r>
              <a:rPr lang="en-US"/>
              <a:t>Agenda</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571500" y="1524000"/>
            <a:ext cx="9182100" cy="4495800"/>
          </a:xfrm>
        </p:spPr>
        <p:txBody>
          <a:bodyPr/>
          <a:lstStyle>
            <a:lvl1pPr marL="658368" indent="-658368">
              <a:spcAft>
                <a:spcPts val="1800"/>
              </a:spcAft>
              <a:buClr>
                <a:schemeClr val="bg1"/>
              </a:buClr>
              <a:buSzPct val="125000"/>
              <a:buFont typeface="+mj-lt"/>
              <a:buAutoNum type="arabicPeriod"/>
              <a:tabLst/>
              <a:defRPr>
                <a:solidFill>
                  <a:schemeClr val="bg1"/>
                </a:solidFill>
              </a:defRPr>
            </a:lvl1pPr>
          </a:lstStyle>
          <a:p>
            <a:pPr lvl="0"/>
            <a:r>
              <a:rPr lang="en-US"/>
              <a:t>Click to add your first section title here</a:t>
            </a:r>
          </a:p>
          <a:p>
            <a:pPr lvl="0"/>
            <a:r>
              <a:rPr lang="en-US"/>
              <a:t>Click to add your second section title here</a:t>
            </a:r>
          </a:p>
          <a:p>
            <a:pPr lvl="0"/>
            <a:r>
              <a:rPr lang="en-US"/>
              <a:t>Click to add your third section title here</a:t>
            </a:r>
          </a:p>
        </p:txBody>
      </p:sp>
      <p:sp>
        <p:nvSpPr>
          <p:cNvPr id="5" name="Footer Placeholder">
            <a:extLst>
              <a:ext uri="{FF2B5EF4-FFF2-40B4-BE49-F238E27FC236}">
                <a16:creationId xmlns:a16="http://schemas.microsoft.com/office/drawing/2014/main" id="{5C1B1610-1C2B-9444-82D9-C35788C7F579}"/>
              </a:ext>
            </a:extLst>
          </p:cNvPr>
          <p:cNvSpPr>
            <a:spLocks noGrp="1"/>
          </p:cNvSpPr>
          <p:nvPr>
            <p:ph type="ftr" sz="quarter" idx="1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7" name="Slide Number Placeholder">
            <a:extLst>
              <a:ext uri="{FF2B5EF4-FFF2-40B4-BE49-F238E27FC236}">
                <a16:creationId xmlns:a16="http://schemas.microsoft.com/office/drawing/2014/main" id="{D48470DD-3605-5744-BEC4-EA44114F6078}"/>
              </a:ext>
            </a:extLst>
          </p:cNvPr>
          <p:cNvSpPr>
            <a:spLocks noGrp="1"/>
          </p:cNvSpPr>
          <p:nvPr>
            <p:ph type="sldNum" sz="quarter" idx="14"/>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5409994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Agenda">
    <p:spTree>
      <p:nvGrpSpPr>
        <p:cNvPr id="1" name=""/>
        <p:cNvGrpSpPr/>
        <p:nvPr/>
      </p:nvGrpSpPr>
      <p:grpSpPr>
        <a:xfrm>
          <a:off x="0" y="0"/>
          <a:ext cx="0" cy="0"/>
          <a:chOff x="0" y="0"/>
          <a:chExt cx="0" cy="0"/>
        </a:xfrm>
      </p:grpSpPr>
      <p:pic>
        <p:nvPicPr>
          <p:cNvPr id="5" name="Picture 4" descr="A person wearing a hat and a badge&#10;&#10;AI-generated content may be incorrect.">
            <a:extLst>
              <a:ext uri="{FF2B5EF4-FFF2-40B4-BE49-F238E27FC236}">
                <a16:creationId xmlns:a16="http://schemas.microsoft.com/office/drawing/2014/main" id="{FCF42D16-FC7D-EFA3-6820-8EF93D4236D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255023" y="3058274"/>
            <a:ext cx="4940300" cy="3810000"/>
          </a:xfrm>
          <a:prstGeom prst="rect">
            <a:avLst/>
          </a:prstGeom>
        </p:spPr>
      </p:pic>
      <p:pic>
        <p:nvPicPr>
          <p:cNvPr id="6" name="Picture 5" descr="A close-up of a white van&#10;&#10;AI-generated content may be incorrect.">
            <a:extLst>
              <a:ext uri="{FF2B5EF4-FFF2-40B4-BE49-F238E27FC236}">
                <a16:creationId xmlns:a16="http://schemas.microsoft.com/office/drawing/2014/main" id="{61E90A29-68B2-B30E-E6D8-7A5AB5ADD48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0"/>
            <a:ext cx="4930026" cy="3810000"/>
          </a:xfrm>
          <a:prstGeom prst="rect">
            <a:avLst/>
          </a:prstGeom>
        </p:spPr>
      </p:pic>
      <p:sp>
        <p:nvSpPr>
          <p:cNvPr id="2" name="Title">
            <a:extLst>
              <a:ext uri="{FF2B5EF4-FFF2-40B4-BE49-F238E27FC236}">
                <a16:creationId xmlns:a16="http://schemas.microsoft.com/office/drawing/2014/main" id="{395E31F5-DECD-1C49-B5BF-1F3E25903FBE}"/>
              </a:ext>
            </a:extLst>
          </p:cNvPr>
          <p:cNvSpPr>
            <a:spLocks noGrp="1"/>
          </p:cNvSpPr>
          <p:nvPr>
            <p:ph type="title" hasCustomPrompt="1"/>
          </p:nvPr>
        </p:nvSpPr>
        <p:spPr>
          <a:xfrm>
            <a:off x="2209799" y="1683674"/>
            <a:ext cx="7018867" cy="600368"/>
          </a:xfrm>
        </p:spPr>
        <p:txBody>
          <a:bodyPr/>
          <a:lstStyle/>
          <a:p>
            <a:r>
              <a:rPr lang="en-US"/>
              <a:t>Contents</a:t>
            </a:r>
          </a:p>
        </p:txBody>
      </p:sp>
      <p:sp>
        <p:nvSpPr>
          <p:cNvPr id="7" name="Text Placeholder">
            <a:extLst>
              <a:ext uri="{FF2B5EF4-FFF2-40B4-BE49-F238E27FC236}">
                <a16:creationId xmlns:a16="http://schemas.microsoft.com/office/drawing/2014/main" id="{F6DE5270-4E7D-BA4C-8E86-8A19F964EE23}"/>
              </a:ext>
            </a:extLst>
          </p:cNvPr>
          <p:cNvSpPr>
            <a:spLocks noGrp="1"/>
          </p:cNvSpPr>
          <p:nvPr>
            <p:ph type="body" sz="quarter" idx="12" hasCustomPrompt="1"/>
          </p:nvPr>
        </p:nvSpPr>
        <p:spPr>
          <a:xfrm>
            <a:off x="2209800" y="2626942"/>
            <a:ext cx="7018867" cy="2604940"/>
          </a:xfrm>
        </p:spPr>
        <p:txBody>
          <a:bodyPr numCol="2" spcCol="274320"/>
          <a:lstStyle>
            <a:lvl1pPr marL="438912" marR="0" indent="-438912" algn="l" defTabSz="914400" rtl="0" eaLnBrk="1" fontAlgn="auto" latinLnBrk="0" hangingPunct="1">
              <a:lnSpc>
                <a:spcPct val="130000"/>
              </a:lnSpc>
              <a:spcBef>
                <a:spcPts val="0"/>
              </a:spcBef>
              <a:spcAft>
                <a:spcPts val="1800"/>
              </a:spcAft>
              <a:buClr>
                <a:schemeClr val="tx2"/>
              </a:buClr>
              <a:buSzPct val="125000"/>
              <a:buFont typeface="+mj-lt"/>
              <a:buAutoNum type="arabicPeriod"/>
              <a:tabLst/>
              <a:defRPr sz="1800"/>
            </a:lvl1pPr>
          </a:lstStyle>
          <a:p>
            <a:pPr lvl="0"/>
            <a:r>
              <a:rPr lang="en-US"/>
              <a:t>Click to add your first section title here</a:t>
            </a:r>
          </a:p>
        </p:txBody>
      </p:sp>
      <p:sp>
        <p:nvSpPr>
          <p:cNvPr id="3" name="Footer Placeholder">
            <a:extLst>
              <a:ext uri="{FF2B5EF4-FFF2-40B4-BE49-F238E27FC236}">
                <a16:creationId xmlns:a16="http://schemas.microsoft.com/office/drawing/2014/main" id="{F5315BAE-C792-1647-B95B-8AFC4646A3D7}"/>
              </a:ext>
            </a:extLst>
          </p:cNvPr>
          <p:cNvSpPr>
            <a:spLocks noGrp="1"/>
          </p:cNvSpPr>
          <p:nvPr>
            <p:ph type="ftr" sz="quarter" idx="1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B06DF5F0-6C4C-194B-8D6E-079C5F11ACA7}"/>
              </a:ext>
            </a:extLst>
          </p:cNvPr>
          <p:cNvSpPr>
            <a:spLocks noGrp="1"/>
          </p:cNvSpPr>
          <p:nvPr>
            <p:ph type="sldNum" sz="quarter" idx="14"/>
          </p:nvPr>
        </p:nvSpPr>
        <p:spPr/>
        <p:txBody>
          <a:bodyPr/>
          <a:lstStyle>
            <a:lvl1pPr>
              <a:defRPr>
                <a:solidFill>
                  <a:schemeClr val="bg1"/>
                </a:solidFill>
              </a:defRPr>
            </a:lvl1pPr>
          </a:lstStyle>
          <a:p>
            <a:fld id="{64B53FD8-04EE-4F67-B5CA-77D45BC12F90}" type="slidenum">
              <a:rPr lang="en-US" smtClean="0"/>
              <a:pPr/>
              <a:t>‹#›</a:t>
            </a:fld>
            <a:endParaRPr lang="en-US"/>
          </a:p>
        </p:txBody>
      </p:sp>
      <p:sp>
        <p:nvSpPr>
          <p:cNvPr id="10" name="Slide Number Placeholder 3">
            <a:extLst>
              <a:ext uri="{FF2B5EF4-FFF2-40B4-BE49-F238E27FC236}">
                <a16:creationId xmlns:a16="http://schemas.microsoft.com/office/drawing/2014/main" id="{30D4F383-88B4-6D84-3E6F-B38E639215BC}"/>
              </a:ext>
            </a:extLst>
          </p:cNvPr>
          <p:cNvSpPr txBox="1">
            <a:spLocks/>
          </p:cNvSpPr>
          <p:nvPr userDrawn="1"/>
        </p:nvSpPr>
        <p:spPr>
          <a:xfrm>
            <a:off x="0" y="0"/>
            <a:ext cx="0" cy="0"/>
          </a:xfrm>
          <a:prstGeom prst="rect">
            <a:avLst/>
          </a:prstGeom>
        </p:spPr>
        <p:txBody>
          <a:bodyPr vert="horz" lIns="0" tIns="0" rIns="0" bIns="0" rtlCol="0" anchor="ctr" anchorCtr="0"/>
          <a:lstStyle>
            <a:defPPr>
              <a:defRPr lang="en-US"/>
            </a:defPPr>
            <a:lvl1pPr marL="0" indent="0" algn="r">
              <a:spcAft>
                <a:spcPts val="600"/>
              </a:spcAft>
              <a:buNone/>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fld id="{64B53FD8-04EE-4F67-B5CA-77D45BC12F90}" type="slidenum">
              <a:rPr lang="en-US" smtClean="0"/>
              <a:pPr/>
              <a:t>‹#›</a:t>
            </a:fld>
            <a:endParaRPr lang="en-US"/>
          </a:p>
        </p:txBody>
      </p:sp>
    </p:spTree>
    <p:extLst>
      <p:ext uri="{BB962C8B-B14F-4D97-AF65-F5344CB8AC3E}">
        <p14:creationId xmlns:p14="http://schemas.microsoft.com/office/powerpoint/2010/main" val="2741115095"/>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pic>
        <p:nvPicPr>
          <p:cNvPr id="8" name="Picture 7" descr="A delivery van on the road&#10;&#10;AI-generated content may be incorrect.">
            <a:extLst>
              <a:ext uri="{FF2B5EF4-FFF2-40B4-BE49-F238E27FC236}">
                <a16:creationId xmlns:a16="http://schemas.microsoft.com/office/drawing/2014/main" id="{1627358A-F595-21E5-84F6-E01C7BB9B83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251700" y="3047999"/>
            <a:ext cx="4940300" cy="3810000"/>
          </a:xfrm>
          <a:prstGeom prst="rect">
            <a:avLst/>
          </a:prstGeom>
        </p:spPr>
      </p:pic>
      <p:pic>
        <p:nvPicPr>
          <p:cNvPr id="9" name="Picture 8" descr="A close-up of a building&#10;&#10;AI-generated content may be incorrect.">
            <a:extLst>
              <a:ext uri="{FF2B5EF4-FFF2-40B4-BE49-F238E27FC236}">
                <a16:creationId xmlns:a16="http://schemas.microsoft.com/office/drawing/2014/main" id="{F9D0F6DE-90FD-47E0-D671-1446C0BF440C}"/>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0" y="0"/>
            <a:ext cx="4940300" cy="3810000"/>
          </a:xfrm>
          <a:prstGeom prst="rect">
            <a:avLst/>
          </a:prstGeom>
        </p:spPr>
      </p:pic>
      <p:sp>
        <p:nvSpPr>
          <p:cNvPr id="2" name="Title">
            <a:extLst>
              <a:ext uri="{FF2B5EF4-FFF2-40B4-BE49-F238E27FC236}">
                <a16:creationId xmlns:a16="http://schemas.microsoft.com/office/drawing/2014/main" id="{395E31F5-DECD-1C49-B5BF-1F3E25903FBE}"/>
              </a:ext>
            </a:extLst>
          </p:cNvPr>
          <p:cNvSpPr>
            <a:spLocks noGrp="1"/>
          </p:cNvSpPr>
          <p:nvPr>
            <p:ph type="title" hasCustomPrompt="1"/>
          </p:nvPr>
        </p:nvSpPr>
        <p:spPr>
          <a:xfrm>
            <a:off x="2209799" y="1683674"/>
            <a:ext cx="7018867" cy="600368"/>
          </a:xfrm>
        </p:spPr>
        <p:txBody>
          <a:bodyPr/>
          <a:lstStyle/>
          <a:p>
            <a:r>
              <a:rPr lang="en-US"/>
              <a:t>Contents</a:t>
            </a:r>
          </a:p>
        </p:txBody>
      </p:sp>
      <p:sp>
        <p:nvSpPr>
          <p:cNvPr id="7" name="Text Placeholder">
            <a:extLst>
              <a:ext uri="{FF2B5EF4-FFF2-40B4-BE49-F238E27FC236}">
                <a16:creationId xmlns:a16="http://schemas.microsoft.com/office/drawing/2014/main" id="{F6DE5270-4E7D-BA4C-8E86-8A19F964EE23}"/>
              </a:ext>
            </a:extLst>
          </p:cNvPr>
          <p:cNvSpPr>
            <a:spLocks noGrp="1"/>
          </p:cNvSpPr>
          <p:nvPr>
            <p:ph type="body" sz="quarter" idx="12" hasCustomPrompt="1"/>
          </p:nvPr>
        </p:nvSpPr>
        <p:spPr>
          <a:xfrm>
            <a:off x="2209801" y="2626942"/>
            <a:ext cx="6070599" cy="2604940"/>
          </a:xfrm>
        </p:spPr>
        <p:txBody>
          <a:bodyPr numCol="2" spcCol="274320"/>
          <a:lstStyle>
            <a:lvl1pPr marL="438912" marR="0" indent="-438912" algn="l" defTabSz="914400" rtl="0" eaLnBrk="1" fontAlgn="auto" latinLnBrk="0" hangingPunct="1">
              <a:lnSpc>
                <a:spcPct val="130000"/>
              </a:lnSpc>
              <a:spcBef>
                <a:spcPts val="0"/>
              </a:spcBef>
              <a:spcAft>
                <a:spcPts val="1800"/>
              </a:spcAft>
              <a:buClr>
                <a:schemeClr val="tx2"/>
              </a:buClr>
              <a:buSzPct val="125000"/>
              <a:buFont typeface="+mj-lt"/>
              <a:buAutoNum type="arabicPeriod"/>
              <a:tabLst/>
              <a:defRPr sz="1800"/>
            </a:lvl1pPr>
          </a:lstStyle>
          <a:p>
            <a:pPr lvl="0"/>
            <a:r>
              <a:rPr lang="en-US"/>
              <a:t>Click to add your first section title here</a:t>
            </a:r>
          </a:p>
        </p:txBody>
      </p:sp>
      <p:sp>
        <p:nvSpPr>
          <p:cNvPr id="3" name="Footer Placeholder">
            <a:extLst>
              <a:ext uri="{FF2B5EF4-FFF2-40B4-BE49-F238E27FC236}">
                <a16:creationId xmlns:a16="http://schemas.microsoft.com/office/drawing/2014/main" id="{F5315BAE-C792-1647-B95B-8AFC4646A3D7}"/>
              </a:ext>
            </a:extLst>
          </p:cNvPr>
          <p:cNvSpPr>
            <a:spLocks noGrp="1"/>
          </p:cNvSpPr>
          <p:nvPr>
            <p:ph type="ftr" sz="quarter" idx="1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B06DF5F0-6C4C-194B-8D6E-079C5F11ACA7}"/>
              </a:ext>
            </a:extLst>
          </p:cNvPr>
          <p:cNvSpPr>
            <a:spLocks noGrp="1"/>
          </p:cNvSpPr>
          <p:nvPr>
            <p:ph type="sldNum" sz="quarter" idx="14"/>
          </p:nvPr>
        </p:nvSpPr>
        <p:spPr/>
        <p:txBody>
          <a:bodyPr/>
          <a:lstStyle>
            <a:lvl1pPr>
              <a:defRPr>
                <a:solidFill>
                  <a:schemeClr val="bg1"/>
                </a:solidFill>
              </a:defRPr>
            </a:lvl1pPr>
          </a:lstStyle>
          <a:p>
            <a:fld id="{64B53FD8-04EE-4F67-B5CA-77D45BC12F90}" type="slidenum">
              <a:rPr lang="en-US" smtClean="0"/>
              <a:pPr/>
              <a:t>‹#›</a:t>
            </a:fld>
            <a:endParaRPr lang="en-US"/>
          </a:p>
        </p:txBody>
      </p:sp>
      <p:sp>
        <p:nvSpPr>
          <p:cNvPr id="10" name="Slide Number Placeholder 3">
            <a:extLst>
              <a:ext uri="{FF2B5EF4-FFF2-40B4-BE49-F238E27FC236}">
                <a16:creationId xmlns:a16="http://schemas.microsoft.com/office/drawing/2014/main" id="{30D4F383-88B4-6D84-3E6F-B38E639215BC}"/>
              </a:ext>
            </a:extLst>
          </p:cNvPr>
          <p:cNvSpPr txBox="1">
            <a:spLocks/>
          </p:cNvSpPr>
          <p:nvPr userDrawn="1"/>
        </p:nvSpPr>
        <p:spPr>
          <a:xfrm>
            <a:off x="0" y="0"/>
            <a:ext cx="0" cy="0"/>
          </a:xfrm>
          <a:prstGeom prst="rect">
            <a:avLst/>
          </a:prstGeom>
        </p:spPr>
        <p:txBody>
          <a:bodyPr vert="horz" lIns="0" tIns="0" rIns="0" bIns="0" rtlCol="0" anchor="ctr" anchorCtr="0"/>
          <a:lstStyle>
            <a:defPPr>
              <a:defRPr lang="en-US"/>
            </a:defPPr>
            <a:lvl1pPr marL="0" indent="0" algn="r">
              <a:spcAft>
                <a:spcPts val="600"/>
              </a:spcAft>
              <a:buNone/>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fld id="{64B53FD8-04EE-4F67-B5CA-77D45BC12F90}" type="slidenum">
              <a:rPr lang="en-US" smtClean="0"/>
              <a:pPr/>
              <a:t>‹#›</a:t>
            </a:fld>
            <a:endParaRPr lang="en-US"/>
          </a:p>
        </p:txBody>
      </p:sp>
    </p:spTree>
    <p:extLst>
      <p:ext uri="{BB962C8B-B14F-4D97-AF65-F5344CB8AC3E}">
        <p14:creationId xmlns:p14="http://schemas.microsoft.com/office/powerpoint/2010/main" val="261464746"/>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Agenda">
    <p:spTree>
      <p:nvGrpSpPr>
        <p:cNvPr id="1" name=""/>
        <p:cNvGrpSpPr/>
        <p:nvPr/>
      </p:nvGrpSpPr>
      <p:grpSpPr>
        <a:xfrm>
          <a:off x="0" y="0"/>
          <a:ext cx="0" cy="0"/>
          <a:chOff x="0" y="0"/>
          <a:chExt cx="0" cy="0"/>
        </a:xfrm>
      </p:grpSpPr>
      <p:pic>
        <p:nvPicPr>
          <p:cNvPr id="12" name="Picture 11" descr="A person lying on the floor using a computer&#10;&#10;AI-generated content may be incorrect.">
            <a:extLst>
              <a:ext uri="{FF2B5EF4-FFF2-40B4-BE49-F238E27FC236}">
                <a16:creationId xmlns:a16="http://schemas.microsoft.com/office/drawing/2014/main" id="{0B60FA9E-9650-0DAD-C230-A58E17BD0C0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9096375" cy="6857999"/>
          </a:xfrm>
          <a:prstGeom prst="rect">
            <a:avLst/>
          </a:prstGeom>
        </p:spPr>
      </p:pic>
      <p:sp>
        <p:nvSpPr>
          <p:cNvPr id="13" name="Freeform 12">
            <a:extLst>
              <a:ext uri="{FF2B5EF4-FFF2-40B4-BE49-F238E27FC236}">
                <a16:creationId xmlns:a16="http://schemas.microsoft.com/office/drawing/2014/main" id="{FB8745A9-AC53-CDF4-E358-B75AC1A6F768}"/>
              </a:ext>
            </a:extLst>
          </p:cNvPr>
          <p:cNvSpPr/>
          <p:nvPr userDrawn="1"/>
        </p:nvSpPr>
        <p:spPr>
          <a:xfrm rot="10800000" flipH="1">
            <a:off x="2343150" y="-1"/>
            <a:ext cx="8158084" cy="6858000"/>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74640" h="6858000">
                <a:moveTo>
                  <a:pt x="0" y="0"/>
                </a:moveTo>
                <a:lnTo>
                  <a:pt x="8374640" y="0"/>
                </a:lnTo>
                <a:lnTo>
                  <a:pt x="8374640" y="6858000"/>
                </a:lnTo>
                <a:lnTo>
                  <a:pt x="6181381" y="685800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600" b="0" i="0" u="none" strike="noStrike" kern="0" cap="none" spc="0" normalizeH="0" baseline="0" noProof="0">
              <a:ln>
                <a:noFill/>
              </a:ln>
              <a:solidFill>
                <a:prstClr val="white"/>
              </a:solidFill>
              <a:effectLst/>
              <a:uLnTx/>
              <a:uFillTx/>
              <a:latin typeface="FedEx Sans Regular"/>
              <a:ea typeface="+mn-ea"/>
              <a:cs typeface="+mn-cs"/>
            </a:endParaRPr>
          </a:p>
        </p:txBody>
      </p:sp>
      <p:pic>
        <p:nvPicPr>
          <p:cNvPr id="14" name="Picture 13" descr="A white arrow pointing down&#10;&#10;AI-generated content may be incorrect.">
            <a:extLst>
              <a:ext uri="{FF2B5EF4-FFF2-40B4-BE49-F238E27FC236}">
                <a16:creationId xmlns:a16="http://schemas.microsoft.com/office/drawing/2014/main" id="{8DFB3A25-7E62-0D8D-D5E7-54F44E1A20D0}"/>
              </a:ext>
            </a:extLst>
          </p:cNvPr>
          <p:cNvPicPr>
            <a:picLocks noChangeAspect="1"/>
          </p:cNvPicPr>
          <p:nvPr userDrawn="1"/>
        </p:nvPicPr>
        <p:blipFill>
          <a:blip r:embed="rId3">
            <a:alphaModFix amt="30000"/>
            <a:extLst>
              <a:ext uri="{28A0092B-C50C-407E-A947-70E740481C1C}">
                <a14:useLocalDpi xmlns:a14="http://schemas.microsoft.com/office/drawing/2010/main"/>
              </a:ext>
            </a:extLst>
          </a:blip>
          <a:stretch>
            <a:fillRect/>
          </a:stretch>
        </p:blipFill>
        <p:spPr>
          <a:xfrm>
            <a:off x="3325980" y="2845352"/>
            <a:ext cx="3057584" cy="4009473"/>
          </a:xfrm>
          <a:prstGeom prst="rect">
            <a:avLst/>
          </a:prstGeom>
        </p:spPr>
      </p:pic>
      <p:sp>
        <p:nvSpPr>
          <p:cNvPr id="4" name="Slide Number Placeholder">
            <a:extLst>
              <a:ext uri="{FF2B5EF4-FFF2-40B4-BE49-F238E27FC236}">
                <a16:creationId xmlns:a16="http://schemas.microsoft.com/office/drawing/2014/main" id="{B06DF5F0-6C4C-194B-8D6E-079C5F11ACA7}"/>
              </a:ext>
            </a:extLst>
          </p:cNvPr>
          <p:cNvSpPr>
            <a:spLocks noGrp="1"/>
          </p:cNvSpPr>
          <p:nvPr>
            <p:ph type="sldNum" sz="quarter" idx="14"/>
          </p:nvPr>
        </p:nvSpPr>
        <p:spPr/>
        <p:txBody>
          <a:bodyPr/>
          <a:lstStyle>
            <a:lvl1pPr>
              <a:defRPr>
                <a:solidFill>
                  <a:schemeClr val="accent4"/>
                </a:solidFill>
              </a:defRPr>
            </a:lvl1pPr>
          </a:lstStyle>
          <a:p>
            <a:fld id="{64B53FD8-04EE-4F67-B5CA-77D45BC12F90}" type="slidenum">
              <a:rPr lang="en-US" smtClean="0"/>
              <a:pPr/>
              <a:t>‹#›</a:t>
            </a:fld>
            <a:endParaRPr lang="en-US"/>
          </a:p>
        </p:txBody>
      </p:sp>
      <p:sp>
        <p:nvSpPr>
          <p:cNvPr id="3" name="Footer Placeholder">
            <a:extLst>
              <a:ext uri="{FF2B5EF4-FFF2-40B4-BE49-F238E27FC236}">
                <a16:creationId xmlns:a16="http://schemas.microsoft.com/office/drawing/2014/main" id="{F5315BAE-C792-1647-B95B-8AFC4646A3D7}"/>
              </a:ext>
            </a:extLst>
          </p:cNvPr>
          <p:cNvSpPr>
            <a:spLocks noGrp="1"/>
          </p:cNvSpPr>
          <p:nvPr>
            <p:ph type="ftr" sz="quarter" idx="1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2" name="Title">
            <a:extLst>
              <a:ext uri="{FF2B5EF4-FFF2-40B4-BE49-F238E27FC236}">
                <a16:creationId xmlns:a16="http://schemas.microsoft.com/office/drawing/2014/main" id="{395E31F5-DECD-1C49-B5BF-1F3E25903FBE}"/>
              </a:ext>
            </a:extLst>
          </p:cNvPr>
          <p:cNvSpPr>
            <a:spLocks noGrp="1"/>
          </p:cNvSpPr>
          <p:nvPr>
            <p:ph type="title" hasCustomPrompt="1"/>
          </p:nvPr>
        </p:nvSpPr>
        <p:spPr>
          <a:xfrm>
            <a:off x="7086594" y="1683674"/>
            <a:ext cx="4533906" cy="600368"/>
          </a:xfrm>
        </p:spPr>
        <p:txBody>
          <a:bodyPr/>
          <a:lstStyle/>
          <a:p>
            <a:r>
              <a:rPr lang="en-US"/>
              <a:t>Contents</a:t>
            </a:r>
          </a:p>
        </p:txBody>
      </p:sp>
      <p:sp>
        <p:nvSpPr>
          <p:cNvPr id="7" name="Text Placeholder">
            <a:extLst>
              <a:ext uri="{FF2B5EF4-FFF2-40B4-BE49-F238E27FC236}">
                <a16:creationId xmlns:a16="http://schemas.microsoft.com/office/drawing/2014/main" id="{F6DE5270-4E7D-BA4C-8E86-8A19F964EE23}"/>
              </a:ext>
            </a:extLst>
          </p:cNvPr>
          <p:cNvSpPr>
            <a:spLocks noGrp="1"/>
          </p:cNvSpPr>
          <p:nvPr>
            <p:ph type="body" sz="quarter" idx="12" hasCustomPrompt="1"/>
          </p:nvPr>
        </p:nvSpPr>
        <p:spPr>
          <a:xfrm>
            <a:off x="7086595" y="2626942"/>
            <a:ext cx="4533905" cy="2604940"/>
          </a:xfrm>
        </p:spPr>
        <p:txBody>
          <a:bodyPr numCol="2" spcCol="274320"/>
          <a:lstStyle>
            <a:lvl1pPr marL="438912" marR="0" indent="-438912" algn="l" defTabSz="914400" rtl="0" eaLnBrk="1" fontAlgn="auto" latinLnBrk="0" hangingPunct="1">
              <a:lnSpc>
                <a:spcPct val="130000"/>
              </a:lnSpc>
              <a:spcBef>
                <a:spcPts val="0"/>
              </a:spcBef>
              <a:spcAft>
                <a:spcPts val="1800"/>
              </a:spcAft>
              <a:buClr>
                <a:schemeClr val="tx2"/>
              </a:buClr>
              <a:buSzPct val="125000"/>
              <a:buFont typeface="+mj-lt"/>
              <a:buAutoNum type="arabicPeriod"/>
              <a:tabLst/>
              <a:defRPr sz="1800"/>
            </a:lvl1pPr>
          </a:lstStyle>
          <a:p>
            <a:pPr lvl="0"/>
            <a:r>
              <a:rPr lang="en-US"/>
              <a:t>First </a:t>
            </a:r>
          </a:p>
          <a:p>
            <a:pPr lvl="0"/>
            <a:r>
              <a:rPr lang="en-US"/>
              <a:t>Second</a:t>
            </a:r>
          </a:p>
          <a:p>
            <a:pPr lvl="0"/>
            <a:r>
              <a:rPr lang="en-US"/>
              <a:t>Third </a:t>
            </a:r>
          </a:p>
          <a:p>
            <a:pPr lvl="0"/>
            <a:r>
              <a:rPr lang="en-US"/>
              <a:t>Fourth</a:t>
            </a:r>
          </a:p>
        </p:txBody>
      </p:sp>
      <p:sp>
        <p:nvSpPr>
          <p:cNvPr id="10" name="Slide Number Placeholder 3">
            <a:extLst>
              <a:ext uri="{FF2B5EF4-FFF2-40B4-BE49-F238E27FC236}">
                <a16:creationId xmlns:a16="http://schemas.microsoft.com/office/drawing/2014/main" id="{30D4F383-88B4-6D84-3E6F-B38E639215BC}"/>
              </a:ext>
            </a:extLst>
          </p:cNvPr>
          <p:cNvSpPr txBox="1">
            <a:spLocks/>
          </p:cNvSpPr>
          <p:nvPr userDrawn="1"/>
        </p:nvSpPr>
        <p:spPr>
          <a:xfrm>
            <a:off x="0" y="0"/>
            <a:ext cx="0" cy="0"/>
          </a:xfrm>
          <a:prstGeom prst="rect">
            <a:avLst/>
          </a:prstGeom>
        </p:spPr>
        <p:txBody>
          <a:bodyPr vert="horz" lIns="0" tIns="0" rIns="0" bIns="0" rtlCol="0" anchor="ctr" anchorCtr="0"/>
          <a:lstStyle>
            <a:defPPr>
              <a:defRPr lang="en-US"/>
            </a:defPPr>
            <a:lvl1pPr marL="0" indent="0" algn="r">
              <a:spcAft>
                <a:spcPts val="600"/>
              </a:spcAft>
              <a:buNone/>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fld id="{64B53FD8-04EE-4F67-B5CA-77D45BC12F90}" type="slidenum">
              <a:rPr lang="en-US" smtClean="0"/>
              <a:pPr/>
              <a:t>‹#›</a:t>
            </a:fld>
            <a:endParaRPr lang="en-US"/>
          </a:p>
        </p:txBody>
      </p:sp>
    </p:spTree>
    <p:extLst>
      <p:ext uri="{BB962C8B-B14F-4D97-AF65-F5344CB8AC3E}">
        <p14:creationId xmlns:p14="http://schemas.microsoft.com/office/powerpoint/2010/main" val="254386783"/>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_Agenda">
    <p:spTree>
      <p:nvGrpSpPr>
        <p:cNvPr id="1" name=""/>
        <p:cNvGrpSpPr/>
        <p:nvPr/>
      </p:nvGrpSpPr>
      <p:grpSpPr>
        <a:xfrm>
          <a:off x="0" y="0"/>
          <a:ext cx="0" cy="0"/>
          <a:chOff x="0" y="0"/>
          <a:chExt cx="0" cy="0"/>
        </a:xfrm>
      </p:grpSpPr>
      <p:pic>
        <p:nvPicPr>
          <p:cNvPr id="5" name="Picture 4" descr="A person handing a box to another person&#10;&#10;AI-generated content may be incorrect.">
            <a:extLst>
              <a:ext uri="{FF2B5EF4-FFF2-40B4-BE49-F238E27FC236}">
                <a16:creationId xmlns:a16="http://schemas.microsoft.com/office/drawing/2014/main" id="{AD9D3820-BD30-4DE1-8FB2-55A18256A05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6096000" cy="6858000"/>
          </a:xfrm>
          <a:prstGeom prst="rect">
            <a:avLst/>
          </a:prstGeom>
        </p:spPr>
      </p:pic>
      <p:sp>
        <p:nvSpPr>
          <p:cNvPr id="4" name="Slide Number Placeholder">
            <a:extLst>
              <a:ext uri="{FF2B5EF4-FFF2-40B4-BE49-F238E27FC236}">
                <a16:creationId xmlns:a16="http://schemas.microsoft.com/office/drawing/2014/main" id="{B06DF5F0-6C4C-194B-8D6E-079C5F11ACA7}"/>
              </a:ext>
            </a:extLst>
          </p:cNvPr>
          <p:cNvSpPr>
            <a:spLocks noGrp="1"/>
          </p:cNvSpPr>
          <p:nvPr>
            <p:ph type="sldNum" sz="quarter" idx="14"/>
          </p:nvPr>
        </p:nvSpPr>
        <p:spPr/>
        <p:txBody>
          <a:bodyPr/>
          <a:lstStyle>
            <a:lvl1pPr>
              <a:defRPr>
                <a:solidFill>
                  <a:schemeClr val="accent4"/>
                </a:solidFill>
              </a:defRPr>
            </a:lvl1pPr>
          </a:lstStyle>
          <a:p>
            <a:fld id="{64B53FD8-04EE-4F67-B5CA-77D45BC12F90}" type="slidenum">
              <a:rPr lang="en-US" smtClean="0"/>
              <a:pPr/>
              <a:t>‹#›</a:t>
            </a:fld>
            <a:endParaRPr lang="en-US"/>
          </a:p>
        </p:txBody>
      </p:sp>
      <p:sp>
        <p:nvSpPr>
          <p:cNvPr id="3" name="Footer Placeholder">
            <a:extLst>
              <a:ext uri="{FF2B5EF4-FFF2-40B4-BE49-F238E27FC236}">
                <a16:creationId xmlns:a16="http://schemas.microsoft.com/office/drawing/2014/main" id="{F5315BAE-C792-1647-B95B-8AFC4646A3D7}"/>
              </a:ext>
            </a:extLst>
          </p:cNvPr>
          <p:cNvSpPr>
            <a:spLocks noGrp="1"/>
          </p:cNvSpPr>
          <p:nvPr>
            <p:ph type="ftr" sz="quarter" idx="1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2" name="Title">
            <a:extLst>
              <a:ext uri="{FF2B5EF4-FFF2-40B4-BE49-F238E27FC236}">
                <a16:creationId xmlns:a16="http://schemas.microsoft.com/office/drawing/2014/main" id="{395E31F5-DECD-1C49-B5BF-1F3E25903FBE}"/>
              </a:ext>
            </a:extLst>
          </p:cNvPr>
          <p:cNvSpPr>
            <a:spLocks noGrp="1"/>
          </p:cNvSpPr>
          <p:nvPr>
            <p:ph type="title" hasCustomPrompt="1"/>
          </p:nvPr>
        </p:nvSpPr>
        <p:spPr>
          <a:xfrm>
            <a:off x="6692348" y="1683674"/>
            <a:ext cx="4928152" cy="600368"/>
          </a:xfrm>
        </p:spPr>
        <p:txBody>
          <a:bodyPr/>
          <a:lstStyle/>
          <a:p>
            <a:r>
              <a:rPr lang="en-US"/>
              <a:t>Contents</a:t>
            </a:r>
          </a:p>
        </p:txBody>
      </p:sp>
      <p:sp>
        <p:nvSpPr>
          <p:cNvPr id="7" name="Text Placeholder">
            <a:extLst>
              <a:ext uri="{FF2B5EF4-FFF2-40B4-BE49-F238E27FC236}">
                <a16:creationId xmlns:a16="http://schemas.microsoft.com/office/drawing/2014/main" id="{F6DE5270-4E7D-BA4C-8E86-8A19F964EE23}"/>
              </a:ext>
            </a:extLst>
          </p:cNvPr>
          <p:cNvSpPr>
            <a:spLocks noGrp="1"/>
          </p:cNvSpPr>
          <p:nvPr>
            <p:ph type="body" sz="quarter" idx="12" hasCustomPrompt="1"/>
          </p:nvPr>
        </p:nvSpPr>
        <p:spPr>
          <a:xfrm>
            <a:off x="6692349" y="2626942"/>
            <a:ext cx="4928152" cy="2604940"/>
          </a:xfrm>
        </p:spPr>
        <p:txBody>
          <a:bodyPr numCol="2" spcCol="274320"/>
          <a:lstStyle>
            <a:lvl1pPr marL="438912" marR="0" indent="-438912" algn="l" defTabSz="914400" rtl="0" eaLnBrk="1" fontAlgn="auto" latinLnBrk="0" hangingPunct="1">
              <a:lnSpc>
                <a:spcPct val="130000"/>
              </a:lnSpc>
              <a:spcBef>
                <a:spcPts val="0"/>
              </a:spcBef>
              <a:spcAft>
                <a:spcPts val="1800"/>
              </a:spcAft>
              <a:buClr>
                <a:schemeClr val="tx2"/>
              </a:buClr>
              <a:buSzPct val="125000"/>
              <a:buFont typeface="+mj-lt"/>
              <a:buAutoNum type="arabicPeriod"/>
              <a:tabLst/>
              <a:defRPr sz="1800"/>
            </a:lvl1pPr>
          </a:lstStyle>
          <a:p>
            <a:pPr lvl="0"/>
            <a:r>
              <a:rPr lang="en-US"/>
              <a:t>First </a:t>
            </a:r>
          </a:p>
          <a:p>
            <a:pPr lvl="0"/>
            <a:r>
              <a:rPr lang="en-US"/>
              <a:t>Second</a:t>
            </a:r>
          </a:p>
          <a:p>
            <a:pPr lvl="0"/>
            <a:r>
              <a:rPr lang="en-US"/>
              <a:t>Third </a:t>
            </a:r>
          </a:p>
          <a:p>
            <a:pPr lvl="0"/>
            <a:r>
              <a:rPr lang="en-US"/>
              <a:t>Fourth</a:t>
            </a:r>
          </a:p>
        </p:txBody>
      </p:sp>
      <p:sp>
        <p:nvSpPr>
          <p:cNvPr id="10" name="Slide Number Placeholder 3">
            <a:extLst>
              <a:ext uri="{FF2B5EF4-FFF2-40B4-BE49-F238E27FC236}">
                <a16:creationId xmlns:a16="http://schemas.microsoft.com/office/drawing/2014/main" id="{30D4F383-88B4-6D84-3E6F-B38E639215BC}"/>
              </a:ext>
            </a:extLst>
          </p:cNvPr>
          <p:cNvSpPr txBox="1">
            <a:spLocks/>
          </p:cNvSpPr>
          <p:nvPr userDrawn="1"/>
        </p:nvSpPr>
        <p:spPr>
          <a:xfrm>
            <a:off x="0" y="0"/>
            <a:ext cx="0" cy="0"/>
          </a:xfrm>
          <a:prstGeom prst="rect">
            <a:avLst/>
          </a:prstGeom>
        </p:spPr>
        <p:txBody>
          <a:bodyPr vert="horz" lIns="0" tIns="0" rIns="0" bIns="0" rtlCol="0" anchor="ctr" anchorCtr="0"/>
          <a:lstStyle>
            <a:defPPr>
              <a:defRPr lang="en-US"/>
            </a:defPPr>
            <a:lvl1pPr marL="0" indent="0" algn="r">
              <a:spcAft>
                <a:spcPts val="600"/>
              </a:spcAft>
              <a:buNone/>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fld id="{64B53FD8-04EE-4F67-B5CA-77D45BC12F90}" type="slidenum">
              <a:rPr lang="en-US" smtClean="0"/>
              <a:pPr/>
              <a:t>‹#›</a:t>
            </a:fld>
            <a:endParaRPr lang="en-US"/>
          </a:p>
        </p:txBody>
      </p:sp>
    </p:spTree>
    <p:extLst>
      <p:ext uri="{BB962C8B-B14F-4D97-AF65-F5344CB8AC3E}">
        <p14:creationId xmlns:p14="http://schemas.microsoft.com/office/powerpoint/2010/main" val="321692711"/>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Agenda">
    <p:spTree>
      <p:nvGrpSpPr>
        <p:cNvPr id="1" name=""/>
        <p:cNvGrpSpPr/>
        <p:nvPr/>
      </p:nvGrpSpPr>
      <p:grpSpPr>
        <a:xfrm>
          <a:off x="0" y="0"/>
          <a:ext cx="0" cy="0"/>
          <a:chOff x="0" y="0"/>
          <a:chExt cx="0" cy="0"/>
        </a:xfrm>
      </p:grpSpPr>
      <p:sp>
        <p:nvSpPr>
          <p:cNvPr id="6" name="Supporting Image">
            <a:extLst>
              <a:ext uri="{FF2B5EF4-FFF2-40B4-BE49-F238E27FC236}">
                <a16:creationId xmlns:a16="http://schemas.microsoft.com/office/drawing/2014/main" id="{8922800F-0F57-6F5A-7E94-4E52B46B1AD3}"/>
              </a:ext>
            </a:extLst>
          </p:cNvPr>
          <p:cNvSpPr>
            <a:spLocks noGrp="1"/>
          </p:cNvSpPr>
          <p:nvPr>
            <p:ph type="pic" sz="quarter" idx="22"/>
          </p:nvPr>
        </p:nvSpPr>
        <p:spPr>
          <a:xfrm>
            <a:off x="0" y="0"/>
            <a:ext cx="6096000" cy="685800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4" name="Slide Number Placeholder">
            <a:extLst>
              <a:ext uri="{FF2B5EF4-FFF2-40B4-BE49-F238E27FC236}">
                <a16:creationId xmlns:a16="http://schemas.microsoft.com/office/drawing/2014/main" id="{B06DF5F0-6C4C-194B-8D6E-079C5F11ACA7}"/>
              </a:ext>
            </a:extLst>
          </p:cNvPr>
          <p:cNvSpPr>
            <a:spLocks noGrp="1"/>
          </p:cNvSpPr>
          <p:nvPr>
            <p:ph type="sldNum" sz="quarter" idx="14"/>
          </p:nvPr>
        </p:nvSpPr>
        <p:spPr/>
        <p:txBody>
          <a:bodyPr/>
          <a:lstStyle>
            <a:lvl1pPr>
              <a:defRPr>
                <a:solidFill>
                  <a:schemeClr val="accent4"/>
                </a:solidFill>
              </a:defRPr>
            </a:lvl1pPr>
          </a:lstStyle>
          <a:p>
            <a:fld id="{64B53FD8-04EE-4F67-B5CA-77D45BC12F90}" type="slidenum">
              <a:rPr lang="en-US" smtClean="0"/>
              <a:pPr/>
              <a:t>‹#›</a:t>
            </a:fld>
            <a:endParaRPr lang="en-US"/>
          </a:p>
        </p:txBody>
      </p:sp>
      <p:sp>
        <p:nvSpPr>
          <p:cNvPr id="3" name="Footer Placeholder">
            <a:extLst>
              <a:ext uri="{FF2B5EF4-FFF2-40B4-BE49-F238E27FC236}">
                <a16:creationId xmlns:a16="http://schemas.microsoft.com/office/drawing/2014/main" id="{F5315BAE-C792-1647-B95B-8AFC4646A3D7}"/>
              </a:ext>
            </a:extLst>
          </p:cNvPr>
          <p:cNvSpPr>
            <a:spLocks noGrp="1"/>
          </p:cNvSpPr>
          <p:nvPr>
            <p:ph type="ftr" sz="quarter" idx="1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2" name="Title">
            <a:extLst>
              <a:ext uri="{FF2B5EF4-FFF2-40B4-BE49-F238E27FC236}">
                <a16:creationId xmlns:a16="http://schemas.microsoft.com/office/drawing/2014/main" id="{395E31F5-DECD-1C49-B5BF-1F3E25903FBE}"/>
              </a:ext>
            </a:extLst>
          </p:cNvPr>
          <p:cNvSpPr>
            <a:spLocks noGrp="1"/>
          </p:cNvSpPr>
          <p:nvPr>
            <p:ph type="title" hasCustomPrompt="1"/>
          </p:nvPr>
        </p:nvSpPr>
        <p:spPr>
          <a:xfrm>
            <a:off x="6692348" y="1683674"/>
            <a:ext cx="4928152" cy="600368"/>
          </a:xfrm>
        </p:spPr>
        <p:txBody>
          <a:bodyPr/>
          <a:lstStyle/>
          <a:p>
            <a:r>
              <a:rPr lang="en-US"/>
              <a:t>Contents</a:t>
            </a:r>
          </a:p>
        </p:txBody>
      </p:sp>
      <p:sp>
        <p:nvSpPr>
          <p:cNvPr id="7" name="Text Placeholder">
            <a:extLst>
              <a:ext uri="{FF2B5EF4-FFF2-40B4-BE49-F238E27FC236}">
                <a16:creationId xmlns:a16="http://schemas.microsoft.com/office/drawing/2014/main" id="{F6DE5270-4E7D-BA4C-8E86-8A19F964EE23}"/>
              </a:ext>
            </a:extLst>
          </p:cNvPr>
          <p:cNvSpPr>
            <a:spLocks noGrp="1"/>
          </p:cNvSpPr>
          <p:nvPr>
            <p:ph type="body" sz="quarter" idx="12" hasCustomPrompt="1"/>
          </p:nvPr>
        </p:nvSpPr>
        <p:spPr>
          <a:xfrm>
            <a:off x="6692349" y="2626942"/>
            <a:ext cx="4928152" cy="2604940"/>
          </a:xfrm>
        </p:spPr>
        <p:txBody>
          <a:bodyPr numCol="2" spcCol="274320"/>
          <a:lstStyle>
            <a:lvl1pPr marL="438912" marR="0" indent="-438912" algn="l" defTabSz="914400" rtl="0" eaLnBrk="1" fontAlgn="auto" latinLnBrk="0" hangingPunct="1">
              <a:lnSpc>
                <a:spcPct val="130000"/>
              </a:lnSpc>
              <a:spcBef>
                <a:spcPts val="0"/>
              </a:spcBef>
              <a:spcAft>
                <a:spcPts val="1800"/>
              </a:spcAft>
              <a:buClr>
                <a:schemeClr val="tx2"/>
              </a:buClr>
              <a:buSzPct val="125000"/>
              <a:buFont typeface="+mj-lt"/>
              <a:buAutoNum type="arabicPeriod"/>
              <a:tabLst/>
              <a:defRPr sz="1800"/>
            </a:lvl1pPr>
          </a:lstStyle>
          <a:p>
            <a:pPr lvl="0"/>
            <a:r>
              <a:rPr lang="en-US"/>
              <a:t>First </a:t>
            </a:r>
          </a:p>
          <a:p>
            <a:pPr lvl="0"/>
            <a:r>
              <a:rPr lang="en-US"/>
              <a:t>Second</a:t>
            </a:r>
          </a:p>
          <a:p>
            <a:pPr lvl="0"/>
            <a:r>
              <a:rPr lang="en-US"/>
              <a:t>Third </a:t>
            </a:r>
          </a:p>
          <a:p>
            <a:pPr lvl="0"/>
            <a:r>
              <a:rPr lang="en-US"/>
              <a:t>Fourth</a:t>
            </a:r>
          </a:p>
        </p:txBody>
      </p:sp>
      <p:sp>
        <p:nvSpPr>
          <p:cNvPr id="10" name="Slide Number Placeholder 3">
            <a:extLst>
              <a:ext uri="{FF2B5EF4-FFF2-40B4-BE49-F238E27FC236}">
                <a16:creationId xmlns:a16="http://schemas.microsoft.com/office/drawing/2014/main" id="{30D4F383-88B4-6D84-3E6F-B38E639215BC}"/>
              </a:ext>
            </a:extLst>
          </p:cNvPr>
          <p:cNvSpPr txBox="1">
            <a:spLocks/>
          </p:cNvSpPr>
          <p:nvPr userDrawn="1"/>
        </p:nvSpPr>
        <p:spPr>
          <a:xfrm>
            <a:off x="0" y="0"/>
            <a:ext cx="0" cy="0"/>
          </a:xfrm>
          <a:prstGeom prst="rect">
            <a:avLst/>
          </a:prstGeom>
        </p:spPr>
        <p:txBody>
          <a:bodyPr vert="horz" lIns="0" tIns="0" rIns="0" bIns="0" rtlCol="0" anchor="ctr" anchorCtr="0"/>
          <a:lstStyle>
            <a:defPPr>
              <a:defRPr lang="en-US"/>
            </a:defPPr>
            <a:lvl1pPr marL="0" indent="0" algn="r">
              <a:spcAft>
                <a:spcPts val="600"/>
              </a:spcAft>
              <a:buNone/>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fld id="{64B53FD8-04EE-4F67-B5CA-77D45BC12F90}" type="slidenum">
              <a:rPr lang="en-US" smtClean="0"/>
              <a:pPr/>
              <a:t>‹#›</a:t>
            </a:fld>
            <a:endParaRPr lang="en-US"/>
          </a:p>
        </p:txBody>
      </p:sp>
    </p:spTree>
    <p:extLst>
      <p:ext uri="{BB962C8B-B14F-4D97-AF65-F5344CB8AC3E}">
        <p14:creationId xmlns:p14="http://schemas.microsoft.com/office/powerpoint/2010/main" val="3387283611"/>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Agenda">
    <p:spTree>
      <p:nvGrpSpPr>
        <p:cNvPr id="1" name=""/>
        <p:cNvGrpSpPr/>
        <p:nvPr/>
      </p:nvGrpSpPr>
      <p:grpSpPr>
        <a:xfrm>
          <a:off x="0" y="0"/>
          <a:ext cx="0" cy="0"/>
          <a:chOff x="0" y="0"/>
          <a:chExt cx="0" cy="0"/>
        </a:xfrm>
      </p:grpSpPr>
      <p:pic>
        <p:nvPicPr>
          <p:cNvPr id="6" name="Picture 5" descr="A black and white arrow&#10;&#10;AI-generated content may be incorrect.">
            <a:extLst>
              <a:ext uri="{FF2B5EF4-FFF2-40B4-BE49-F238E27FC236}">
                <a16:creationId xmlns:a16="http://schemas.microsoft.com/office/drawing/2014/main" id="{71465BA9-CD41-AFEF-019A-EBE0F0E7982F}"/>
              </a:ext>
            </a:extLst>
          </p:cNvPr>
          <p:cNvPicPr>
            <a:picLocks noChangeAspect="1"/>
          </p:cNvPicPr>
          <p:nvPr userDrawn="1"/>
        </p:nvPicPr>
        <p:blipFill>
          <a:blip r:embed="rId2" cstate="screen">
            <a:alphaModFix amt="41000"/>
            <a:extLst>
              <a:ext uri="{28A0092B-C50C-407E-A947-70E740481C1C}">
                <a14:useLocalDpi xmlns:a14="http://schemas.microsoft.com/office/drawing/2010/main"/>
              </a:ext>
            </a:extLst>
          </a:blip>
          <a:srcRect l="38534" t="-947" r="-211" b="34"/>
          <a:stretch/>
        </p:blipFill>
        <p:spPr>
          <a:xfrm>
            <a:off x="-4426" y="367908"/>
            <a:ext cx="1103723" cy="1555918"/>
          </a:xfrm>
          <a:prstGeom prst="rect">
            <a:avLst/>
          </a:prstGeom>
        </p:spPr>
      </p:pic>
      <p:pic>
        <p:nvPicPr>
          <p:cNvPr id="8" name="Picture 7">
            <a:extLst>
              <a:ext uri="{FF2B5EF4-FFF2-40B4-BE49-F238E27FC236}">
                <a16:creationId xmlns:a16="http://schemas.microsoft.com/office/drawing/2014/main" id="{B24EF44A-8E79-EEE2-AF56-A307715DD13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096000" y="0"/>
            <a:ext cx="6096000" cy="6858000"/>
          </a:xfrm>
          <a:prstGeom prst="rect">
            <a:avLst/>
          </a:prstGeom>
          <a:effectLst/>
        </p:spPr>
      </p:pic>
      <p:sp>
        <p:nvSpPr>
          <p:cNvPr id="4" name="Slide Number Placeholder">
            <a:extLst>
              <a:ext uri="{FF2B5EF4-FFF2-40B4-BE49-F238E27FC236}">
                <a16:creationId xmlns:a16="http://schemas.microsoft.com/office/drawing/2014/main" id="{B06DF5F0-6C4C-194B-8D6E-079C5F11ACA7}"/>
              </a:ext>
            </a:extLst>
          </p:cNvPr>
          <p:cNvSpPr>
            <a:spLocks noGrp="1"/>
          </p:cNvSpPr>
          <p:nvPr>
            <p:ph type="sldNum" sz="quarter" idx="14"/>
          </p:nvPr>
        </p:nvSpPr>
        <p:spPr/>
        <p:txBody>
          <a:bodyPr/>
          <a:lstStyle>
            <a:lvl1pPr>
              <a:defRPr>
                <a:solidFill>
                  <a:schemeClr val="accent4"/>
                </a:solidFill>
              </a:defRPr>
            </a:lvl1pPr>
          </a:lstStyle>
          <a:p>
            <a:fld id="{64B53FD8-04EE-4F67-B5CA-77D45BC12F90}" type="slidenum">
              <a:rPr lang="en-US" smtClean="0"/>
              <a:pPr/>
              <a:t>‹#›</a:t>
            </a:fld>
            <a:endParaRPr lang="en-US"/>
          </a:p>
        </p:txBody>
      </p:sp>
      <p:sp>
        <p:nvSpPr>
          <p:cNvPr id="3" name="Footer Placeholder">
            <a:extLst>
              <a:ext uri="{FF2B5EF4-FFF2-40B4-BE49-F238E27FC236}">
                <a16:creationId xmlns:a16="http://schemas.microsoft.com/office/drawing/2014/main" id="{F5315BAE-C792-1647-B95B-8AFC4646A3D7}"/>
              </a:ext>
            </a:extLst>
          </p:cNvPr>
          <p:cNvSpPr>
            <a:spLocks noGrp="1"/>
          </p:cNvSpPr>
          <p:nvPr>
            <p:ph type="ftr" sz="quarter" idx="13"/>
          </p:nvPr>
        </p:nvSpPr>
        <p:spPr/>
        <p:txBody>
          <a:bodyPr/>
          <a:lstStyle>
            <a:lvl1pPr>
              <a:defRPr>
                <a:solidFill>
                  <a:schemeClr val="accent4"/>
                </a:solidFill>
              </a:defRPr>
            </a:lvl1pPr>
          </a:lstStyle>
          <a:p>
            <a:r>
              <a:rPr lang="en-US" b="1"/>
              <a:t>&lt;Customize with Department&gt;</a:t>
            </a:r>
            <a:br>
              <a:rPr lang="en-US">
                <a:latin typeface="+mj-lt"/>
              </a:rPr>
            </a:br>
            <a:r>
              <a:rPr lang="en-US"/>
              <a:t>FedEx Proprietary &amp; Confidential © </a:t>
            </a:r>
          </a:p>
        </p:txBody>
      </p:sp>
      <p:sp>
        <p:nvSpPr>
          <p:cNvPr id="10" name="Slide Number Placeholder 3">
            <a:extLst>
              <a:ext uri="{FF2B5EF4-FFF2-40B4-BE49-F238E27FC236}">
                <a16:creationId xmlns:a16="http://schemas.microsoft.com/office/drawing/2014/main" id="{30D4F383-88B4-6D84-3E6F-B38E639215BC}"/>
              </a:ext>
            </a:extLst>
          </p:cNvPr>
          <p:cNvSpPr txBox="1">
            <a:spLocks/>
          </p:cNvSpPr>
          <p:nvPr userDrawn="1"/>
        </p:nvSpPr>
        <p:spPr>
          <a:xfrm>
            <a:off x="0" y="0"/>
            <a:ext cx="0" cy="0"/>
          </a:xfrm>
          <a:prstGeom prst="rect">
            <a:avLst/>
          </a:prstGeom>
        </p:spPr>
        <p:txBody>
          <a:bodyPr vert="horz" lIns="0" tIns="0" rIns="0" bIns="0" rtlCol="0" anchor="ctr" anchorCtr="0"/>
          <a:lstStyle>
            <a:defPPr>
              <a:defRPr lang="en-US"/>
            </a:defPPr>
            <a:lvl1pPr marL="0" indent="0" algn="r">
              <a:spcAft>
                <a:spcPts val="600"/>
              </a:spcAft>
              <a:buNone/>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fld id="{64B53FD8-04EE-4F67-B5CA-77D45BC12F90}" type="slidenum">
              <a:rPr lang="en-US" smtClean="0"/>
              <a:pPr/>
              <a:t>‹#›</a:t>
            </a:fld>
            <a:endParaRPr lang="en-US"/>
          </a:p>
        </p:txBody>
      </p:sp>
      <p:sp>
        <p:nvSpPr>
          <p:cNvPr id="9" name="Title">
            <a:extLst>
              <a:ext uri="{FF2B5EF4-FFF2-40B4-BE49-F238E27FC236}">
                <a16:creationId xmlns:a16="http://schemas.microsoft.com/office/drawing/2014/main" id="{A7D2DAB2-1748-D099-227E-CCF4C003B8B4}"/>
              </a:ext>
            </a:extLst>
          </p:cNvPr>
          <p:cNvSpPr>
            <a:spLocks noGrp="1"/>
          </p:cNvSpPr>
          <p:nvPr>
            <p:ph type="title" hasCustomPrompt="1"/>
          </p:nvPr>
        </p:nvSpPr>
        <p:spPr>
          <a:xfrm>
            <a:off x="571500" y="2075089"/>
            <a:ext cx="4928152" cy="600368"/>
          </a:xfrm>
        </p:spPr>
        <p:txBody>
          <a:bodyPr/>
          <a:lstStyle/>
          <a:p>
            <a:r>
              <a:rPr lang="en-US"/>
              <a:t>Contents</a:t>
            </a:r>
          </a:p>
        </p:txBody>
      </p:sp>
      <p:sp>
        <p:nvSpPr>
          <p:cNvPr id="11" name="Text Placeholder">
            <a:extLst>
              <a:ext uri="{FF2B5EF4-FFF2-40B4-BE49-F238E27FC236}">
                <a16:creationId xmlns:a16="http://schemas.microsoft.com/office/drawing/2014/main" id="{FD84F2F4-2B12-B339-3C8A-745117FC140A}"/>
              </a:ext>
            </a:extLst>
          </p:cNvPr>
          <p:cNvSpPr>
            <a:spLocks noGrp="1"/>
          </p:cNvSpPr>
          <p:nvPr>
            <p:ph type="body" sz="quarter" idx="12" hasCustomPrompt="1"/>
          </p:nvPr>
        </p:nvSpPr>
        <p:spPr>
          <a:xfrm>
            <a:off x="571501" y="3018357"/>
            <a:ext cx="4928152" cy="2604940"/>
          </a:xfrm>
        </p:spPr>
        <p:txBody>
          <a:bodyPr numCol="2" spcCol="274320"/>
          <a:lstStyle>
            <a:lvl1pPr marL="438912" marR="0" indent="-438912" algn="l" defTabSz="914400" rtl="0" eaLnBrk="1" fontAlgn="auto" latinLnBrk="0" hangingPunct="1">
              <a:lnSpc>
                <a:spcPct val="130000"/>
              </a:lnSpc>
              <a:spcBef>
                <a:spcPts val="0"/>
              </a:spcBef>
              <a:spcAft>
                <a:spcPts val="1800"/>
              </a:spcAft>
              <a:buClr>
                <a:schemeClr val="tx2"/>
              </a:buClr>
              <a:buSzPct val="125000"/>
              <a:buFont typeface="+mj-lt"/>
              <a:buAutoNum type="arabicPeriod"/>
              <a:tabLst/>
              <a:defRPr sz="1800"/>
            </a:lvl1pPr>
          </a:lstStyle>
          <a:p>
            <a:pPr lvl="0"/>
            <a:r>
              <a:rPr lang="en-US"/>
              <a:t>First </a:t>
            </a:r>
          </a:p>
          <a:p>
            <a:pPr lvl="0"/>
            <a:r>
              <a:rPr lang="en-US"/>
              <a:t>Second</a:t>
            </a:r>
          </a:p>
          <a:p>
            <a:pPr lvl="0"/>
            <a:r>
              <a:rPr lang="en-US"/>
              <a:t>Third </a:t>
            </a:r>
          </a:p>
          <a:p>
            <a:pPr lvl="0"/>
            <a:r>
              <a:rPr lang="en-US"/>
              <a:t>Fourth</a:t>
            </a:r>
          </a:p>
        </p:txBody>
      </p:sp>
    </p:spTree>
    <p:extLst>
      <p:ext uri="{BB962C8B-B14F-4D97-AF65-F5344CB8AC3E}">
        <p14:creationId xmlns:p14="http://schemas.microsoft.com/office/powerpoint/2010/main" val="2772318292"/>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_Agenda">
    <p:spTree>
      <p:nvGrpSpPr>
        <p:cNvPr id="1" name=""/>
        <p:cNvGrpSpPr/>
        <p:nvPr/>
      </p:nvGrpSpPr>
      <p:grpSpPr>
        <a:xfrm>
          <a:off x="0" y="0"/>
          <a:ext cx="0" cy="0"/>
          <a:chOff x="0" y="0"/>
          <a:chExt cx="0" cy="0"/>
        </a:xfrm>
      </p:grpSpPr>
      <p:sp>
        <p:nvSpPr>
          <p:cNvPr id="2" name="Supporting Image">
            <a:extLst>
              <a:ext uri="{FF2B5EF4-FFF2-40B4-BE49-F238E27FC236}">
                <a16:creationId xmlns:a16="http://schemas.microsoft.com/office/drawing/2014/main" id="{4B72DFDC-4FBF-3E8B-76CC-42739FCD32DA}"/>
              </a:ext>
            </a:extLst>
          </p:cNvPr>
          <p:cNvSpPr>
            <a:spLocks noGrp="1"/>
          </p:cNvSpPr>
          <p:nvPr>
            <p:ph type="pic" sz="quarter" idx="22"/>
          </p:nvPr>
        </p:nvSpPr>
        <p:spPr>
          <a:xfrm>
            <a:off x="6096000" y="0"/>
            <a:ext cx="6096000" cy="685800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pic>
        <p:nvPicPr>
          <p:cNvPr id="6" name="Picture 5" descr="A black and white arrow&#10;&#10;AI-generated content may be incorrect.">
            <a:extLst>
              <a:ext uri="{FF2B5EF4-FFF2-40B4-BE49-F238E27FC236}">
                <a16:creationId xmlns:a16="http://schemas.microsoft.com/office/drawing/2014/main" id="{71465BA9-CD41-AFEF-019A-EBE0F0E7982F}"/>
              </a:ext>
            </a:extLst>
          </p:cNvPr>
          <p:cNvPicPr>
            <a:picLocks noChangeAspect="1"/>
          </p:cNvPicPr>
          <p:nvPr userDrawn="1"/>
        </p:nvPicPr>
        <p:blipFill>
          <a:blip r:embed="rId2" cstate="screen">
            <a:alphaModFix amt="41000"/>
            <a:extLst>
              <a:ext uri="{28A0092B-C50C-407E-A947-70E740481C1C}">
                <a14:useLocalDpi xmlns:a14="http://schemas.microsoft.com/office/drawing/2010/main"/>
              </a:ext>
            </a:extLst>
          </a:blip>
          <a:srcRect l="38534" t="-947" r="-211" b="34"/>
          <a:stretch/>
        </p:blipFill>
        <p:spPr>
          <a:xfrm>
            <a:off x="-4426" y="367908"/>
            <a:ext cx="1103723" cy="1555918"/>
          </a:xfrm>
          <a:prstGeom prst="rect">
            <a:avLst/>
          </a:prstGeom>
        </p:spPr>
      </p:pic>
      <p:sp>
        <p:nvSpPr>
          <p:cNvPr id="4" name="Slide Number Placeholder">
            <a:extLst>
              <a:ext uri="{FF2B5EF4-FFF2-40B4-BE49-F238E27FC236}">
                <a16:creationId xmlns:a16="http://schemas.microsoft.com/office/drawing/2014/main" id="{B06DF5F0-6C4C-194B-8D6E-079C5F11ACA7}"/>
              </a:ext>
            </a:extLst>
          </p:cNvPr>
          <p:cNvSpPr>
            <a:spLocks noGrp="1"/>
          </p:cNvSpPr>
          <p:nvPr>
            <p:ph type="sldNum" sz="quarter" idx="14"/>
          </p:nvPr>
        </p:nvSpPr>
        <p:spPr/>
        <p:txBody>
          <a:bodyPr/>
          <a:lstStyle>
            <a:lvl1pPr>
              <a:defRPr>
                <a:solidFill>
                  <a:schemeClr val="accent4"/>
                </a:solidFill>
              </a:defRPr>
            </a:lvl1pPr>
          </a:lstStyle>
          <a:p>
            <a:fld id="{64B53FD8-04EE-4F67-B5CA-77D45BC12F90}" type="slidenum">
              <a:rPr lang="en-US" smtClean="0"/>
              <a:pPr/>
              <a:t>‹#›</a:t>
            </a:fld>
            <a:endParaRPr lang="en-US"/>
          </a:p>
        </p:txBody>
      </p:sp>
      <p:sp>
        <p:nvSpPr>
          <p:cNvPr id="3" name="Footer Placeholder">
            <a:extLst>
              <a:ext uri="{FF2B5EF4-FFF2-40B4-BE49-F238E27FC236}">
                <a16:creationId xmlns:a16="http://schemas.microsoft.com/office/drawing/2014/main" id="{F5315BAE-C792-1647-B95B-8AFC4646A3D7}"/>
              </a:ext>
            </a:extLst>
          </p:cNvPr>
          <p:cNvSpPr>
            <a:spLocks noGrp="1"/>
          </p:cNvSpPr>
          <p:nvPr>
            <p:ph type="ftr" sz="quarter" idx="13"/>
          </p:nvPr>
        </p:nvSpPr>
        <p:spPr/>
        <p:txBody>
          <a:bodyPr/>
          <a:lstStyle>
            <a:lvl1pPr>
              <a:defRPr>
                <a:solidFill>
                  <a:schemeClr val="accent4"/>
                </a:solidFill>
              </a:defRPr>
            </a:lvl1pPr>
          </a:lstStyle>
          <a:p>
            <a:r>
              <a:rPr lang="en-US" b="1"/>
              <a:t>&lt;Customize with Department&gt;</a:t>
            </a:r>
            <a:br>
              <a:rPr lang="en-US">
                <a:latin typeface="+mj-lt"/>
              </a:rPr>
            </a:br>
            <a:r>
              <a:rPr lang="en-US"/>
              <a:t>FedEx Proprietary &amp; Confidential © </a:t>
            </a:r>
          </a:p>
        </p:txBody>
      </p:sp>
      <p:sp>
        <p:nvSpPr>
          <p:cNvPr id="10" name="Slide Number Placeholder 3">
            <a:extLst>
              <a:ext uri="{FF2B5EF4-FFF2-40B4-BE49-F238E27FC236}">
                <a16:creationId xmlns:a16="http://schemas.microsoft.com/office/drawing/2014/main" id="{30D4F383-88B4-6D84-3E6F-B38E639215BC}"/>
              </a:ext>
            </a:extLst>
          </p:cNvPr>
          <p:cNvSpPr txBox="1">
            <a:spLocks/>
          </p:cNvSpPr>
          <p:nvPr userDrawn="1"/>
        </p:nvSpPr>
        <p:spPr>
          <a:xfrm>
            <a:off x="0" y="0"/>
            <a:ext cx="0" cy="0"/>
          </a:xfrm>
          <a:prstGeom prst="rect">
            <a:avLst/>
          </a:prstGeom>
        </p:spPr>
        <p:txBody>
          <a:bodyPr vert="horz" lIns="0" tIns="0" rIns="0" bIns="0" rtlCol="0" anchor="ctr" anchorCtr="0"/>
          <a:lstStyle>
            <a:defPPr>
              <a:defRPr lang="en-US"/>
            </a:defPPr>
            <a:lvl1pPr marL="0" indent="0" algn="r">
              <a:spcAft>
                <a:spcPts val="600"/>
              </a:spcAft>
              <a:buNone/>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fld id="{64B53FD8-04EE-4F67-B5CA-77D45BC12F90}" type="slidenum">
              <a:rPr lang="en-US" smtClean="0"/>
              <a:pPr/>
              <a:t>‹#›</a:t>
            </a:fld>
            <a:endParaRPr lang="en-US"/>
          </a:p>
        </p:txBody>
      </p:sp>
      <p:sp>
        <p:nvSpPr>
          <p:cNvPr id="9" name="Title">
            <a:extLst>
              <a:ext uri="{FF2B5EF4-FFF2-40B4-BE49-F238E27FC236}">
                <a16:creationId xmlns:a16="http://schemas.microsoft.com/office/drawing/2014/main" id="{A7D2DAB2-1748-D099-227E-CCF4C003B8B4}"/>
              </a:ext>
            </a:extLst>
          </p:cNvPr>
          <p:cNvSpPr>
            <a:spLocks noGrp="1"/>
          </p:cNvSpPr>
          <p:nvPr>
            <p:ph type="title" hasCustomPrompt="1"/>
          </p:nvPr>
        </p:nvSpPr>
        <p:spPr>
          <a:xfrm>
            <a:off x="571500" y="2075089"/>
            <a:ext cx="4928152" cy="600368"/>
          </a:xfrm>
        </p:spPr>
        <p:txBody>
          <a:bodyPr/>
          <a:lstStyle/>
          <a:p>
            <a:r>
              <a:rPr lang="en-US"/>
              <a:t>Contents</a:t>
            </a:r>
          </a:p>
        </p:txBody>
      </p:sp>
      <p:sp>
        <p:nvSpPr>
          <p:cNvPr id="11" name="Text Placeholder">
            <a:extLst>
              <a:ext uri="{FF2B5EF4-FFF2-40B4-BE49-F238E27FC236}">
                <a16:creationId xmlns:a16="http://schemas.microsoft.com/office/drawing/2014/main" id="{FD84F2F4-2B12-B339-3C8A-745117FC140A}"/>
              </a:ext>
            </a:extLst>
          </p:cNvPr>
          <p:cNvSpPr>
            <a:spLocks noGrp="1"/>
          </p:cNvSpPr>
          <p:nvPr>
            <p:ph type="body" sz="quarter" idx="12" hasCustomPrompt="1"/>
          </p:nvPr>
        </p:nvSpPr>
        <p:spPr>
          <a:xfrm>
            <a:off x="571501" y="3018357"/>
            <a:ext cx="4928152" cy="2604940"/>
          </a:xfrm>
        </p:spPr>
        <p:txBody>
          <a:bodyPr numCol="2" spcCol="274320"/>
          <a:lstStyle>
            <a:lvl1pPr marL="438912" marR="0" indent="-438912" algn="l" defTabSz="914400" rtl="0" eaLnBrk="1" fontAlgn="auto" latinLnBrk="0" hangingPunct="1">
              <a:lnSpc>
                <a:spcPct val="130000"/>
              </a:lnSpc>
              <a:spcBef>
                <a:spcPts val="0"/>
              </a:spcBef>
              <a:spcAft>
                <a:spcPts val="1800"/>
              </a:spcAft>
              <a:buClr>
                <a:schemeClr val="tx2"/>
              </a:buClr>
              <a:buSzPct val="125000"/>
              <a:buFont typeface="+mj-lt"/>
              <a:buAutoNum type="arabicPeriod"/>
              <a:tabLst/>
              <a:defRPr sz="1800"/>
            </a:lvl1pPr>
          </a:lstStyle>
          <a:p>
            <a:pPr lvl="0"/>
            <a:r>
              <a:rPr lang="en-US"/>
              <a:t>First </a:t>
            </a:r>
          </a:p>
          <a:p>
            <a:pPr lvl="0"/>
            <a:r>
              <a:rPr lang="en-US"/>
              <a:t>Second</a:t>
            </a:r>
          </a:p>
          <a:p>
            <a:pPr lvl="0"/>
            <a:r>
              <a:rPr lang="en-US"/>
              <a:t>Third </a:t>
            </a:r>
          </a:p>
          <a:p>
            <a:pPr lvl="0"/>
            <a:r>
              <a:rPr lang="en-US"/>
              <a:t>Fourth</a:t>
            </a:r>
          </a:p>
        </p:txBody>
      </p:sp>
    </p:spTree>
    <p:extLst>
      <p:ext uri="{BB962C8B-B14F-4D97-AF65-F5344CB8AC3E}">
        <p14:creationId xmlns:p14="http://schemas.microsoft.com/office/powerpoint/2010/main" val="635828337"/>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0_Agenda">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99F9E22-5328-3046-93E9-C6EA1ABB97B9}"/>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Freeform 7">
            <a:extLst>
              <a:ext uri="{FF2B5EF4-FFF2-40B4-BE49-F238E27FC236}">
                <a16:creationId xmlns:a16="http://schemas.microsoft.com/office/drawing/2014/main" id="{9788CCA6-A63E-1D4E-9159-7345B56774F8}"/>
              </a:ext>
            </a:extLst>
          </p:cNvPr>
          <p:cNvSpPr/>
          <p:nvPr/>
        </p:nvSpPr>
        <p:spPr>
          <a:xfrm>
            <a:off x="0" y="0"/>
            <a:ext cx="12192000" cy="6858000"/>
          </a:xfrm>
          <a:custGeom>
            <a:avLst/>
            <a:gdLst>
              <a:gd name="connsiteX0" fmla="*/ 0 w 12192000"/>
              <a:gd name="connsiteY0" fmla="*/ 0 h 6858000"/>
              <a:gd name="connsiteX1" fmla="*/ 1526 w 12192000"/>
              <a:gd name="connsiteY1" fmla="*/ 0 h 6858000"/>
              <a:gd name="connsiteX2" fmla="*/ 1526 w 12192000"/>
              <a:gd name="connsiteY2" fmla="*/ 4036714 h 6858000"/>
              <a:gd name="connsiteX3" fmla="*/ 3639973 w 12192000"/>
              <a:gd name="connsiteY3" fmla="*/ 0 h 6858000"/>
              <a:gd name="connsiteX4" fmla="*/ 12192000 w 12192000"/>
              <a:gd name="connsiteY4" fmla="*/ 0 h 6858000"/>
              <a:gd name="connsiteX5" fmla="*/ 12192000 w 12192000"/>
              <a:gd name="connsiteY5" fmla="*/ 6858000 h 6858000"/>
              <a:gd name="connsiteX6" fmla="*/ 12190477 w 12192000"/>
              <a:gd name="connsiteY6" fmla="*/ 6858000 h 6858000"/>
              <a:gd name="connsiteX7" fmla="*/ 12190477 w 12192000"/>
              <a:gd name="connsiteY7" fmla="*/ 2828612 h 6858000"/>
              <a:gd name="connsiteX8" fmla="*/ 8566803 w 12192000"/>
              <a:gd name="connsiteY8" fmla="*/ 6858000 h 6858000"/>
              <a:gd name="connsiteX9" fmla="*/ 0 w 12192000"/>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6858000">
                <a:moveTo>
                  <a:pt x="0" y="0"/>
                </a:moveTo>
                <a:lnTo>
                  <a:pt x="1526" y="0"/>
                </a:lnTo>
                <a:lnTo>
                  <a:pt x="1526" y="4036714"/>
                </a:lnTo>
                <a:lnTo>
                  <a:pt x="3639973" y="0"/>
                </a:lnTo>
                <a:lnTo>
                  <a:pt x="12192000" y="0"/>
                </a:lnTo>
                <a:lnTo>
                  <a:pt x="12192000" y="6858000"/>
                </a:lnTo>
                <a:lnTo>
                  <a:pt x="12190477" y="6858000"/>
                </a:lnTo>
                <a:lnTo>
                  <a:pt x="12190477" y="2828612"/>
                </a:lnTo>
                <a:lnTo>
                  <a:pt x="8566803" y="6858000"/>
                </a:lnTo>
                <a:lnTo>
                  <a:pt x="0" y="6858000"/>
                </a:lnTo>
                <a:close/>
              </a:path>
            </a:pathLst>
          </a:custGeom>
          <a:solidFill>
            <a:srgbClr val="4D148C">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a:extLst>
              <a:ext uri="{FF2B5EF4-FFF2-40B4-BE49-F238E27FC236}">
                <a16:creationId xmlns:a16="http://schemas.microsoft.com/office/drawing/2014/main" id="{395E31F5-DECD-1C49-B5BF-1F3E25903FBE}"/>
              </a:ext>
            </a:extLst>
          </p:cNvPr>
          <p:cNvSpPr>
            <a:spLocks noGrp="1"/>
          </p:cNvSpPr>
          <p:nvPr>
            <p:ph type="title" hasCustomPrompt="1"/>
          </p:nvPr>
        </p:nvSpPr>
        <p:spPr>
          <a:xfrm>
            <a:off x="2469764" y="1683674"/>
            <a:ext cx="7277100" cy="600368"/>
          </a:xfrm>
        </p:spPr>
        <p:txBody>
          <a:bodyPr/>
          <a:lstStyle>
            <a:lvl1pPr>
              <a:defRPr>
                <a:solidFill>
                  <a:schemeClr val="bg1"/>
                </a:solidFill>
              </a:defRPr>
            </a:lvl1pPr>
          </a:lstStyle>
          <a:p>
            <a:r>
              <a:rPr lang="en-US"/>
              <a:t>Agenda</a:t>
            </a:r>
          </a:p>
        </p:txBody>
      </p:sp>
      <p:sp>
        <p:nvSpPr>
          <p:cNvPr id="7" name="Text Placeholder">
            <a:extLst>
              <a:ext uri="{FF2B5EF4-FFF2-40B4-BE49-F238E27FC236}">
                <a16:creationId xmlns:a16="http://schemas.microsoft.com/office/drawing/2014/main" id="{F6DE5270-4E7D-BA4C-8E86-8A19F964EE23}"/>
              </a:ext>
            </a:extLst>
          </p:cNvPr>
          <p:cNvSpPr>
            <a:spLocks noGrp="1"/>
          </p:cNvSpPr>
          <p:nvPr>
            <p:ph type="body" sz="quarter" idx="12" hasCustomPrompt="1"/>
          </p:nvPr>
        </p:nvSpPr>
        <p:spPr>
          <a:xfrm>
            <a:off x="2476500" y="2626942"/>
            <a:ext cx="7277100" cy="2604940"/>
          </a:xfrm>
        </p:spPr>
        <p:txBody>
          <a:bodyPr numCol="2" spcCol="274320"/>
          <a:lstStyle>
            <a:lvl1pPr marL="438912" marR="0" indent="-438912" algn="l" defTabSz="914400" rtl="0" eaLnBrk="1" fontAlgn="auto" latinLnBrk="0" hangingPunct="1">
              <a:lnSpc>
                <a:spcPct val="130000"/>
              </a:lnSpc>
              <a:spcBef>
                <a:spcPts val="0"/>
              </a:spcBef>
              <a:spcAft>
                <a:spcPts val="1800"/>
              </a:spcAft>
              <a:buClrTx/>
              <a:buSzPct val="125000"/>
              <a:buFont typeface="+mj-lt"/>
              <a:buAutoNum type="arabicPeriod"/>
              <a:tabLst/>
              <a:defRPr sz="16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stStyle>
          <a:p>
            <a:pPr lvl="0"/>
            <a:r>
              <a:rPr lang="en-US"/>
              <a:t>Click to add your first section title here</a:t>
            </a:r>
          </a:p>
        </p:txBody>
      </p:sp>
      <p:sp>
        <p:nvSpPr>
          <p:cNvPr id="3" name="Footer Placeholder">
            <a:extLst>
              <a:ext uri="{FF2B5EF4-FFF2-40B4-BE49-F238E27FC236}">
                <a16:creationId xmlns:a16="http://schemas.microsoft.com/office/drawing/2014/main" id="{F5315BAE-C792-1647-B95B-8AFC4646A3D7}"/>
              </a:ext>
            </a:extLst>
          </p:cNvPr>
          <p:cNvSpPr>
            <a:spLocks noGrp="1"/>
          </p:cNvSpPr>
          <p:nvPr>
            <p:ph type="ftr" sz="quarter" idx="1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4" name="Slide Number Placeholder">
            <a:extLst>
              <a:ext uri="{FF2B5EF4-FFF2-40B4-BE49-F238E27FC236}">
                <a16:creationId xmlns:a16="http://schemas.microsoft.com/office/drawing/2014/main" id="{B06DF5F0-6C4C-194B-8D6E-079C5F11ACA7}"/>
              </a:ext>
            </a:extLst>
          </p:cNvPr>
          <p:cNvSpPr>
            <a:spLocks noGrp="1"/>
          </p:cNvSpPr>
          <p:nvPr>
            <p:ph type="sldNum" sz="quarter" idx="14"/>
          </p:nvPr>
        </p:nvSpPr>
        <p:spPr/>
        <p:txBody>
          <a:bodyPr/>
          <a:lstStyle>
            <a:lvl1pPr>
              <a:defRPr>
                <a:solidFill>
                  <a:schemeClr val="accent4"/>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442669957"/>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1_Agenda">
    <p:spTree>
      <p:nvGrpSpPr>
        <p:cNvPr id="1" name=""/>
        <p:cNvGrpSpPr/>
        <p:nvPr/>
      </p:nvGrpSpPr>
      <p:grpSpPr>
        <a:xfrm>
          <a:off x="0" y="0"/>
          <a:ext cx="0" cy="0"/>
          <a:chOff x="0" y="0"/>
          <a:chExt cx="0" cy="0"/>
        </a:xfrm>
      </p:grpSpPr>
      <p:pic>
        <p:nvPicPr>
          <p:cNvPr id="14" name="Bkg. Image" descr="A tall building&#10;&#10;Description automatically generated">
            <a:extLst>
              <a:ext uri="{FF2B5EF4-FFF2-40B4-BE49-F238E27FC236}">
                <a16:creationId xmlns:a16="http://schemas.microsoft.com/office/drawing/2014/main" id="{725695FD-146A-DF40-BBAB-557698D29C3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Swipe Color Block">
            <a:extLst>
              <a:ext uri="{FF2B5EF4-FFF2-40B4-BE49-F238E27FC236}">
                <a16:creationId xmlns:a16="http://schemas.microsoft.com/office/drawing/2014/main" id="{002C200C-5C1A-3B4C-B030-3689CDE5ECF9}"/>
              </a:ext>
            </a:extLst>
          </p:cNvPr>
          <p:cNvSpPr/>
          <p:nvPr/>
        </p:nvSpPr>
        <p:spPr>
          <a:xfrm>
            <a:off x="0" y="0"/>
            <a:ext cx="12192000" cy="6858000"/>
          </a:xfrm>
          <a:custGeom>
            <a:avLst/>
            <a:gdLst>
              <a:gd name="connsiteX0" fmla="*/ 1640360 w 12192000"/>
              <a:gd name="connsiteY0" fmla="*/ 0 h 6858000"/>
              <a:gd name="connsiteX1" fmla="*/ 12192000 w 12192000"/>
              <a:gd name="connsiteY1" fmla="*/ 0 h 6858000"/>
              <a:gd name="connsiteX2" fmla="*/ 12192000 w 12192000"/>
              <a:gd name="connsiteY2" fmla="*/ 2806443 h 6858000"/>
              <a:gd name="connsiteX3" fmla="*/ 8504029 w 12192000"/>
              <a:gd name="connsiteY3" fmla="*/ 6858000 h 6858000"/>
              <a:gd name="connsiteX4" fmla="*/ 0 w 12192000"/>
              <a:gd name="connsiteY4" fmla="*/ 6858000 h 6858000"/>
              <a:gd name="connsiteX5" fmla="*/ 0 w 12192000"/>
              <a:gd name="connsiteY5" fmla="*/ 180207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1640360" y="0"/>
                </a:moveTo>
                <a:lnTo>
                  <a:pt x="12192000" y="0"/>
                </a:lnTo>
                <a:lnTo>
                  <a:pt x="12192000" y="2806443"/>
                </a:lnTo>
                <a:lnTo>
                  <a:pt x="8504029" y="6858000"/>
                </a:lnTo>
                <a:lnTo>
                  <a:pt x="0" y="6858000"/>
                </a:lnTo>
                <a:lnTo>
                  <a:pt x="0" y="1802079"/>
                </a:lnTo>
                <a:close/>
              </a:path>
            </a:pathLst>
          </a:custGeom>
          <a:solidFill>
            <a:schemeClr val="tx2">
              <a:alpha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R="0" lvl="0" indent="0" algn="ctr" fontAlgn="base">
              <a:lnSpc>
                <a:spcPct val="100000"/>
              </a:lnSpc>
              <a:spcBef>
                <a:spcPct val="0"/>
              </a:spcBef>
              <a:spcAft>
                <a:spcPct val="0"/>
              </a:spcAft>
              <a:buClrTx/>
              <a:buSzTx/>
              <a:buFontTx/>
              <a:buNone/>
              <a:tabLst/>
            </a:pPr>
            <a:endParaRPr kumimoji="0" lang="en-US" sz="2800" b="0" i="0" u="none" strike="noStrike" cap="none" spc="0" normalizeH="0" baseline="0">
              <a:ln>
                <a:noFill/>
              </a:ln>
              <a:solidFill>
                <a:prstClr val="white"/>
              </a:solidFill>
              <a:effectLst/>
              <a:uLnTx/>
              <a:uFillTx/>
              <a:latin typeface="Calibri"/>
            </a:endParaRPr>
          </a:p>
        </p:txBody>
      </p:sp>
      <p:sp>
        <p:nvSpPr>
          <p:cNvPr id="8" name="Title">
            <a:extLst>
              <a:ext uri="{FF2B5EF4-FFF2-40B4-BE49-F238E27FC236}">
                <a16:creationId xmlns:a16="http://schemas.microsoft.com/office/drawing/2014/main" id="{4B6987DA-CA94-E040-8451-6C4738F6B471}"/>
              </a:ext>
            </a:extLst>
          </p:cNvPr>
          <p:cNvSpPr>
            <a:spLocks noGrp="1"/>
          </p:cNvSpPr>
          <p:nvPr>
            <p:ph type="title" hasCustomPrompt="1"/>
          </p:nvPr>
        </p:nvSpPr>
        <p:spPr>
          <a:xfrm>
            <a:off x="567173" y="1682496"/>
            <a:ext cx="9186427" cy="603504"/>
          </a:xfrm>
        </p:spPr>
        <p:txBody>
          <a:bodyPr/>
          <a:lstStyle>
            <a:lvl1pPr>
              <a:defRPr>
                <a:solidFill>
                  <a:schemeClr val="bg1"/>
                </a:solidFill>
              </a:defRPr>
            </a:lvl1pPr>
          </a:lstStyle>
          <a:p>
            <a:r>
              <a:rPr lang="en-US"/>
              <a:t>Agenda</a:t>
            </a:r>
          </a:p>
        </p:txBody>
      </p:sp>
      <p:sp>
        <p:nvSpPr>
          <p:cNvPr id="9" name="Text Placeholder">
            <a:extLst>
              <a:ext uri="{FF2B5EF4-FFF2-40B4-BE49-F238E27FC236}">
                <a16:creationId xmlns:a16="http://schemas.microsoft.com/office/drawing/2014/main" id="{9B3D582A-EF9E-8440-82AB-CCE249EF92C7}"/>
              </a:ext>
            </a:extLst>
          </p:cNvPr>
          <p:cNvSpPr>
            <a:spLocks noGrp="1"/>
          </p:cNvSpPr>
          <p:nvPr>
            <p:ph type="body" sz="quarter" idx="12" hasCustomPrompt="1"/>
          </p:nvPr>
        </p:nvSpPr>
        <p:spPr>
          <a:xfrm>
            <a:off x="567173" y="2626942"/>
            <a:ext cx="9186427" cy="2604940"/>
          </a:xfrm>
        </p:spPr>
        <p:txBody>
          <a:bodyPr numCol="2" spcCol="731520"/>
          <a:lstStyle>
            <a:lvl1pPr marL="438912" marR="0" indent="-438912" algn="l" defTabSz="914400" rtl="0" eaLnBrk="1" fontAlgn="auto" latinLnBrk="0" hangingPunct="1">
              <a:lnSpc>
                <a:spcPct val="130000"/>
              </a:lnSpc>
              <a:spcBef>
                <a:spcPts val="0"/>
              </a:spcBef>
              <a:spcAft>
                <a:spcPts val="1800"/>
              </a:spcAft>
              <a:buClrTx/>
              <a:buSzPct val="125000"/>
              <a:buFont typeface="+mj-lt"/>
              <a:buAutoNum type="arabicPeriod"/>
              <a:tabLst/>
              <a:defRPr sz="1800">
                <a:solidFill>
                  <a:schemeClr val="bg1"/>
                </a:solidFill>
              </a:defRPr>
            </a:lvl1pPr>
            <a:lvl2pPr marL="658368" indent="-219456">
              <a:buFont typeface="Arial" panose="020B0604020202020204" pitchFamily="34" charset="0"/>
              <a:buChar char="•"/>
              <a:tabLst/>
              <a:defRPr sz="14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add your first section title here</a:t>
            </a:r>
          </a:p>
          <a:p>
            <a:pPr lvl="1"/>
            <a:r>
              <a:rPr lang="en-US"/>
              <a:t>Click to add your second section title here</a:t>
            </a:r>
          </a:p>
        </p:txBody>
      </p:sp>
      <p:sp>
        <p:nvSpPr>
          <p:cNvPr id="2" name="Footer Placeholder">
            <a:extLst>
              <a:ext uri="{FF2B5EF4-FFF2-40B4-BE49-F238E27FC236}">
                <a16:creationId xmlns:a16="http://schemas.microsoft.com/office/drawing/2014/main" id="{96A5984F-AAF3-4E4F-B3A2-F7CFB42C0BB0}"/>
              </a:ext>
            </a:extLst>
          </p:cNvPr>
          <p:cNvSpPr>
            <a:spLocks noGrp="1"/>
          </p:cNvSpPr>
          <p:nvPr>
            <p:ph type="ftr" sz="quarter" idx="16"/>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3" name="Slide Number Placeholder">
            <a:extLst>
              <a:ext uri="{FF2B5EF4-FFF2-40B4-BE49-F238E27FC236}">
                <a16:creationId xmlns:a16="http://schemas.microsoft.com/office/drawing/2014/main" id="{B57A2B2F-8926-8949-98A4-AF4483A0075F}"/>
              </a:ext>
            </a:extLst>
          </p:cNvPr>
          <p:cNvSpPr>
            <a:spLocks noGrp="1"/>
          </p:cNvSpPr>
          <p:nvPr>
            <p:ph type="sldNum" sz="quarter" idx="17"/>
          </p:nvPr>
        </p:nvSpPr>
        <p:spPr/>
        <p:txBody>
          <a:bodyPr/>
          <a:lstStyle>
            <a:lvl1pPr>
              <a:defRPr>
                <a:solidFill>
                  <a:schemeClr val="bg1"/>
                </a:solidFill>
              </a:defRPr>
            </a:lvl1pPr>
          </a:lstStyle>
          <a:p>
            <a:fld id="{64B53FD8-04EE-4F67-B5CA-77D45BC12F90}" type="slidenum">
              <a:rPr lang="en-US" smtClean="0"/>
              <a:pPr/>
              <a:t>‹#›</a:t>
            </a:fld>
            <a:endParaRPr lang="en-US">
              <a:solidFill>
                <a:schemeClr val="bg1"/>
              </a:solidFill>
            </a:endParaRPr>
          </a:p>
        </p:txBody>
      </p:sp>
    </p:spTree>
    <p:extLst>
      <p:ext uri="{BB962C8B-B14F-4D97-AF65-F5344CB8AC3E}">
        <p14:creationId xmlns:p14="http://schemas.microsoft.com/office/powerpoint/2010/main" val="4210304543"/>
      </p:ext>
    </p:extLst>
  </p:cSld>
  <p:clrMapOvr>
    <a:masterClrMapping/>
  </p:clrMapOvr>
  <p:extLst>
    <p:ext uri="{DCECCB84-F9BA-43D5-87BE-67443E8EF086}">
      <p15:sldGuideLst xmlns:p15="http://schemas.microsoft.com/office/powerpoint/2012/main">
        <p15:guide id="1" pos="4056">
          <p15:clr>
            <a:srgbClr val="FBAE40"/>
          </p15:clr>
        </p15:guide>
        <p15:guide id="2" orient="horz" pos="213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2_Agenda">
    <p:spTree>
      <p:nvGrpSpPr>
        <p:cNvPr id="1" name=""/>
        <p:cNvGrpSpPr/>
        <p:nvPr/>
      </p:nvGrpSpPr>
      <p:grpSpPr>
        <a:xfrm>
          <a:off x="0" y="0"/>
          <a:ext cx="0" cy="0"/>
          <a:chOff x="0" y="0"/>
          <a:chExt cx="0" cy="0"/>
        </a:xfrm>
      </p:grpSpPr>
      <p:pic>
        <p:nvPicPr>
          <p:cNvPr id="7" name="Picture 6" descr="A group of women sitting at a table outside&#10;&#10;AI-generated content may be incorrect.">
            <a:extLst>
              <a:ext uri="{FF2B5EF4-FFF2-40B4-BE49-F238E27FC236}">
                <a16:creationId xmlns:a16="http://schemas.microsoft.com/office/drawing/2014/main" id="{949DE76A-7EF4-5576-636D-420C742A7FA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1"/>
            <a:ext cx="12192000" cy="3225801"/>
          </a:xfrm>
          <a:prstGeom prst="rect">
            <a:avLst/>
          </a:prstGeom>
        </p:spPr>
      </p:pic>
      <p:sp>
        <p:nvSpPr>
          <p:cNvPr id="33" name="Title ">
            <a:extLst>
              <a:ext uri="{FF2B5EF4-FFF2-40B4-BE49-F238E27FC236}">
                <a16:creationId xmlns:a16="http://schemas.microsoft.com/office/drawing/2014/main" id="{F766590A-0D40-6841-B78B-70DE63D7B27B}"/>
              </a:ext>
            </a:extLst>
          </p:cNvPr>
          <p:cNvSpPr>
            <a:spLocks noGrp="1"/>
          </p:cNvSpPr>
          <p:nvPr>
            <p:ph type="title" hasCustomPrompt="1"/>
          </p:nvPr>
        </p:nvSpPr>
        <p:spPr>
          <a:xfrm>
            <a:off x="0" y="2422358"/>
            <a:ext cx="12192000" cy="803442"/>
          </a:xfrm>
          <a:solidFill>
            <a:srgbClr val="4D148C">
              <a:alpha val="89804"/>
            </a:srgbClr>
          </a:solidFill>
        </p:spPr>
        <p:txBody>
          <a:bodyPr lIns="576072" rIns="548640" anchor="ctr" anchorCtr="0"/>
          <a:lstStyle>
            <a:lvl1pPr>
              <a:lnSpc>
                <a:spcPct val="110000"/>
              </a:lnSpc>
              <a:defRPr>
                <a:solidFill>
                  <a:schemeClr val="bg1"/>
                </a:solidFill>
              </a:defRPr>
            </a:lvl1pPr>
          </a:lstStyle>
          <a:p>
            <a:r>
              <a:rPr lang="en-US"/>
              <a:t>What we’ll cover today</a:t>
            </a:r>
          </a:p>
        </p:txBody>
      </p:sp>
      <p:sp>
        <p:nvSpPr>
          <p:cNvPr id="20" name="Section 1 Placeholder">
            <a:extLst>
              <a:ext uri="{FF2B5EF4-FFF2-40B4-BE49-F238E27FC236}">
                <a16:creationId xmlns:a16="http://schemas.microsoft.com/office/drawing/2014/main" id="{EEA84A93-F77E-3C41-8341-6F8D8C00B54A}"/>
              </a:ext>
            </a:extLst>
          </p:cNvPr>
          <p:cNvSpPr>
            <a:spLocks noGrp="1"/>
          </p:cNvSpPr>
          <p:nvPr>
            <p:ph type="body" sz="quarter" idx="20" hasCustomPrompt="1"/>
          </p:nvPr>
        </p:nvSpPr>
        <p:spPr>
          <a:xfrm>
            <a:off x="584073"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01</a:t>
            </a:r>
          </a:p>
        </p:txBody>
      </p:sp>
      <p:sp>
        <p:nvSpPr>
          <p:cNvPr id="9" name="Text Placeholder 1">
            <a:extLst>
              <a:ext uri="{FF2B5EF4-FFF2-40B4-BE49-F238E27FC236}">
                <a16:creationId xmlns:a16="http://schemas.microsoft.com/office/drawing/2014/main" id="{E469B8C2-D32D-5045-BF2B-9A859456BA3F}"/>
              </a:ext>
            </a:extLst>
          </p:cNvPr>
          <p:cNvSpPr>
            <a:spLocks noGrp="1"/>
          </p:cNvSpPr>
          <p:nvPr>
            <p:ph type="body" sz="quarter" idx="12"/>
          </p:nvPr>
        </p:nvSpPr>
        <p:spPr>
          <a:xfrm>
            <a:off x="584073" y="4489047"/>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3" name="Section 2 Placeholder">
            <a:extLst>
              <a:ext uri="{FF2B5EF4-FFF2-40B4-BE49-F238E27FC236}">
                <a16:creationId xmlns:a16="http://schemas.microsoft.com/office/drawing/2014/main" id="{A3B43458-C925-B741-A1AB-2CCE0D759FD8}"/>
              </a:ext>
            </a:extLst>
          </p:cNvPr>
          <p:cNvSpPr>
            <a:spLocks noGrp="1"/>
          </p:cNvSpPr>
          <p:nvPr>
            <p:ph type="body" sz="quarter" idx="21" hasCustomPrompt="1"/>
          </p:nvPr>
        </p:nvSpPr>
        <p:spPr>
          <a:xfrm>
            <a:off x="2885599"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02</a:t>
            </a:r>
          </a:p>
        </p:txBody>
      </p:sp>
      <p:sp>
        <p:nvSpPr>
          <p:cNvPr id="21" name="Text Placeholder 2">
            <a:extLst>
              <a:ext uri="{FF2B5EF4-FFF2-40B4-BE49-F238E27FC236}">
                <a16:creationId xmlns:a16="http://schemas.microsoft.com/office/drawing/2014/main" id="{CD093230-AA68-8343-9940-DF9AB8EE0633}"/>
              </a:ext>
            </a:extLst>
          </p:cNvPr>
          <p:cNvSpPr>
            <a:spLocks noGrp="1"/>
          </p:cNvSpPr>
          <p:nvPr>
            <p:ph type="body" sz="quarter" idx="25"/>
          </p:nvPr>
        </p:nvSpPr>
        <p:spPr>
          <a:xfrm>
            <a:off x="2885599"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4" name="Section 3 Placeholder">
            <a:extLst>
              <a:ext uri="{FF2B5EF4-FFF2-40B4-BE49-F238E27FC236}">
                <a16:creationId xmlns:a16="http://schemas.microsoft.com/office/drawing/2014/main" id="{DE46D1A5-2D46-3F4B-9B6F-544FC95D67CA}"/>
              </a:ext>
            </a:extLst>
          </p:cNvPr>
          <p:cNvSpPr>
            <a:spLocks noGrp="1"/>
          </p:cNvSpPr>
          <p:nvPr>
            <p:ph type="body" sz="quarter" idx="22" hasCustomPrompt="1"/>
          </p:nvPr>
        </p:nvSpPr>
        <p:spPr>
          <a:xfrm>
            <a:off x="5187125"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03</a:t>
            </a:r>
          </a:p>
        </p:txBody>
      </p:sp>
      <p:sp>
        <p:nvSpPr>
          <p:cNvPr id="22" name="Text Placeholder 3">
            <a:extLst>
              <a:ext uri="{FF2B5EF4-FFF2-40B4-BE49-F238E27FC236}">
                <a16:creationId xmlns:a16="http://schemas.microsoft.com/office/drawing/2014/main" id="{9F67DE24-FD1B-CF45-894E-CE915D1C2753}"/>
              </a:ext>
            </a:extLst>
          </p:cNvPr>
          <p:cNvSpPr>
            <a:spLocks noGrp="1"/>
          </p:cNvSpPr>
          <p:nvPr>
            <p:ph type="body" sz="quarter" idx="26"/>
          </p:nvPr>
        </p:nvSpPr>
        <p:spPr>
          <a:xfrm>
            <a:off x="5187125" y="4489047"/>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5" name="Section 4 Placeholder">
            <a:extLst>
              <a:ext uri="{FF2B5EF4-FFF2-40B4-BE49-F238E27FC236}">
                <a16:creationId xmlns:a16="http://schemas.microsoft.com/office/drawing/2014/main" id="{4F133E20-4C3B-B943-97D7-D3D0D7DDFFD8}"/>
              </a:ext>
            </a:extLst>
          </p:cNvPr>
          <p:cNvSpPr>
            <a:spLocks noGrp="1"/>
          </p:cNvSpPr>
          <p:nvPr>
            <p:ph type="body" sz="quarter" idx="23" hasCustomPrompt="1"/>
          </p:nvPr>
        </p:nvSpPr>
        <p:spPr>
          <a:xfrm>
            <a:off x="7488651"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04</a:t>
            </a:r>
          </a:p>
        </p:txBody>
      </p:sp>
      <p:sp>
        <p:nvSpPr>
          <p:cNvPr id="27" name="Text Placeholder 4">
            <a:extLst>
              <a:ext uri="{FF2B5EF4-FFF2-40B4-BE49-F238E27FC236}">
                <a16:creationId xmlns:a16="http://schemas.microsoft.com/office/drawing/2014/main" id="{0DCDD65F-BF7B-944F-A7A3-3A9467883513}"/>
              </a:ext>
            </a:extLst>
          </p:cNvPr>
          <p:cNvSpPr>
            <a:spLocks noGrp="1"/>
          </p:cNvSpPr>
          <p:nvPr>
            <p:ph type="body" sz="quarter" idx="27"/>
          </p:nvPr>
        </p:nvSpPr>
        <p:spPr>
          <a:xfrm>
            <a:off x="7488651"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6" name="Section 5 Placeholder">
            <a:extLst>
              <a:ext uri="{FF2B5EF4-FFF2-40B4-BE49-F238E27FC236}">
                <a16:creationId xmlns:a16="http://schemas.microsoft.com/office/drawing/2014/main" id="{6D2B15E2-9E0F-6441-8BE9-19AC758028E0}"/>
              </a:ext>
            </a:extLst>
          </p:cNvPr>
          <p:cNvSpPr>
            <a:spLocks noGrp="1"/>
          </p:cNvSpPr>
          <p:nvPr>
            <p:ph type="body" sz="quarter" idx="24" hasCustomPrompt="1"/>
          </p:nvPr>
        </p:nvSpPr>
        <p:spPr>
          <a:xfrm>
            <a:off x="9790176"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05</a:t>
            </a:r>
          </a:p>
        </p:txBody>
      </p:sp>
      <p:sp>
        <p:nvSpPr>
          <p:cNvPr id="28" name="Text Placeholder 5">
            <a:extLst>
              <a:ext uri="{FF2B5EF4-FFF2-40B4-BE49-F238E27FC236}">
                <a16:creationId xmlns:a16="http://schemas.microsoft.com/office/drawing/2014/main" id="{BC9E298E-DC54-E74B-A7E0-ABDEA73B1DB5}"/>
              </a:ext>
            </a:extLst>
          </p:cNvPr>
          <p:cNvSpPr>
            <a:spLocks noGrp="1"/>
          </p:cNvSpPr>
          <p:nvPr>
            <p:ph type="body" sz="quarter" idx="28"/>
          </p:nvPr>
        </p:nvSpPr>
        <p:spPr>
          <a:xfrm>
            <a:off x="9790176"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 name="Footer Placeholder">
            <a:extLst>
              <a:ext uri="{FF2B5EF4-FFF2-40B4-BE49-F238E27FC236}">
                <a16:creationId xmlns:a16="http://schemas.microsoft.com/office/drawing/2014/main" id="{14DB1443-8D7F-104E-8136-A4679E2ABE87}"/>
              </a:ext>
            </a:extLst>
          </p:cNvPr>
          <p:cNvSpPr>
            <a:spLocks noGrp="1"/>
          </p:cNvSpPr>
          <p:nvPr>
            <p:ph type="ftr" sz="quarter" idx="2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B41228D7-3C14-ED44-8D9B-158FE5EEF13F}"/>
              </a:ext>
            </a:extLst>
          </p:cNvPr>
          <p:cNvSpPr>
            <a:spLocks noGrp="1"/>
          </p:cNvSpPr>
          <p:nvPr>
            <p:ph type="sldNum" sz="quarter" idx="30"/>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9342410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3_Agenda">
    <p:spTree>
      <p:nvGrpSpPr>
        <p:cNvPr id="1" name=""/>
        <p:cNvGrpSpPr/>
        <p:nvPr/>
      </p:nvGrpSpPr>
      <p:grpSpPr>
        <a:xfrm>
          <a:off x="0" y="0"/>
          <a:ext cx="0" cy="0"/>
          <a:chOff x="0" y="0"/>
          <a:chExt cx="0" cy="0"/>
        </a:xfrm>
      </p:grpSpPr>
      <p:sp>
        <p:nvSpPr>
          <p:cNvPr id="10" name="Supporting Image">
            <a:extLst>
              <a:ext uri="{FF2B5EF4-FFF2-40B4-BE49-F238E27FC236}">
                <a16:creationId xmlns:a16="http://schemas.microsoft.com/office/drawing/2014/main" id="{6D4132D8-6B68-C840-BF70-235ADEE1CBD7}"/>
              </a:ext>
            </a:extLst>
          </p:cNvPr>
          <p:cNvSpPr>
            <a:spLocks noGrp="1"/>
          </p:cNvSpPr>
          <p:nvPr>
            <p:ph type="pic" sz="quarter" idx="15" hasCustomPrompt="1"/>
          </p:nvPr>
        </p:nvSpPr>
        <p:spPr>
          <a:xfrm>
            <a:off x="0" y="0"/>
            <a:ext cx="12192000" cy="3225800"/>
          </a:xfrm>
        </p:spPr>
        <p:txBody>
          <a:bodyPr tIns="0" anchor="ctr" anchorCtr="0"/>
          <a:lstStyle>
            <a:lvl1pPr algn="ctr">
              <a:defRPr sz="1400">
                <a:solidFill>
                  <a:schemeClr val="tx1"/>
                </a:solidFill>
              </a:defRPr>
            </a:lvl1pPr>
          </a:lstStyle>
          <a:p>
            <a:r>
              <a:rPr lang="en-US"/>
              <a:t>Picture</a:t>
            </a:r>
          </a:p>
        </p:txBody>
      </p:sp>
      <p:sp>
        <p:nvSpPr>
          <p:cNvPr id="33" name="Title ">
            <a:extLst>
              <a:ext uri="{FF2B5EF4-FFF2-40B4-BE49-F238E27FC236}">
                <a16:creationId xmlns:a16="http://schemas.microsoft.com/office/drawing/2014/main" id="{F766590A-0D40-6841-B78B-70DE63D7B27B}"/>
              </a:ext>
            </a:extLst>
          </p:cNvPr>
          <p:cNvSpPr>
            <a:spLocks noGrp="1"/>
          </p:cNvSpPr>
          <p:nvPr>
            <p:ph type="title" hasCustomPrompt="1"/>
          </p:nvPr>
        </p:nvSpPr>
        <p:spPr>
          <a:xfrm>
            <a:off x="0" y="2422358"/>
            <a:ext cx="12192000" cy="803442"/>
          </a:xfrm>
          <a:solidFill>
            <a:srgbClr val="4D148C">
              <a:alpha val="89804"/>
            </a:srgbClr>
          </a:solidFill>
        </p:spPr>
        <p:txBody>
          <a:bodyPr lIns="576072" rIns="548640" anchor="ctr" anchorCtr="0"/>
          <a:lstStyle>
            <a:lvl1pPr>
              <a:lnSpc>
                <a:spcPct val="110000"/>
              </a:lnSpc>
              <a:defRPr>
                <a:solidFill>
                  <a:schemeClr val="bg1"/>
                </a:solidFill>
              </a:defRPr>
            </a:lvl1pPr>
          </a:lstStyle>
          <a:p>
            <a:r>
              <a:rPr lang="en-US"/>
              <a:t>What we’ll cover today</a:t>
            </a:r>
          </a:p>
        </p:txBody>
      </p:sp>
      <p:sp>
        <p:nvSpPr>
          <p:cNvPr id="20" name="Section 1 Placeholder">
            <a:extLst>
              <a:ext uri="{FF2B5EF4-FFF2-40B4-BE49-F238E27FC236}">
                <a16:creationId xmlns:a16="http://schemas.microsoft.com/office/drawing/2014/main" id="{EEA84A93-F77E-3C41-8341-6F8D8C00B54A}"/>
              </a:ext>
            </a:extLst>
          </p:cNvPr>
          <p:cNvSpPr>
            <a:spLocks noGrp="1"/>
          </p:cNvSpPr>
          <p:nvPr>
            <p:ph type="body" sz="quarter" idx="20" hasCustomPrompt="1"/>
          </p:nvPr>
        </p:nvSpPr>
        <p:spPr>
          <a:xfrm>
            <a:off x="584073"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01</a:t>
            </a:r>
          </a:p>
        </p:txBody>
      </p:sp>
      <p:sp>
        <p:nvSpPr>
          <p:cNvPr id="9" name="Text Placeholder 1">
            <a:extLst>
              <a:ext uri="{FF2B5EF4-FFF2-40B4-BE49-F238E27FC236}">
                <a16:creationId xmlns:a16="http://schemas.microsoft.com/office/drawing/2014/main" id="{E469B8C2-D32D-5045-BF2B-9A859456BA3F}"/>
              </a:ext>
            </a:extLst>
          </p:cNvPr>
          <p:cNvSpPr>
            <a:spLocks noGrp="1"/>
          </p:cNvSpPr>
          <p:nvPr>
            <p:ph type="body" sz="quarter" idx="12"/>
          </p:nvPr>
        </p:nvSpPr>
        <p:spPr>
          <a:xfrm>
            <a:off x="584073" y="4489047"/>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3" name="Section 2 Placeholder">
            <a:extLst>
              <a:ext uri="{FF2B5EF4-FFF2-40B4-BE49-F238E27FC236}">
                <a16:creationId xmlns:a16="http://schemas.microsoft.com/office/drawing/2014/main" id="{A3B43458-C925-B741-A1AB-2CCE0D759FD8}"/>
              </a:ext>
            </a:extLst>
          </p:cNvPr>
          <p:cNvSpPr>
            <a:spLocks noGrp="1"/>
          </p:cNvSpPr>
          <p:nvPr>
            <p:ph type="body" sz="quarter" idx="21" hasCustomPrompt="1"/>
          </p:nvPr>
        </p:nvSpPr>
        <p:spPr>
          <a:xfrm>
            <a:off x="2885599"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02</a:t>
            </a:r>
          </a:p>
        </p:txBody>
      </p:sp>
      <p:sp>
        <p:nvSpPr>
          <p:cNvPr id="21" name="Text Placeholder 2">
            <a:extLst>
              <a:ext uri="{FF2B5EF4-FFF2-40B4-BE49-F238E27FC236}">
                <a16:creationId xmlns:a16="http://schemas.microsoft.com/office/drawing/2014/main" id="{CD093230-AA68-8343-9940-DF9AB8EE0633}"/>
              </a:ext>
            </a:extLst>
          </p:cNvPr>
          <p:cNvSpPr>
            <a:spLocks noGrp="1"/>
          </p:cNvSpPr>
          <p:nvPr>
            <p:ph type="body" sz="quarter" idx="25"/>
          </p:nvPr>
        </p:nvSpPr>
        <p:spPr>
          <a:xfrm>
            <a:off x="2885599"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4" name="Section 3 Placeholder">
            <a:extLst>
              <a:ext uri="{FF2B5EF4-FFF2-40B4-BE49-F238E27FC236}">
                <a16:creationId xmlns:a16="http://schemas.microsoft.com/office/drawing/2014/main" id="{DE46D1A5-2D46-3F4B-9B6F-544FC95D67CA}"/>
              </a:ext>
            </a:extLst>
          </p:cNvPr>
          <p:cNvSpPr>
            <a:spLocks noGrp="1"/>
          </p:cNvSpPr>
          <p:nvPr>
            <p:ph type="body" sz="quarter" idx="22" hasCustomPrompt="1"/>
          </p:nvPr>
        </p:nvSpPr>
        <p:spPr>
          <a:xfrm>
            <a:off x="5187125"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03</a:t>
            </a:r>
          </a:p>
        </p:txBody>
      </p:sp>
      <p:sp>
        <p:nvSpPr>
          <p:cNvPr id="22" name="Text Placeholder 3">
            <a:extLst>
              <a:ext uri="{FF2B5EF4-FFF2-40B4-BE49-F238E27FC236}">
                <a16:creationId xmlns:a16="http://schemas.microsoft.com/office/drawing/2014/main" id="{9F67DE24-FD1B-CF45-894E-CE915D1C2753}"/>
              </a:ext>
            </a:extLst>
          </p:cNvPr>
          <p:cNvSpPr>
            <a:spLocks noGrp="1"/>
          </p:cNvSpPr>
          <p:nvPr>
            <p:ph type="body" sz="quarter" idx="26"/>
          </p:nvPr>
        </p:nvSpPr>
        <p:spPr>
          <a:xfrm>
            <a:off x="5187125" y="4489047"/>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5" name="Section 4 Placeholder">
            <a:extLst>
              <a:ext uri="{FF2B5EF4-FFF2-40B4-BE49-F238E27FC236}">
                <a16:creationId xmlns:a16="http://schemas.microsoft.com/office/drawing/2014/main" id="{4F133E20-4C3B-B943-97D7-D3D0D7DDFFD8}"/>
              </a:ext>
            </a:extLst>
          </p:cNvPr>
          <p:cNvSpPr>
            <a:spLocks noGrp="1"/>
          </p:cNvSpPr>
          <p:nvPr>
            <p:ph type="body" sz="quarter" idx="23" hasCustomPrompt="1"/>
          </p:nvPr>
        </p:nvSpPr>
        <p:spPr>
          <a:xfrm>
            <a:off x="7488651"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04</a:t>
            </a:r>
          </a:p>
        </p:txBody>
      </p:sp>
      <p:sp>
        <p:nvSpPr>
          <p:cNvPr id="27" name="Text Placeholder 4">
            <a:extLst>
              <a:ext uri="{FF2B5EF4-FFF2-40B4-BE49-F238E27FC236}">
                <a16:creationId xmlns:a16="http://schemas.microsoft.com/office/drawing/2014/main" id="{0DCDD65F-BF7B-944F-A7A3-3A9467883513}"/>
              </a:ext>
            </a:extLst>
          </p:cNvPr>
          <p:cNvSpPr>
            <a:spLocks noGrp="1"/>
          </p:cNvSpPr>
          <p:nvPr>
            <p:ph type="body" sz="quarter" idx="27"/>
          </p:nvPr>
        </p:nvSpPr>
        <p:spPr>
          <a:xfrm>
            <a:off x="7488651"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6" name="Section 5 Placeholder">
            <a:extLst>
              <a:ext uri="{FF2B5EF4-FFF2-40B4-BE49-F238E27FC236}">
                <a16:creationId xmlns:a16="http://schemas.microsoft.com/office/drawing/2014/main" id="{6D2B15E2-9E0F-6441-8BE9-19AC758028E0}"/>
              </a:ext>
            </a:extLst>
          </p:cNvPr>
          <p:cNvSpPr>
            <a:spLocks noGrp="1"/>
          </p:cNvSpPr>
          <p:nvPr>
            <p:ph type="body" sz="quarter" idx="24" hasCustomPrompt="1"/>
          </p:nvPr>
        </p:nvSpPr>
        <p:spPr>
          <a:xfrm>
            <a:off x="9790176"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05</a:t>
            </a:r>
          </a:p>
        </p:txBody>
      </p:sp>
      <p:sp>
        <p:nvSpPr>
          <p:cNvPr id="28" name="Text Placeholder 5">
            <a:extLst>
              <a:ext uri="{FF2B5EF4-FFF2-40B4-BE49-F238E27FC236}">
                <a16:creationId xmlns:a16="http://schemas.microsoft.com/office/drawing/2014/main" id="{BC9E298E-DC54-E74B-A7E0-ABDEA73B1DB5}"/>
              </a:ext>
            </a:extLst>
          </p:cNvPr>
          <p:cNvSpPr>
            <a:spLocks noGrp="1"/>
          </p:cNvSpPr>
          <p:nvPr>
            <p:ph type="body" sz="quarter" idx="28"/>
          </p:nvPr>
        </p:nvSpPr>
        <p:spPr>
          <a:xfrm>
            <a:off x="9790176"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 name="Footer Placeholder">
            <a:extLst>
              <a:ext uri="{FF2B5EF4-FFF2-40B4-BE49-F238E27FC236}">
                <a16:creationId xmlns:a16="http://schemas.microsoft.com/office/drawing/2014/main" id="{14DB1443-8D7F-104E-8136-A4679E2ABE87}"/>
              </a:ext>
            </a:extLst>
          </p:cNvPr>
          <p:cNvSpPr>
            <a:spLocks noGrp="1"/>
          </p:cNvSpPr>
          <p:nvPr>
            <p:ph type="ftr" sz="quarter" idx="2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B41228D7-3C14-ED44-8D9B-158FE5EEF13F}"/>
              </a:ext>
            </a:extLst>
          </p:cNvPr>
          <p:cNvSpPr>
            <a:spLocks noGrp="1"/>
          </p:cNvSpPr>
          <p:nvPr>
            <p:ph type="sldNum" sz="quarter" idx="30"/>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986900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4_Agenda">
    <p:spTree>
      <p:nvGrpSpPr>
        <p:cNvPr id="1" name=""/>
        <p:cNvGrpSpPr/>
        <p:nvPr/>
      </p:nvGrpSpPr>
      <p:grpSpPr>
        <a:xfrm>
          <a:off x="0" y="0"/>
          <a:ext cx="0" cy="0"/>
          <a:chOff x="0" y="0"/>
          <a:chExt cx="0" cy="0"/>
        </a:xfrm>
      </p:grpSpPr>
      <p:pic>
        <p:nvPicPr>
          <p:cNvPr id="6" name="Picture 5" descr="A person walking on a sidewalk&#10;&#10;AI-generated content may be incorrect.">
            <a:extLst>
              <a:ext uri="{FF2B5EF4-FFF2-40B4-BE49-F238E27FC236}">
                <a16:creationId xmlns:a16="http://schemas.microsoft.com/office/drawing/2014/main" id="{B0A44A1B-677D-CD8E-C530-A29B9568741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1" y="-8668"/>
            <a:ext cx="12191999" cy="2146764"/>
          </a:xfrm>
          <a:prstGeom prst="rect">
            <a:avLst/>
          </a:prstGeom>
        </p:spPr>
      </p:pic>
      <p:sp>
        <p:nvSpPr>
          <p:cNvPr id="36" name="Rectangle 35">
            <a:extLst>
              <a:ext uri="{FF2B5EF4-FFF2-40B4-BE49-F238E27FC236}">
                <a16:creationId xmlns:a16="http://schemas.microsoft.com/office/drawing/2014/main" id="{F193D43C-AD69-E7A8-FA80-1F78B5885A0F}"/>
              </a:ext>
            </a:extLst>
          </p:cNvPr>
          <p:cNvSpPr/>
          <p:nvPr userDrawn="1"/>
        </p:nvSpPr>
        <p:spPr>
          <a:xfrm>
            <a:off x="0" y="2112793"/>
            <a:ext cx="12192000" cy="1040021"/>
          </a:xfrm>
          <a:prstGeom prst="rect">
            <a:avLst/>
          </a:prstGeom>
          <a:gradFill>
            <a:gsLst>
              <a:gs pos="0">
                <a:schemeClr val="bg1"/>
              </a:gs>
              <a:gs pos="100000">
                <a:schemeClr val="bg1">
                  <a:lumMod val="9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ection 1 Placeholder">
            <a:extLst>
              <a:ext uri="{FF2B5EF4-FFF2-40B4-BE49-F238E27FC236}">
                <a16:creationId xmlns:a16="http://schemas.microsoft.com/office/drawing/2014/main" id="{EEA84A93-F77E-3C41-8341-6F8D8C00B54A}"/>
              </a:ext>
            </a:extLst>
          </p:cNvPr>
          <p:cNvSpPr>
            <a:spLocks noGrp="1"/>
          </p:cNvSpPr>
          <p:nvPr>
            <p:ph type="body" sz="quarter" idx="20" hasCustomPrompt="1"/>
          </p:nvPr>
        </p:nvSpPr>
        <p:spPr>
          <a:xfrm>
            <a:off x="584073"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01</a:t>
            </a:r>
          </a:p>
        </p:txBody>
      </p:sp>
      <p:sp>
        <p:nvSpPr>
          <p:cNvPr id="9" name="Text Placeholder 1">
            <a:extLst>
              <a:ext uri="{FF2B5EF4-FFF2-40B4-BE49-F238E27FC236}">
                <a16:creationId xmlns:a16="http://schemas.microsoft.com/office/drawing/2014/main" id="{E469B8C2-D32D-5045-BF2B-9A859456BA3F}"/>
              </a:ext>
            </a:extLst>
          </p:cNvPr>
          <p:cNvSpPr>
            <a:spLocks noGrp="1"/>
          </p:cNvSpPr>
          <p:nvPr>
            <p:ph type="body" sz="quarter" idx="12"/>
          </p:nvPr>
        </p:nvSpPr>
        <p:spPr>
          <a:xfrm>
            <a:off x="584073" y="4409532"/>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3" name="Section 2 Placeholder">
            <a:extLst>
              <a:ext uri="{FF2B5EF4-FFF2-40B4-BE49-F238E27FC236}">
                <a16:creationId xmlns:a16="http://schemas.microsoft.com/office/drawing/2014/main" id="{A3B43458-C925-B741-A1AB-2CCE0D759FD8}"/>
              </a:ext>
            </a:extLst>
          </p:cNvPr>
          <p:cNvSpPr>
            <a:spLocks noGrp="1"/>
          </p:cNvSpPr>
          <p:nvPr>
            <p:ph type="body" sz="quarter" idx="21" hasCustomPrompt="1"/>
          </p:nvPr>
        </p:nvSpPr>
        <p:spPr>
          <a:xfrm>
            <a:off x="2885599"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02</a:t>
            </a:r>
          </a:p>
        </p:txBody>
      </p:sp>
      <p:sp>
        <p:nvSpPr>
          <p:cNvPr id="21" name="Text Placeholder 2">
            <a:extLst>
              <a:ext uri="{FF2B5EF4-FFF2-40B4-BE49-F238E27FC236}">
                <a16:creationId xmlns:a16="http://schemas.microsoft.com/office/drawing/2014/main" id="{CD093230-AA68-8343-9940-DF9AB8EE0633}"/>
              </a:ext>
            </a:extLst>
          </p:cNvPr>
          <p:cNvSpPr>
            <a:spLocks noGrp="1"/>
          </p:cNvSpPr>
          <p:nvPr>
            <p:ph type="body" sz="quarter" idx="25"/>
          </p:nvPr>
        </p:nvSpPr>
        <p:spPr>
          <a:xfrm>
            <a:off x="2885599"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4" name="Section 3 Placeholder">
            <a:extLst>
              <a:ext uri="{FF2B5EF4-FFF2-40B4-BE49-F238E27FC236}">
                <a16:creationId xmlns:a16="http://schemas.microsoft.com/office/drawing/2014/main" id="{DE46D1A5-2D46-3F4B-9B6F-544FC95D67CA}"/>
              </a:ext>
            </a:extLst>
          </p:cNvPr>
          <p:cNvSpPr>
            <a:spLocks noGrp="1"/>
          </p:cNvSpPr>
          <p:nvPr>
            <p:ph type="body" sz="quarter" idx="22" hasCustomPrompt="1"/>
          </p:nvPr>
        </p:nvSpPr>
        <p:spPr>
          <a:xfrm>
            <a:off x="5187125"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03</a:t>
            </a:r>
          </a:p>
        </p:txBody>
      </p:sp>
      <p:sp>
        <p:nvSpPr>
          <p:cNvPr id="22" name="Text Placeholder 3">
            <a:extLst>
              <a:ext uri="{FF2B5EF4-FFF2-40B4-BE49-F238E27FC236}">
                <a16:creationId xmlns:a16="http://schemas.microsoft.com/office/drawing/2014/main" id="{9F67DE24-FD1B-CF45-894E-CE915D1C2753}"/>
              </a:ext>
            </a:extLst>
          </p:cNvPr>
          <p:cNvSpPr>
            <a:spLocks noGrp="1"/>
          </p:cNvSpPr>
          <p:nvPr>
            <p:ph type="body" sz="quarter" idx="26"/>
          </p:nvPr>
        </p:nvSpPr>
        <p:spPr>
          <a:xfrm>
            <a:off x="5187125" y="4409532"/>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5" name="Section 4 Placeholder">
            <a:extLst>
              <a:ext uri="{FF2B5EF4-FFF2-40B4-BE49-F238E27FC236}">
                <a16:creationId xmlns:a16="http://schemas.microsoft.com/office/drawing/2014/main" id="{4F133E20-4C3B-B943-97D7-D3D0D7DDFFD8}"/>
              </a:ext>
            </a:extLst>
          </p:cNvPr>
          <p:cNvSpPr>
            <a:spLocks noGrp="1"/>
          </p:cNvSpPr>
          <p:nvPr>
            <p:ph type="body" sz="quarter" idx="23" hasCustomPrompt="1"/>
          </p:nvPr>
        </p:nvSpPr>
        <p:spPr>
          <a:xfrm>
            <a:off x="7488651"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04</a:t>
            </a:r>
          </a:p>
        </p:txBody>
      </p:sp>
      <p:sp>
        <p:nvSpPr>
          <p:cNvPr id="27" name="Text Placeholder 4">
            <a:extLst>
              <a:ext uri="{FF2B5EF4-FFF2-40B4-BE49-F238E27FC236}">
                <a16:creationId xmlns:a16="http://schemas.microsoft.com/office/drawing/2014/main" id="{0DCDD65F-BF7B-944F-A7A3-3A9467883513}"/>
              </a:ext>
            </a:extLst>
          </p:cNvPr>
          <p:cNvSpPr>
            <a:spLocks noGrp="1"/>
          </p:cNvSpPr>
          <p:nvPr>
            <p:ph type="body" sz="quarter" idx="27"/>
          </p:nvPr>
        </p:nvSpPr>
        <p:spPr>
          <a:xfrm>
            <a:off x="7488651"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6" name="Section 5 Placeholder">
            <a:extLst>
              <a:ext uri="{FF2B5EF4-FFF2-40B4-BE49-F238E27FC236}">
                <a16:creationId xmlns:a16="http://schemas.microsoft.com/office/drawing/2014/main" id="{6D2B15E2-9E0F-6441-8BE9-19AC758028E0}"/>
              </a:ext>
            </a:extLst>
          </p:cNvPr>
          <p:cNvSpPr>
            <a:spLocks noGrp="1"/>
          </p:cNvSpPr>
          <p:nvPr>
            <p:ph type="body" sz="quarter" idx="24" hasCustomPrompt="1"/>
          </p:nvPr>
        </p:nvSpPr>
        <p:spPr>
          <a:xfrm>
            <a:off x="9790176"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05</a:t>
            </a:r>
          </a:p>
        </p:txBody>
      </p:sp>
      <p:sp>
        <p:nvSpPr>
          <p:cNvPr id="28" name="Text Placeholder 5">
            <a:extLst>
              <a:ext uri="{FF2B5EF4-FFF2-40B4-BE49-F238E27FC236}">
                <a16:creationId xmlns:a16="http://schemas.microsoft.com/office/drawing/2014/main" id="{BC9E298E-DC54-E74B-A7E0-ABDEA73B1DB5}"/>
              </a:ext>
            </a:extLst>
          </p:cNvPr>
          <p:cNvSpPr>
            <a:spLocks noGrp="1"/>
          </p:cNvSpPr>
          <p:nvPr>
            <p:ph type="body" sz="quarter" idx="28"/>
          </p:nvPr>
        </p:nvSpPr>
        <p:spPr>
          <a:xfrm>
            <a:off x="9790176"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 name="Footer Placeholder">
            <a:extLst>
              <a:ext uri="{FF2B5EF4-FFF2-40B4-BE49-F238E27FC236}">
                <a16:creationId xmlns:a16="http://schemas.microsoft.com/office/drawing/2014/main" id="{14DB1443-8D7F-104E-8136-A4679E2ABE87}"/>
              </a:ext>
            </a:extLst>
          </p:cNvPr>
          <p:cNvSpPr>
            <a:spLocks noGrp="1"/>
          </p:cNvSpPr>
          <p:nvPr>
            <p:ph type="ftr" sz="quarter" idx="2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B41228D7-3C14-ED44-8D9B-158FE5EEF13F}"/>
              </a:ext>
            </a:extLst>
          </p:cNvPr>
          <p:cNvSpPr>
            <a:spLocks noGrp="1"/>
          </p:cNvSpPr>
          <p:nvPr>
            <p:ph type="sldNum" sz="quarter" idx="30"/>
          </p:nvPr>
        </p:nvSpPr>
        <p:spPr/>
        <p:txBody>
          <a:bodyPr/>
          <a:lstStyle/>
          <a:p>
            <a:fld id="{64B53FD8-04EE-4F67-B5CA-77D45BC12F90}" type="slidenum">
              <a:rPr lang="en-US" smtClean="0"/>
              <a:pPr/>
              <a:t>‹#›</a:t>
            </a:fld>
            <a:endParaRPr lang="en-US" sz="800"/>
          </a:p>
        </p:txBody>
      </p:sp>
      <p:sp>
        <p:nvSpPr>
          <p:cNvPr id="37" name="Title">
            <a:extLst>
              <a:ext uri="{FF2B5EF4-FFF2-40B4-BE49-F238E27FC236}">
                <a16:creationId xmlns:a16="http://schemas.microsoft.com/office/drawing/2014/main" id="{43B05C75-2890-40BF-E720-B7D23CB8D1C9}"/>
              </a:ext>
            </a:extLst>
          </p:cNvPr>
          <p:cNvSpPr>
            <a:spLocks noGrp="1"/>
          </p:cNvSpPr>
          <p:nvPr userDrawn="1">
            <p:ph type="title" hasCustomPrompt="1"/>
          </p:nvPr>
        </p:nvSpPr>
        <p:spPr>
          <a:xfrm>
            <a:off x="567173" y="2331856"/>
            <a:ext cx="7238357" cy="603504"/>
          </a:xfrm>
        </p:spPr>
        <p:txBody>
          <a:bodyPr/>
          <a:lstStyle>
            <a:lvl1pPr>
              <a:defRPr>
                <a:solidFill>
                  <a:srgbClr val="4D148C"/>
                </a:solidFill>
              </a:defRPr>
            </a:lvl1pPr>
          </a:lstStyle>
          <a:p>
            <a:r>
              <a:rPr lang="en-US"/>
              <a:t>What we’ll cover today</a:t>
            </a:r>
          </a:p>
        </p:txBody>
      </p:sp>
      <p:grpSp>
        <p:nvGrpSpPr>
          <p:cNvPr id="4" name="Group 3">
            <a:extLst>
              <a:ext uri="{FF2B5EF4-FFF2-40B4-BE49-F238E27FC236}">
                <a16:creationId xmlns:a16="http://schemas.microsoft.com/office/drawing/2014/main" id="{8C601E5A-B4D7-C1E4-61C5-6BFD1ADD6D2E}"/>
              </a:ext>
            </a:extLst>
          </p:cNvPr>
          <p:cNvGrpSpPr/>
          <p:nvPr userDrawn="1"/>
        </p:nvGrpSpPr>
        <p:grpSpPr>
          <a:xfrm>
            <a:off x="8315805" y="1124934"/>
            <a:ext cx="2485545" cy="1933677"/>
            <a:chOff x="7954360" y="2217866"/>
            <a:chExt cx="2485545" cy="1933677"/>
          </a:xfrm>
        </p:grpSpPr>
        <p:pic>
          <p:nvPicPr>
            <p:cNvPr id="5" name="Picture 4" descr="A black and white arrow&#10;&#10;AI-generated content may be incorrect.">
              <a:extLst>
                <a:ext uri="{FF2B5EF4-FFF2-40B4-BE49-F238E27FC236}">
                  <a16:creationId xmlns:a16="http://schemas.microsoft.com/office/drawing/2014/main" id="{61B98AD6-5587-250A-0DF8-858AA35CA628}"/>
                </a:ext>
              </a:extLst>
            </p:cNvPr>
            <p:cNvPicPr>
              <a:picLocks noChangeAspect="1"/>
            </p:cNvPicPr>
            <p:nvPr/>
          </p:nvPicPr>
          <p:blipFill>
            <a:blip r:embed="rId3" cstate="screen">
              <a:alphaModFix amt="41000"/>
              <a:extLst>
                <a:ext uri="{28A0092B-C50C-407E-A947-70E740481C1C}">
                  <a14:useLocalDpi xmlns:a14="http://schemas.microsoft.com/office/drawing/2010/main"/>
                </a:ext>
              </a:extLst>
            </a:blip>
            <a:srcRect t="49607"/>
            <a:stretch/>
          </p:blipFill>
          <p:spPr>
            <a:xfrm>
              <a:off x="8099917" y="3213928"/>
              <a:ext cx="2159313" cy="937615"/>
            </a:xfrm>
            <a:prstGeom prst="rect">
              <a:avLst/>
            </a:prstGeom>
          </p:spPr>
        </p:pic>
        <p:pic>
          <p:nvPicPr>
            <p:cNvPr id="7" name="Graphic 6">
              <a:extLst>
                <a:ext uri="{FF2B5EF4-FFF2-40B4-BE49-F238E27FC236}">
                  <a16:creationId xmlns:a16="http://schemas.microsoft.com/office/drawing/2014/main" id="{C4DDC9C8-25C1-C246-87FA-363F2CF77DBD}"/>
                </a:ext>
              </a:extLst>
            </p:cNvPr>
            <p:cNvPicPr>
              <a:picLocks noChangeAspect="1"/>
            </p:cNvPicPr>
            <p:nvPr/>
          </p:nvPicPr>
          <p:blipFill>
            <a:blip>
              <a:extLst>
                <a:ext uri="{96DAC541-7B7A-43D3-8B79-37D633B846F1}">
                  <asvg:svgBlip xmlns:asvg="http://schemas.microsoft.com/office/drawing/2016/SVG/main" r:embed="rId4"/>
                </a:ext>
              </a:extLst>
            </a:blip>
            <a:srcRect b="49987"/>
            <a:stretch/>
          </p:blipFill>
          <p:spPr>
            <a:xfrm>
              <a:off x="7954360" y="2217866"/>
              <a:ext cx="2485545" cy="996063"/>
            </a:xfrm>
            <a:prstGeom prst="rect">
              <a:avLst/>
            </a:prstGeom>
          </p:spPr>
        </p:pic>
      </p:grpSp>
    </p:spTree>
    <p:extLst>
      <p:ext uri="{BB962C8B-B14F-4D97-AF65-F5344CB8AC3E}">
        <p14:creationId xmlns:p14="http://schemas.microsoft.com/office/powerpoint/2010/main" val="19540820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5_Agenda">
    <p:spTree>
      <p:nvGrpSpPr>
        <p:cNvPr id="1" name=""/>
        <p:cNvGrpSpPr/>
        <p:nvPr/>
      </p:nvGrpSpPr>
      <p:grpSpPr>
        <a:xfrm>
          <a:off x="0" y="0"/>
          <a:ext cx="0" cy="0"/>
          <a:chOff x="0" y="0"/>
          <a:chExt cx="0" cy="0"/>
        </a:xfrm>
      </p:grpSpPr>
      <p:sp>
        <p:nvSpPr>
          <p:cNvPr id="7" name="Supporting Image">
            <a:extLst>
              <a:ext uri="{FF2B5EF4-FFF2-40B4-BE49-F238E27FC236}">
                <a16:creationId xmlns:a16="http://schemas.microsoft.com/office/drawing/2014/main" id="{B94E3F6A-5D9E-0B11-050C-A072947F07C2}"/>
              </a:ext>
            </a:extLst>
          </p:cNvPr>
          <p:cNvSpPr>
            <a:spLocks noGrp="1"/>
          </p:cNvSpPr>
          <p:nvPr>
            <p:ph type="pic" sz="quarter" idx="15" hasCustomPrompt="1"/>
          </p:nvPr>
        </p:nvSpPr>
        <p:spPr>
          <a:xfrm>
            <a:off x="0" y="0"/>
            <a:ext cx="12192000" cy="2254753"/>
          </a:xfrm>
        </p:spPr>
        <p:txBody>
          <a:bodyPr tIns="0" anchor="ctr" anchorCtr="0"/>
          <a:lstStyle>
            <a:lvl1pPr algn="ctr">
              <a:defRPr sz="1400">
                <a:solidFill>
                  <a:schemeClr val="tx1"/>
                </a:solidFill>
              </a:defRPr>
            </a:lvl1pPr>
          </a:lstStyle>
          <a:p>
            <a:r>
              <a:rPr lang="en-US"/>
              <a:t>Picture</a:t>
            </a:r>
          </a:p>
        </p:txBody>
      </p:sp>
      <p:sp>
        <p:nvSpPr>
          <p:cNvPr id="36" name="Rectangle 35">
            <a:extLst>
              <a:ext uri="{FF2B5EF4-FFF2-40B4-BE49-F238E27FC236}">
                <a16:creationId xmlns:a16="http://schemas.microsoft.com/office/drawing/2014/main" id="{F193D43C-AD69-E7A8-FA80-1F78B5885A0F}"/>
              </a:ext>
            </a:extLst>
          </p:cNvPr>
          <p:cNvSpPr/>
          <p:nvPr userDrawn="1"/>
        </p:nvSpPr>
        <p:spPr>
          <a:xfrm>
            <a:off x="0" y="2112793"/>
            <a:ext cx="12192000" cy="1040021"/>
          </a:xfrm>
          <a:prstGeom prst="rect">
            <a:avLst/>
          </a:prstGeom>
          <a:gradFill>
            <a:gsLst>
              <a:gs pos="0">
                <a:schemeClr val="bg1"/>
              </a:gs>
              <a:gs pos="100000">
                <a:schemeClr val="bg1">
                  <a:lumMod val="9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ection 1 Placeholder">
            <a:extLst>
              <a:ext uri="{FF2B5EF4-FFF2-40B4-BE49-F238E27FC236}">
                <a16:creationId xmlns:a16="http://schemas.microsoft.com/office/drawing/2014/main" id="{EEA84A93-F77E-3C41-8341-6F8D8C00B54A}"/>
              </a:ext>
            </a:extLst>
          </p:cNvPr>
          <p:cNvSpPr>
            <a:spLocks noGrp="1"/>
          </p:cNvSpPr>
          <p:nvPr>
            <p:ph type="body" sz="quarter" idx="20" hasCustomPrompt="1"/>
          </p:nvPr>
        </p:nvSpPr>
        <p:spPr>
          <a:xfrm>
            <a:off x="584073"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01</a:t>
            </a:r>
          </a:p>
        </p:txBody>
      </p:sp>
      <p:sp>
        <p:nvSpPr>
          <p:cNvPr id="9" name="Text Placeholder 1">
            <a:extLst>
              <a:ext uri="{FF2B5EF4-FFF2-40B4-BE49-F238E27FC236}">
                <a16:creationId xmlns:a16="http://schemas.microsoft.com/office/drawing/2014/main" id="{E469B8C2-D32D-5045-BF2B-9A859456BA3F}"/>
              </a:ext>
            </a:extLst>
          </p:cNvPr>
          <p:cNvSpPr>
            <a:spLocks noGrp="1"/>
          </p:cNvSpPr>
          <p:nvPr>
            <p:ph type="body" sz="quarter" idx="12"/>
          </p:nvPr>
        </p:nvSpPr>
        <p:spPr>
          <a:xfrm>
            <a:off x="584073" y="4409532"/>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3" name="Section 2 Placeholder">
            <a:extLst>
              <a:ext uri="{FF2B5EF4-FFF2-40B4-BE49-F238E27FC236}">
                <a16:creationId xmlns:a16="http://schemas.microsoft.com/office/drawing/2014/main" id="{A3B43458-C925-B741-A1AB-2CCE0D759FD8}"/>
              </a:ext>
            </a:extLst>
          </p:cNvPr>
          <p:cNvSpPr>
            <a:spLocks noGrp="1"/>
          </p:cNvSpPr>
          <p:nvPr>
            <p:ph type="body" sz="quarter" idx="21" hasCustomPrompt="1"/>
          </p:nvPr>
        </p:nvSpPr>
        <p:spPr>
          <a:xfrm>
            <a:off x="2885599"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02</a:t>
            </a:r>
          </a:p>
        </p:txBody>
      </p:sp>
      <p:sp>
        <p:nvSpPr>
          <p:cNvPr id="21" name="Text Placeholder 2">
            <a:extLst>
              <a:ext uri="{FF2B5EF4-FFF2-40B4-BE49-F238E27FC236}">
                <a16:creationId xmlns:a16="http://schemas.microsoft.com/office/drawing/2014/main" id="{CD093230-AA68-8343-9940-DF9AB8EE0633}"/>
              </a:ext>
            </a:extLst>
          </p:cNvPr>
          <p:cNvSpPr>
            <a:spLocks noGrp="1"/>
          </p:cNvSpPr>
          <p:nvPr>
            <p:ph type="body" sz="quarter" idx="25"/>
          </p:nvPr>
        </p:nvSpPr>
        <p:spPr>
          <a:xfrm>
            <a:off x="2885599"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4" name="Section 3 Placeholder">
            <a:extLst>
              <a:ext uri="{FF2B5EF4-FFF2-40B4-BE49-F238E27FC236}">
                <a16:creationId xmlns:a16="http://schemas.microsoft.com/office/drawing/2014/main" id="{DE46D1A5-2D46-3F4B-9B6F-544FC95D67CA}"/>
              </a:ext>
            </a:extLst>
          </p:cNvPr>
          <p:cNvSpPr>
            <a:spLocks noGrp="1"/>
          </p:cNvSpPr>
          <p:nvPr>
            <p:ph type="body" sz="quarter" idx="22" hasCustomPrompt="1"/>
          </p:nvPr>
        </p:nvSpPr>
        <p:spPr>
          <a:xfrm>
            <a:off x="5187125"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03</a:t>
            </a:r>
          </a:p>
        </p:txBody>
      </p:sp>
      <p:sp>
        <p:nvSpPr>
          <p:cNvPr id="22" name="Text Placeholder 3">
            <a:extLst>
              <a:ext uri="{FF2B5EF4-FFF2-40B4-BE49-F238E27FC236}">
                <a16:creationId xmlns:a16="http://schemas.microsoft.com/office/drawing/2014/main" id="{9F67DE24-FD1B-CF45-894E-CE915D1C2753}"/>
              </a:ext>
            </a:extLst>
          </p:cNvPr>
          <p:cNvSpPr>
            <a:spLocks noGrp="1"/>
          </p:cNvSpPr>
          <p:nvPr>
            <p:ph type="body" sz="quarter" idx="26"/>
          </p:nvPr>
        </p:nvSpPr>
        <p:spPr>
          <a:xfrm>
            <a:off x="5187125" y="4409532"/>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5" name="Section 4 Placeholder">
            <a:extLst>
              <a:ext uri="{FF2B5EF4-FFF2-40B4-BE49-F238E27FC236}">
                <a16:creationId xmlns:a16="http://schemas.microsoft.com/office/drawing/2014/main" id="{4F133E20-4C3B-B943-97D7-D3D0D7DDFFD8}"/>
              </a:ext>
            </a:extLst>
          </p:cNvPr>
          <p:cNvSpPr>
            <a:spLocks noGrp="1"/>
          </p:cNvSpPr>
          <p:nvPr>
            <p:ph type="body" sz="quarter" idx="23" hasCustomPrompt="1"/>
          </p:nvPr>
        </p:nvSpPr>
        <p:spPr>
          <a:xfrm>
            <a:off x="7488651"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04</a:t>
            </a:r>
          </a:p>
        </p:txBody>
      </p:sp>
      <p:sp>
        <p:nvSpPr>
          <p:cNvPr id="27" name="Text Placeholder 4">
            <a:extLst>
              <a:ext uri="{FF2B5EF4-FFF2-40B4-BE49-F238E27FC236}">
                <a16:creationId xmlns:a16="http://schemas.microsoft.com/office/drawing/2014/main" id="{0DCDD65F-BF7B-944F-A7A3-3A9467883513}"/>
              </a:ext>
            </a:extLst>
          </p:cNvPr>
          <p:cNvSpPr>
            <a:spLocks noGrp="1"/>
          </p:cNvSpPr>
          <p:nvPr>
            <p:ph type="body" sz="quarter" idx="27"/>
          </p:nvPr>
        </p:nvSpPr>
        <p:spPr>
          <a:xfrm>
            <a:off x="7488651"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6" name="Section 5 Placeholder">
            <a:extLst>
              <a:ext uri="{FF2B5EF4-FFF2-40B4-BE49-F238E27FC236}">
                <a16:creationId xmlns:a16="http://schemas.microsoft.com/office/drawing/2014/main" id="{6D2B15E2-9E0F-6441-8BE9-19AC758028E0}"/>
              </a:ext>
            </a:extLst>
          </p:cNvPr>
          <p:cNvSpPr>
            <a:spLocks noGrp="1"/>
          </p:cNvSpPr>
          <p:nvPr>
            <p:ph type="body" sz="quarter" idx="24" hasCustomPrompt="1"/>
          </p:nvPr>
        </p:nvSpPr>
        <p:spPr>
          <a:xfrm>
            <a:off x="9790176"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05</a:t>
            </a:r>
          </a:p>
        </p:txBody>
      </p:sp>
      <p:sp>
        <p:nvSpPr>
          <p:cNvPr id="28" name="Text Placeholder 5">
            <a:extLst>
              <a:ext uri="{FF2B5EF4-FFF2-40B4-BE49-F238E27FC236}">
                <a16:creationId xmlns:a16="http://schemas.microsoft.com/office/drawing/2014/main" id="{BC9E298E-DC54-E74B-A7E0-ABDEA73B1DB5}"/>
              </a:ext>
            </a:extLst>
          </p:cNvPr>
          <p:cNvSpPr>
            <a:spLocks noGrp="1"/>
          </p:cNvSpPr>
          <p:nvPr>
            <p:ph type="body" sz="quarter" idx="28"/>
          </p:nvPr>
        </p:nvSpPr>
        <p:spPr>
          <a:xfrm>
            <a:off x="9790176"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 name="Footer Placeholder">
            <a:extLst>
              <a:ext uri="{FF2B5EF4-FFF2-40B4-BE49-F238E27FC236}">
                <a16:creationId xmlns:a16="http://schemas.microsoft.com/office/drawing/2014/main" id="{14DB1443-8D7F-104E-8136-A4679E2ABE87}"/>
              </a:ext>
            </a:extLst>
          </p:cNvPr>
          <p:cNvSpPr>
            <a:spLocks noGrp="1"/>
          </p:cNvSpPr>
          <p:nvPr>
            <p:ph type="ftr" sz="quarter" idx="2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B41228D7-3C14-ED44-8D9B-158FE5EEF13F}"/>
              </a:ext>
            </a:extLst>
          </p:cNvPr>
          <p:cNvSpPr>
            <a:spLocks noGrp="1"/>
          </p:cNvSpPr>
          <p:nvPr>
            <p:ph type="sldNum" sz="quarter" idx="30"/>
          </p:nvPr>
        </p:nvSpPr>
        <p:spPr/>
        <p:txBody>
          <a:bodyPr/>
          <a:lstStyle/>
          <a:p>
            <a:fld id="{64B53FD8-04EE-4F67-B5CA-77D45BC12F90}" type="slidenum">
              <a:rPr lang="en-US" smtClean="0"/>
              <a:pPr/>
              <a:t>‹#›</a:t>
            </a:fld>
            <a:endParaRPr lang="en-US" sz="800"/>
          </a:p>
        </p:txBody>
      </p:sp>
      <p:sp>
        <p:nvSpPr>
          <p:cNvPr id="37" name="Title">
            <a:extLst>
              <a:ext uri="{FF2B5EF4-FFF2-40B4-BE49-F238E27FC236}">
                <a16:creationId xmlns:a16="http://schemas.microsoft.com/office/drawing/2014/main" id="{43B05C75-2890-40BF-E720-B7D23CB8D1C9}"/>
              </a:ext>
            </a:extLst>
          </p:cNvPr>
          <p:cNvSpPr>
            <a:spLocks noGrp="1"/>
          </p:cNvSpPr>
          <p:nvPr>
            <p:ph type="title" hasCustomPrompt="1"/>
          </p:nvPr>
        </p:nvSpPr>
        <p:spPr>
          <a:xfrm>
            <a:off x="567173" y="2331856"/>
            <a:ext cx="7238357" cy="603504"/>
          </a:xfrm>
        </p:spPr>
        <p:txBody>
          <a:bodyPr/>
          <a:lstStyle>
            <a:lvl1pPr>
              <a:defRPr>
                <a:solidFill>
                  <a:srgbClr val="4D148C"/>
                </a:solidFill>
              </a:defRPr>
            </a:lvl1pPr>
          </a:lstStyle>
          <a:p>
            <a:r>
              <a:rPr lang="en-US"/>
              <a:t>What we’ll cover today</a:t>
            </a:r>
          </a:p>
        </p:txBody>
      </p:sp>
    </p:spTree>
    <p:extLst>
      <p:ext uri="{BB962C8B-B14F-4D97-AF65-F5344CB8AC3E}">
        <p14:creationId xmlns:p14="http://schemas.microsoft.com/office/powerpoint/2010/main" val="38739937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6_Agenda">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0A44A1B-677D-CD8E-C530-A29B95687411}"/>
              </a:ext>
            </a:extLst>
          </p:cNvPr>
          <p:cNvPicPr>
            <a:picLocks noChangeAspect="1"/>
          </p:cNvPicPr>
          <p:nvPr userDrawn="1"/>
        </p:nvPicPr>
        <p:blipFill>
          <a:blip r:embed="rId2" cstate="screen">
            <a:extLst>
              <a:ext uri="{28A0092B-C50C-407E-A947-70E740481C1C}">
                <a14:useLocalDpi xmlns:a14="http://schemas.microsoft.com/office/drawing/2010/main"/>
              </a:ext>
            </a:extLst>
          </a:blip>
          <a:srcRect r="-24"/>
          <a:stretch>
            <a:fillRect/>
          </a:stretch>
        </p:blipFill>
        <p:spPr>
          <a:xfrm>
            <a:off x="-1" y="-8668"/>
            <a:ext cx="12191999" cy="2146764"/>
          </a:xfrm>
          <a:prstGeom prst="rect">
            <a:avLst/>
          </a:prstGeom>
        </p:spPr>
      </p:pic>
      <p:sp>
        <p:nvSpPr>
          <p:cNvPr id="36" name="Rectangle 35">
            <a:extLst>
              <a:ext uri="{FF2B5EF4-FFF2-40B4-BE49-F238E27FC236}">
                <a16:creationId xmlns:a16="http://schemas.microsoft.com/office/drawing/2014/main" id="{F193D43C-AD69-E7A8-FA80-1F78B5885A0F}"/>
              </a:ext>
            </a:extLst>
          </p:cNvPr>
          <p:cNvSpPr/>
          <p:nvPr userDrawn="1"/>
        </p:nvSpPr>
        <p:spPr>
          <a:xfrm>
            <a:off x="0" y="2112793"/>
            <a:ext cx="12192000" cy="1040021"/>
          </a:xfrm>
          <a:prstGeom prst="rect">
            <a:avLst/>
          </a:prstGeom>
          <a:gradFill>
            <a:gsLst>
              <a:gs pos="0">
                <a:schemeClr val="bg1"/>
              </a:gs>
              <a:gs pos="100000">
                <a:schemeClr val="bg1">
                  <a:lumMod val="9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ection 1 Placeholder">
            <a:extLst>
              <a:ext uri="{FF2B5EF4-FFF2-40B4-BE49-F238E27FC236}">
                <a16:creationId xmlns:a16="http://schemas.microsoft.com/office/drawing/2014/main" id="{EEA84A93-F77E-3C41-8341-6F8D8C00B54A}"/>
              </a:ext>
            </a:extLst>
          </p:cNvPr>
          <p:cNvSpPr>
            <a:spLocks noGrp="1"/>
          </p:cNvSpPr>
          <p:nvPr>
            <p:ph type="body" sz="quarter" idx="20" hasCustomPrompt="1"/>
          </p:nvPr>
        </p:nvSpPr>
        <p:spPr>
          <a:xfrm>
            <a:off x="584073"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01</a:t>
            </a:r>
          </a:p>
        </p:txBody>
      </p:sp>
      <p:sp>
        <p:nvSpPr>
          <p:cNvPr id="9" name="Text Placeholder 1">
            <a:extLst>
              <a:ext uri="{FF2B5EF4-FFF2-40B4-BE49-F238E27FC236}">
                <a16:creationId xmlns:a16="http://schemas.microsoft.com/office/drawing/2014/main" id="{E469B8C2-D32D-5045-BF2B-9A859456BA3F}"/>
              </a:ext>
            </a:extLst>
          </p:cNvPr>
          <p:cNvSpPr>
            <a:spLocks noGrp="1"/>
          </p:cNvSpPr>
          <p:nvPr>
            <p:ph type="body" sz="quarter" idx="12"/>
          </p:nvPr>
        </p:nvSpPr>
        <p:spPr>
          <a:xfrm>
            <a:off x="584073" y="4409532"/>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3" name="Section 2 Placeholder">
            <a:extLst>
              <a:ext uri="{FF2B5EF4-FFF2-40B4-BE49-F238E27FC236}">
                <a16:creationId xmlns:a16="http://schemas.microsoft.com/office/drawing/2014/main" id="{A3B43458-C925-B741-A1AB-2CCE0D759FD8}"/>
              </a:ext>
            </a:extLst>
          </p:cNvPr>
          <p:cNvSpPr>
            <a:spLocks noGrp="1"/>
          </p:cNvSpPr>
          <p:nvPr>
            <p:ph type="body" sz="quarter" idx="21" hasCustomPrompt="1"/>
          </p:nvPr>
        </p:nvSpPr>
        <p:spPr>
          <a:xfrm>
            <a:off x="2885599"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02</a:t>
            </a:r>
          </a:p>
        </p:txBody>
      </p:sp>
      <p:sp>
        <p:nvSpPr>
          <p:cNvPr id="21" name="Text Placeholder 2">
            <a:extLst>
              <a:ext uri="{FF2B5EF4-FFF2-40B4-BE49-F238E27FC236}">
                <a16:creationId xmlns:a16="http://schemas.microsoft.com/office/drawing/2014/main" id="{CD093230-AA68-8343-9940-DF9AB8EE0633}"/>
              </a:ext>
            </a:extLst>
          </p:cNvPr>
          <p:cNvSpPr>
            <a:spLocks noGrp="1"/>
          </p:cNvSpPr>
          <p:nvPr>
            <p:ph type="body" sz="quarter" idx="25"/>
          </p:nvPr>
        </p:nvSpPr>
        <p:spPr>
          <a:xfrm>
            <a:off x="2885599"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4" name="Section 3 Placeholder">
            <a:extLst>
              <a:ext uri="{FF2B5EF4-FFF2-40B4-BE49-F238E27FC236}">
                <a16:creationId xmlns:a16="http://schemas.microsoft.com/office/drawing/2014/main" id="{DE46D1A5-2D46-3F4B-9B6F-544FC95D67CA}"/>
              </a:ext>
            </a:extLst>
          </p:cNvPr>
          <p:cNvSpPr>
            <a:spLocks noGrp="1"/>
          </p:cNvSpPr>
          <p:nvPr>
            <p:ph type="body" sz="quarter" idx="22" hasCustomPrompt="1"/>
          </p:nvPr>
        </p:nvSpPr>
        <p:spPr>
          <a:xfrm>
            <a:off x="5187125"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03</a:t>
            </a:r>
          </a:p>
        </p:txBody>
      </p:sp>
      <p:sp>
        <p:nvSpPr>
          <p:cNvPr id="22" name="Text Placeholder 3">
            <a:extLst>
              <a:ext uri="{FF2B5EF4-FFF2-40B4-BE49-F238E27FC236}">
                <a16:creationId xmlns:a16="http://schemas.microsoft.com/office/drawing/2014/main" id="{9F67DE24-FD1B-CF45-894E-CE915D1C2753}"/>
              </a:ext>
            </a:extLst>
          </p:cNvPr>
          <p:cNvSpPr>
            <a:spLocks noGrp="1"/>
          </p:cNvSpPr>
          <p:nvPr>
            <p:ph type="body" sz="quarter" idx="26"/>
          </p:nvPr>
        </p:nvSpPr>
        <p:spPr>
          <a:xfrm>
            <a:off x="5187125" y="4409532"/>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5" name="Section 4 Placeholder">
            <a:extLst>
              <a:ext uri="{FF2B5EF4-FFF2-40B4-BE49-F238E27FC236}">
                <a16:creationId xmlns:a16="http://schemas.microsoft.com/office/drawing/2014/main" id="{4F133E20-4C3B-B943-97D7-D3D0D7DDFFD8}"/>
              </a:ext>
            </a:extLst>
          </p:cNvPr>
          <p:cNvSpPr>
            <a:spLocks noGrp="1"/>
          </p:cNvSpPr>
          <p:nvPr>
            <p:ph type="body" sz="quarter" idx="23" hasCustomPrompt="1"/>
          </p:nvPr>
        </p:nvSpPr>
        <p:spPr>
          <a:xfrm>
            <a:off x="7488651"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04</a:t>
            </a:r>
          </a:p>
        </p:txBody>
      </p:sp>
      <p:sp>
        <p:nvSpPr>
          <p:cNvPr id="27" name="Text Placeholder 4">
            <a:extLst>
              <a:ext uri="{FF2B5EF4-FFF2-40B4-BE49-F238E27FC236}">
                <a16:creationId xmlns:a16="http://schemas.microsoft.com/office/drawing/2014/main" id="{0DCDD65F-BF7B-944F-A7A3-3A9467883513}"/>
              </a:ext>
            </a:extLst>
          </p:cNvPr>
          <p:cNvSpPr>
            <a:spLocks noGrp="1"/>
          </p:cNvSpPr>
          <p:nvPr>
            <p:ph type="body" sz="quarter" idx="27"/>
          </p:nvPr>
        </p:nvSpPr>
        <p:spPr>
          <a:xfrm>
            <a:off x="7488651"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6" name="Section 5 Placeholder">
            <a:extLst>
              <a:ext uri="{FF2B5EF4-FFF2-40B4-BE49-F238E27FC236}">
                <a16:creationId xmlns:a16="http://schemas.microsoft.com/office/drawing/2014/main" id="{6D2B15E2-9E0F-6441-8BE9-19AC758028E0}"/>
              </a:ext>
            </a:extLst>
          </p:cNvPr>
          <p:cNvSpPr>
            <a:spLocks noGrp="1"/>
          </p:cNvSpPr>
          <p:nvPr>
            <p:ph type="body" sz="quarter" idx="24" hasCustomPrompt="1"/>
          </p:nvPr>
        </p:nvSpPr>
        <p:spPr>
          <a:xfrm>
            <a:off x="9790176"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05</a:t>
            </a:r>
          </a:p>
        </p:txBody>
      </p:sp>
      <p:sp>
        <p:nvSpPr>
          <p:cNvPr id="28" name="Text Placeholder 5">
            <a:extLst>
              <a:ext uri="{FF2B5EF4-FFF2-40B4-BE49-F238E27FC236}">
                <a16:creationId xmlns:a16="http://schemas.microsoft.com/office/drawing/2014/main" id="{BC9E298E-DC54-E74B-A7E0-ABDEA73B1DB5}"/>
              </a:ext>
            </a:extLst>
          </p:cNvPr>
          <p:cNvSpPr>
            <a:spLocks noGrp="1"/>
          </p:cNvSpPr>
          <p:nvPr>
            <p:ph type="body" sz="quarter" idx="28"/>
          </p:nvPr>
        </p:nvSpPr>
        <p:spPr>
          <a:xfrm>
            <a:off x="9790176"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 name="Footer Placeholder">
            <a:extLst>
              <a:ext uri="{FF2B5EF4-FFF2-40B4-BE49-F238E27FC236}">
                <a16:creationId xmlns:a16="http://schemas.microsoft.com/office/drawing/2014/main" id="{14DB1443-8D7F-104E-8136-A4679E2ABE87}"/>
              </a:ext>
            </a:extLst>
          </p:cNvPr>
          <p:cNvSpPr>
            <a:spLocks noGrp="1"/>
          </p:cNvSpPr>
          <p:nvPr>
            <p:ph type="ftr" sz="quarter" idx="2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B41228D7-3C14-ED44-8D9B-158FE5EEF13F}"/>
              </a:ext>
            </a:extLst>
          </p:cNvPr>
          <p:cNvSpPr>
            <a:spLocks noGrp="1"/>
          </p:cNvSpPr>
          <p:nvPr>
            <p:ph type="sldNum" sz="quarter" idx="30"/>
          </p:nvPr>
        </p:nvSpPr>
        <p:spPr/>
        <p:txBody>
          <a:bodyPr/>
          <a:lstStyle/>
          <a:p>
            <a:fld id="{64B53FD8-04EE-4F67-B5CA-77D45BC12F90}" type="slidenum">
              <a:rPr lang="en-US" smtClean="0"/>
              <a:pPr/>
              <a:t>‹#›</a:t>
            </a:fld>
            <a:endParaRPr lang="en-US" sz="800"/>
          </a:p>
        </p:txBody>
      </p:sp>
      <p:sp>
        <p:nvSpPr>
          <p:cNvPr id="37" name="Title">
            <a:extLst>
              <a:ext uri="{FF2B5EF4-FFF2-40B4-BE49-F238E27FC236}">
                <a16:creationId xmlns:a16="http://schemas.microsoft.com/office/drawing/2014/main" id="{43B05C75-2890-40BF-E720-B7D23CB8D1C9}"/>
              </a:ext>
            </a:extLst>
          </p:cNvPr>
          <p:cNvSpPr>
            <a:spLocks noGrp="1"/>
          </p:cNvSpPr>
          <p:nvPr>
            <p:ph type="title" hasCustomPrompt="1"/>
          </p:nvPr>
        </p:nvSpPr>
        <p:spPr>
          <a:xfrm>
            <a:off x="567173" y="2331856"/>
            <a:ext cx="11051803" cy="603504"/>
          </a:xfrm>
        </p:spPr>
        <p:txBody>
          <a:bodyPr/>
          <a:lstStyle>
            <a:lvl1pPr algn="ctr">
              <a:defRPr>
                <a:solidFill>
                  <a:srgbClr val="4D148C"/>
                </a:solidFill>
              </a:defRPr>
            </a:lvl1pPr>
          </a:lstStyle>
          <a:p>
            <a:r>
              <a:rPr lang="en-US"/>
              <a:t>What we’ll cover today</a:t>
            </a:r>
          </a:p>
        </p:txBody>
      </p:sp>
      <p:grpSp>
        <p:nvGrpSpPr>
          <p:cNvPr id="8" name="Group 7">
            <a:extLst>
              <a:ext uri="{FF2B5EF4-FFF2-40B4-BE49-F238E27FC236}">
                <a16:creationId xmlns:a16="http://schemas.microsoft.com/office/drawing/2014/main" id="{DB3FE513-8BC3-DB94-AC63-0D6F1DF59CDF}"/>
              </a:ext>
            </a:extLst>
          </p:cNvPr>
          <p:cNvGrpSpPr/>
          <p:nvPr userDrawn="1"/>
        </p:nvGrpSpPr>
        <p:grpSpPr>
          <a:xfrm>
            <a:off x="255700" y="1116926"/>
            <a:ext cx="2485545" cy="1933677"/>
            <a:chOff x="7954360" y="2217866"/>
            <a:chExt cx="2485545" cy="1933677"/>
          </a:xfrm>
        </p:grpSpPr>
        <p:pic>
          <p:nvPicPr>
            <p:cNvPr id="10" name="Picture 9" descr="A black and white arrow&#10;&#10;AI-generated content may be incorrect.">
              <a:extLst>
                <a:ext uri="{FF2B5EF4-FFF2-40B4-BE49-F238E27FC236}">
                  <a16:creationId xmlns:a16="http://schemas.microsoft.com/office/drawing/2014/main" id="{F213F005-93A6-8D39-3D86-A3C15227FF6C}"/>
                </a:ext>
              </a:extLst>
            </p:cNvPr>
            <p:cNvPicPr>
              <a:picLocks noChangeAspect="1"/>
            </p:cNvPicPr>
            <p:nvPr/>
          </p:nvPicPr>
          <p:blipFill>
            <a:blip r:embed="rId3" cstate="screen">
              <a:alphaModFix amt="41000"/>
              <a:extLst>
                <a:ext uri="{28A0092B-C50C-407E-A947-70E740481C1C}">
                  <a14:useLocalDpi xmlns:a14="http://schemas.microsoft.com/office/drawing/2010/main"/>
                </a:ext>
              </a:extLst>
            </a:blip>
            <a:srcRect t="49607"/>
            <a:stretch/>
          </p:blipFill>
          <p:spPr>
            <a:xfrm>
              <a:off x="8099917" y="3213928"/>
              <a:ext cx="2159313" cy="937615"/>
            </a:xfrm>
            <a:prstGeom prst="rect">
              <a:avLst/>
            </a:prstGeom>
          </p:spPr>
        </p:pic>
        <p:pic>
          <p:nvPicPr>
            <p:cNvPr id="11" name="Graphic 10">
              <a:extLst>
                <a:ext uri="{FF2B5EF4-FFF2-40B4-BE49-F238E27FC236}">
                  <a16:creationId xmlns:a16="http://schemas.microsoft.com/office/drawing/2014/main" id="{6C7223BD-0A7A-EC7A-E8C9-1775A9BBE35E}"/>
                </a:ext>
              </a:extLst>
            </p:cNvPr>
            <p:cNvPicPr>
              <a:picLocks noChangeAspect="1"/>
            </p:cNvPicPr>
            <p:nvPr/>
          </p:nvPicPr>
          <p:blipFill>
            <a:blip>
              <a:extLst>
                <a:ext uri="{96DAC541-7B7A-43D3-8B79-37D633B846F1}">
                  <asvg:svgBlip xmlns:asvg="http://schemas.microsoft.com/office/drawing/2016/SVG/main" r:embed="rId4"/>
                </a:ext>
              </a:extLst>
            </a:blip>
            <a:srcRect b="49987"/>
            <a:stretch/>
          </p:blipFill>
          <p:spPr>
            <a:xfrm>
              <a:off x="7954360" y="2217866"/>
              <a:ext cx="2485545" cy="996063"/>
            </a:xfrm>
            <a:prstGeom prst="rect">
              <a:avLst/>
            </a:prstGeom>
          </p:spPr>
        </p:pic>
      </p:grpSp>
    </p:spTree>
    <p:extLst>
      <p:ext uri="{BB962C8B-B14F-4D97-AF65-F5344CB8AC3E}">
        <p14:creationId xmlns:p14="http://schemas.microsoft.com/office/powerpoint/2010/main" val="40569449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7_Agenda">
    <p:spTree>
      <p:nvGrpSpPr>
        <p:cNvPr id="1" name=""/>
        <p:cNvGrpSpPr/>
        <p:nvPr/>
      </p:nvGrpSpPr>
      <p:grpSpPr>
        <a:xfrm>
          <a:off x="0" y="0"/>
          <a:ext cx="0" cy="0"/>
          <a:chOff x="0" y="0"/>
          <a:chExt cx="0" cy="0"/>
        </a:xfrm>
      </p:grpSpPr>
      <p:sp>
        <p:nvSpPr>
          <p:cNvPr id="8" name="Supporting Image">
            <a:extLst>
              <a:ext uri="{FF2B5EF4-FFF2-40B4-BE49-F238E27FC236}">
                <a16:creationId xmlns:a16="http://schemas.microsoft.com/office/drawing/2014/main" id="{AE6D3E62-81AB-84B1-436F-EF5725592B54}"/>
              </a:ext>
            </a:extLst>
          </p:cNvPr>
          <p:cNvSpPr>
            <a:spLocks noGrp="1"/>
          </p:cNvSpPr>
          <p:nvPr>
            <p:ph type="pic" sz="quarter" idx="15" hasCustomPrompt="1"/>
          </p:nvPr>
        </p:nvSpPr>
        <p:spPr>
          <a:xfrm>
            <a:off x="0" y="0"/>
            <a:ext cx="12192000" cy="2254753"/>
          </a:xfrm>
        </p:spPr>
        <p:txBody>
          <a:bodyPr tIns="0" anchor="ctr" anchorCtr="0"/>
          <a:lstStyle>
            <a:lvl1pPr algn="ctr">
              <a:defRPr sz="1400">
                <a:solidFill>
                  <a:schemeClr val="tx1"/>
                </a:solidFill>
              </a:defRPr>
            </a:lvl1pPr>
          </a:lstStyle>
          <a:p>
            <a:r>
              <a:rPr lang="en-US"/>
              <a:t>Picture</a:t>
            </a:r>
          </a:p>
        </p:txBody>
      </p:sp>
      <p:sp>
        <p:nvSpPr>
          <p:cNvPr id="36" name="Rectangle 35">
            <a:extLst>
              <a:ext uri="{FF2B5EF4-FFF2-40B4-BE49-F238E27FC236}">
                <a16:creationId xmlns:a16="http://schemas.microsoft.com/office/drawing/2014/main" id="{F193D43C-AD69-E7A8-FA80-1F78B5885A0F}"/>
              </a:ext>
            </a:extLst>
          </p:cNvPr>
          <p:cNvSpPr/>
          <p:nvPr userDrawn="1"/>
        </p:nvSpPr>
        <p:spPr>
          <a:xfrm>
            <a:off x="0" y="2112793"/>
            <a:ext cx="12192000" cy="1040021"/>
          </a:xfrm>
          <a:prstGeom prst="rect">
            <a:avLst/>
          </a:prstGeom>
          <a:gradFill>
            <a:gsLst>
              <a:gs pos="0">
                <a:schemeClr val="bg1"/>
              </a:gs>
              <a:gs pos="100000">
                <a:schemeClr val="bg1">
                  <a:lumMod val="9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ection 1 Placeholder">
            <a:extLst>
              <a:ext uri="{FF2B5EF4-FFF2-40B4-BE49-F238E27FC236}">
                <a16:creationId xmlns:a16="http://schemas.microsoft.com/office/drawing/2014/main" id="{EEA84A93-F77E-3C41-8341-6F8D8C00B54A}"/>
              </a:ext>
            </a:extLst>
          </p:cNvPr>
          <p:cNvSpPr>
            <a:spLocks noGrp="1"/>
          </p:cNvSpPr>
          <p:nvPr>
            <p:ph type="body" sz="quarter" idx="20" hasCustomPrompt="1"/>
          </p:nvPr>
        </p:nvSpPr>
        <p:spPr>
          <a:xfrm>
            <a:off x="584073"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01</a:t>
            </a:r>
          </a:p>
        </p:txBody>
      </p:sp>
      <p:sp>
        <p:nvSpPr>
          <p:cNvPr id="9" name="Text Placeholder 1">
            <a:extLst>
              <a:ext uri="{FF2B5EF4-FFF2-40B4-BE49-F238E27FC236}">
                <a16:creationId xmlns:a16="http://schemas.microsoft.com/office/drawing/2014/main" id="{E469B8C2-D32D-5045-BF2B-9A859456BA3F}"/>
              </a:ext>
            </a:extLst>
          </p:cNvPr>
          <p:cNvSpPr>
            <a:spLocks noGrp="1"/>
          </p:cNvSpPr>
          <p:nvPr>
            <p:ph type="body" sz="quarter" idx="12"/>
          </p:nvPr>
        </p:nvSpPr>
        <p:spPr>
          <a:xfrm>
            <a:off x="584073" y="4409532"/>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3" name="Section 2 Placeholder">
            <a:extLst>
              <a:ext uri="{FF2B5EF4-FFF2-40B4-BE49-F238E27FC236}">
                <a16:creationId xmlns:a16="http://schemas.microsoft.com/office/drawing/2014/main" id="{A3B43458-C925-B741-A1AB-2CCE0D759FD8}"/>
              </a:ext>
            </a:extLst>
          </p:cNvPr>
          <p:cNvSpPr>
            <a:spLocks noGrp="1"/>
          </p:cNvSpPr>
          <p:nvPr>
            <p:ph type="body" sz="quarter" idx="21" hasCustomPrompt="1"/>
          </p:nvPr>
        </p:nvSpPr>
        <p:spPr>
          <a:xfrm>
            <a:off x="2885599"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02</a:t>
            </a:r>
          </a:p>
        </p:txBody>
      </p:sp>
      <p:sp>
        <p:nvSpPr>
          <p:cNvPr id="21" name="Text Placeholder 2">
            <a:extLst>
              <a:ext uri="{FF2B5EF4-FFF2-40B4-BE49-F238E27FC236}">
                <a16:creationId xmlns:a16="http://schemas.microsoft.com/office/drawing/2014/main" id="{CD093230-AA68-8343-9940-DF9AB8EE0633}"/>
              </a:ext>
            </a:extLst>
          </p:cNvPr>
          <p:cNvSpPr>
            <a:spLocks noGrp="1"/>
          </p:cNvSpPr>
          <p:nvPr>
            <p:ph type="body" sz="quarter" idx="25"/>
          </p:nvPr>
        </p:nvSpPr>
        <p:spPr>
          <a:xfrm>
            <a:off x="2885599"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4" name="Section 3 Placeholder">
            <a:extLst>
              <a:ext uri="{FF2B5EF4-FFF2-40B4-BE49-F238E27FC236}">
                <a16:creationId xmlns:a16="http://schemas.microsoft.com/office/drawing/2014/main" id="{DE46D1A5-2D46-3F4B-9B6F-544FC95D67CA}"/>
              </a:ext>
            </a:extLst>
          </p:cNvPr>
          <p:cNvSpPr>
            <a:spLocks noGrp="1"/>
          </p:cNvSpPr>
          <p:nvPr>
            <p:ph type="body" sz="quarter" idx="22" hasCustomPrompt="1"/>
          </p:nvPr>
        </p:nvSpPr>
        <p:spPr>
          <a:xfrm>
            <a:off x="5187125"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03</a:t>
            </a:r>
          </a:p>
        </p:txBody>
      </p:sp>
      <p:sp>
        <p:nvSpPr>
          <p:cNvPr id="22" name="Text Placeholder 3">
            <a:extLst>
              <a:ext uri="{FF2B5EF4-FFF2-40B4-BE49-F238E27FC236}">
                <a16:creationId xmlns:a16="http://schemas.microsoft.com/office/drawing/2014/main" id="{9F67DE24-FD1B-CF45-894E-CE915D1C2753}"/>
              </a:ext>
            </a:extLst>
          </p:cNvPr>
          <p:cNvSpPr>
            <a:spLocks noGrp="1"/>
          </p:cNvSpPr>
          <p:nvPr>
            <p:ph type="body" sz="quarter" idx="26"/>
          </p:nvPr>
        </p:nvSpPr>
        <p:spPr>
          <a:xfrm>
            <a:off x="5187125" y="4409532"/>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5" name="Section 4 Placeholder">
            <a:extLst>
              <a:ext uri="{FF2B5EF4-FFF2-40B4-BE49-F238E27FC236}">
                <a16:creationId xmlns:a16="http://schemas.microsoft.com/office/drawing/2014/main" id="{4F133E20-4C3B-B943-97D7-D3D0D7DDFFD8}"/>
              </a:ext>
            </a:extLst>
          </p:cNvPr>
          <p:cNvSpPr>
            <a:spLocks noGrp="1"/>
          </p:cNvSpPr>
          <p:nvPr>
            <p:ph type="body" sz="quarter" idx="23" hasCustomPrompt="1"/>
          </p:nvPr>
        </p:nvSpPr>
        <p:spPr>
          <a:xfrm>
            <a:off x="7488651"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04</a:t>
            </a:r>
          </a:p>
        </p:txBody>
      </p:sp>
      <p:sp>
        <p:nvSpPr>
          <p:cNvPr id="27" name="Text Placeholder 4">
            <a:extLst>
              <a:ext uri="{FF2B5EF4-FFF2-40B4-BE49-F238E27FC236}">
                <a16:creationId xmlns:a16="http://schemas.microsoft.com/office/drawing/2014/main" id="{0DCDD65F-BF7B-944F-A7A3-3A9467883513}"/>
              </a:ext>
            </a:extLst>
          </p:cNvPr>
          <p:cNvSpPr>
            <a:spLocks noGrp="1"/>
          </p:cNvSpPr>
          <p:nvPr>
            <p:ph type="body" sz="quarter" idx="27"/>
          </p:nvPr>
        </p:nvSpPr>
        <p:spPr>
          <a:xfrm>
            <a:off x="7488651"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6" name="Section 5 Placeholder">
            <a:extLst>
              <a:ext uri="{FF2B5EF4-FFF2-40B4-BE49-F238E27FC236}">
                <a16:creationId xmlns:a16="http://schemas.microsoft.com/office/drawing/2014/main" id="{6D2B15E2-9E0F-6441-8BE9-19AC758028E0}"/>
              </a:ext>
            </a:extLst>
          </p:cNvPr>
          <p:cNvSpPr>
            <a:spLocks noGrp="1"/>
          </p:cNvSpPr>
          <p:nvPr>
            <p:ph type="body" sz="quarter" idx="24" hasCustomPrompt="1"/>
          </p:nvPr>
        </p:nvSpPr>
        <p:spPr>
          <a:xfrm>
            <a:off x="9790176" y="3591828"/>
            <a:ext cx="1828800" cy="521208"/>
          </a:xfrm>
        </p:spPr>
        <p:txBody>
          <a:bodyPr anchor="ctr" anchorCtr="0">
            <a:noAutofit/>
          </a:bodyPr>
          <a:lstStyle>
            <a:lvl1pPr algn="ctr">
              <a:defRPr sz="40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a:lvl2pPr>
          </a:lstStyle>
          <a:p>
            <a:pPr lvl="0"/>
            <a:r>
              <a:rPr lang="en-US"/>
              <a:t>05</a:t>
            </a:r>
          </a:p>
        </p:txBody>
      </p:sp>
      <p:sp>
        <p:nvSpPr>
          <p:cNvPr id="28" name="Text Placeholder 5">
            <a:extLst>
              <a:ext uri="{FF2B5EF4-FFF2-40B4-BE49-F238E27FC236}">
                <a16:creationId xmlns:a16="http://schemas.microsoft.com/office/drawing/2014/main" id="{BC9E298E-DC54-E74B-A7E0-ABDEA73B1DB5}"/>
              </a:ext>
            </a:extLst>
          </p:cNvPr>
          <p:cNvSpPr>
            <a:spLocks noGrp="1"/>
          </p:cNvSpPr>
          <p:nvPr>
            <p:ph type="body" sz="quarter" idx="28"/>
          </p:nvPr>
        </p:nvSpPr>
        <p:spPr>
          <a:xfrm>
            <a:off x="9790176" y="4409531"/>
            <a:ext cx="1828800" cy="1461182"/>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 name="Footer Placeholder">
            <a:extLst>
              <a:ext uri="{FF2B5EF4-FFF2-40B4-BE49-F238E27FC236}">
                <a16:creationId xmlns:a16="http://schemas.microsoft.com/office/drawing/2014/main" id="{14DB1443-8D7F-104E-8136-A4679E2ABE87}"/>
              </a:ext>
            </a:extLst>
          </p:cNvPr>
          <p:cNvSpPr>
            <a:spLocks noGrp="1"/>
          </p:cNvSpPr>
          <p:nvPr>
            <p:ph type="ftr" sz="quarter" idx="2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B41228D7-3C14-ED44-8D9B-158FE5EEF13F}"/>
              </a:ext>
            </a:extLst>
          </p:cNvPr>
          <p:cNvSpPr>
            <a:spLocks noGrp="1"/>
          </p:cNvSpPr>
          <p:nvPr>
            <p:ph type="sldNum" sz="quarter" idx="30"/>
          </p:nvPr>
        </p:nvSpPr>
        <p:spPr/>
        <p:txBody>
          <a:bodyPr/>
          <a:lstStyle/>
          <a:p>
            <a:fld id="{64B53FD8-04EE-4F67-B5CA-77D45BC12F90}" type="slidenum">
              <a:rPr lang="en-US" smtClean="0"/>
              <a:pPr/>
              <a:t>‹#›</a:t>
            </a:fld>
            <a:endParaRPr lang="en-US" sz="800"/>
          </a:p>
        </p:txBody>
      </p:sp>
      <p:sp>
        <p:nvSpPr>
          <p:cNvPr id="37" name="Title">
            <a:extLst>
              <a:ext uri="{FF2B5EF4-FFF2-40B4-BE49-F238E27FC236}">
                <a16:creationId xmlns:a16="http://schemas.microsoft.com/office/drawing/2014/main" id="{43B05C75-2890-40BF-E720-B7D23CB8D1C9}"/>
              </a:ext>
            </a:extLst>
          </p:cNvPr>
          <p:cNvSpPr>
            <a:spLocks noGrp="1"/>
          </p:cNvSpPr>
          <p:nvPr>
            <p:ph type="title" hasCustomPrompt="1"/>
          </p:nvPr>
        </p:nvSpPr>
        <p:spPr>
          <a:xfrm>
            <a:off x="567173" y="2331856"/>
            <a:ext cx="11051803" cy="603504"/>
          </a:xfrm>
        </p:spPr>
        <p:txBody>
          <a:bodyPr/>
          <a:lstStyle>
            <a:lvl1pPr algn="ctr">
              <a:defRPr>
                <a:solidFill>
                  <a:srgbClr val="4D148C"/>
                </a:solidFill>
              </a:defRPr>
            </a:lvl1pPr>
          </a:lstStyle>
          <a:p>
            <a:r>
              <a:rPr lang="en-US"/>
              <a:t>What we’ll cover today</a:t>
            </a:r>
          </a:p>
        </p:txBody>
      </p:sp>
    </p:spTree>
    <p:extLst>
      <p:ext uri="{BB962C8B-B14F-4D97-AF65-F5344CB8AC3E}">
        <p14:creationId xmlns:p14="http://schemas.microsoft.com/office/powerpoint/2010/main" val="33284796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Text Only">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1500" y="576072"/>
            <a:ext cx="11044426" cy="605028"/>
          </a:xfrm>
        </p:spPr>
        <p:txBody>
          <a:bodyPr/>
          <a:lstStyle/>
          <a:p>
            <a:r>
              <a:rPr lang="en-US"/>
              <a:t>Title goes here</a:t>
            </a:r>
          </a:p>
        </p:txBody>
      </p:sp>
      <p:sp>
        <p:nvSpPr>
          <p:cNvPr id="7" name="Text Placeholder">
            <a:extLst>
              <a:ext uri="{FF2B5EF4-FFF2-40B4-BE49-F238E27FC236}">
                <a16:creationId xmlns:a16="http://schemas.microsoft.com/office/drawing/2014/main" id="{6592F3C6-568D-8944-9BFB-F6E8DC4D3BA5}"/>
              </a:ext>
            </a:extLst>
          </p:cNvPr>
          <p:cNvSpPr>
            <a:spLocks noGrp="1"/>
          </p:cNvSpPr>
          <p:nvPr>
            <p:ph type="body" orient="vert" idx="1"/>
          </p:nvPr>
        </p:nvSpPr>
        <p:spPr>
          <a:xfrm>
            <a:off x="576073" y="1524000"/>
            <a:ext cx="11044427" cy="4495800"/>
          </a:xfrm>
        </p:spPr>
        <p:txBody>
          <a:bodyPr vert="horz"/>
          <a:lstStyle/>
          <a:p>
            <a:pPr lvl="0"/>
            <a:r>
              <a:rPr lang="en-US"/>
              <a:t>Click to edit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6541334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Text Only">
    <p:spTree>
      <p:nvGrpSpPr>
        <p:cNvPr id="1" name=""/>
        <p:cNvGrpSpPr/>
        <p:nvPr/>
      </p:nvGrpSpPr>
      <p:grpSpPr>
        <a:xfrm>
          <a:off x="0" y="0"/>
          <a:ext cx="0" cy="0"/>
          <a:chOff x="0" y="0"/>
          <a:chExt cx="0" cy="0"/>
        </a:xfrm>
      </p:grpSpPr>
      <p:sp>
        <p:nvSpPr>
          <p:cNvPr id="2" name="Title"/>
          <p:cNvSpPr>
            <a:spLocks noGrp="1"/>
          </p:cNvSpPr>
          <p:nvPr>
            <p:ph type="title" orient="vert" hasCustomPrompt="1"/>
          </p:nvPr>
        </p:nvSpPr>
        <p:spPr>
          <a:xfrm>
            <a:off x="576072" y="571500"/>
            <a:ext cx="11044427" cy="1104900"/>
          </a:xfrm>
        </p:spPr>
        <p:txBody>
          <a:bodyPr vert="horz"/>
          <a:lstStyle/>
          <a:p>
            <a:r>
              <a:rPr lang="en-US"/>
              <a:t>Title goes here</a:t>
            </a:r>
          </a:p>
        </p:txBody>
      </p:sp>
      <p:sp>
        <p:nvSpPr>
          <p:cNvPr id="3" name="Text Placeholder"/>
          <p:cNvSpPr>
            <a:spLocks noGrp="1"/>
          </p:cNvSpPr>
          <p:nvPr>
            <p:ph type="body" orient="vert" idx="1"/>
          </p:nvPr>
        </p:nvSpPr>
        <p:spPr>
          <a:xfrm>
            <a:off x="576073" y="2057400"/>
            <a:ext cx="11044426" cy="3962400"/>
          </a:xfrm>
        </p:spPr>
        <p:txBody>
          <a:bodyPr vert="horz"/>
          <a:lstStyle/>
          <a:p>
            <a:pPr lvl="0"/>
            <a:r>
              <a:rPr lang="en-US"/>
              <a:t>Click to edit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 name="Footer Placeholder">
            <a:extLst>
              <a:ext uri="{FF2B5EF4-FFF2-40B4-BE49-F238E27FC236}">
                <a16:creationId xmlns:a16="http://schemas.microsoft.com/office/drawing/2014/main" id="{5FC064F9-276B-FB44-AF04-1A9C0E9785D5}"/>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496CD3D5-F39F-8647-9397-A2181F677636}"/>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7621095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_Text Only">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hasCustomPrompt="1"/>
          </p:nvPr>
        </p:nvSpPr>
        <p:spPr>
          <a:xfrm>
            <a:off x="571500" y="571501"/>
            <a:ext cx="11048998" cy="603504"/>
          </a:xfrm>
        </p:spPr>
        <p:txBody>
          <a:bodyPr/>
          <a:lstStyle/>
          <a:p>
            <a:r>
              <a:rPr lang="en-US"/>
              <a:t>Title goes here</a:t>
            </a:r>
          </a:p>
        </p:txBody>
      </p:sp>
      <p:sp>
        <p:nvSpPr>
          <p:cNvPr id="6" name="Intro. Text Placeholder">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571499" y="1524000"/>
            <a:ext cx="11048999" cy="1355834"/>
          </a:xfrm>
        </p:spPr>
        <p:txBody>
          <a:bodyPr/>
          <a:lstStyle>
            <a:lvl1pPr>
              <a:defRPr/>
            </a:lvl1pPr>
          </a:lstStyle>
          <a:p>
            <a:pPr lvl="0"/>
            <a:r>
              <a:rPr lang="en-US"/>
              <a:t>Click to edit, place introduction copy here.</a:t>
            </a:r>
          </a:p>
        </p:txBody>
      </p:sp>
      <p:sp>
        <p:nvSpPr>
          <p:cNvPr id="9" name="Body Text Placeholder">
            <a:extLst>
              <a:ext uri="{FF2B5EF4-FFF2-40B4-BE49-F238E27FC236}">
                <a16:creationId xmlns:a16="http://schemas.microsoft.com/office/drawing/2014/main" id="{352A7D46-0C64-F947-89BF-BBCC040766CE}"/>
              </a:ext>
            </a:extLst>
          </p:cNvPr>
          <p:cNvSpPr>
            <a:spLocks noGrp="1"/>
          </p:cNvSpPr>
          <p:nvPr>
            <p:ph type="body" sz="quarter" idx="15"/>
          </p:nvPr>
        </p:nvSpPr>
        <p:spPr>
          <a:xfrm>
            <a:off x="571500" y="3195303"/>
            <a:ext cx="11049000" cy="2824498"/>
          </a:xfrm>
        </p:spPr>
        <p:txBody>
          <a:bodyPr rIns="91440" numCol="2" spcCol="731520"/>
          <a:lstStyle>
            <a:lvl1pPr>
              <a:spcAft>
                <a:spcPts val="300"/>
              </a:spcAft>
              <a:defRPr sz="16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600" kern="1200" dirty="0">
                <a:solidFill>
                  <a:schemeClr val="tx1"/>
                </a:solidFill>
                <a:latin typeface="+mn-lt"/>
                <a:ea typeface="+mn-ea"/>
                <a:cs typeface="+mn-cs"/>
              </a:defRPr>
            </a:lvl4pPr>
            <a:lvl5pPr>
              <a:spcAft>
                <a:spcPts val="600"/>
              </a:spcAft>
              <a:defRPr/>
            </a:lvl5pPr>
          </a:lstStyle>
          <a:p>
            <a:pPr lvl="0"/>
            <a:r>
              <a:rPr lang="en-US"/>
              <a:t>Click to edit</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3" name="Footer Placeholder 2">
            <a:extLst>
              <a:ext uri="{FF2B5EF4-FFF2-40B4-BE49-F238E27FC236}">
                <a16:creationId xmlns:a16="http://schemas.microsoft.com/office/drawing/2014/main" id="{58ACFAE9-4FD5-FF47-BFC8-654D085B1BF7}"/>
              </a:ext>
            </a:extLst>
          </p:cNvPr>
          <p:cNvSpPr>
            <a:spLocks noGrp="1"/>
          </p:cNvSpPr>
          <p:nvPr>
            <p:ph type="ftr" sz="quarter" idx="1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9017FDF7-54E6-134C-88D4-318365AD1362}"/>
              </a:ext>
            </a:extLst>
          </p:cNvPr>
          <p:cNvSpPr>
            <a:spLocks noGrp="1"/>
          </p:cNvSpPr>
          <p:nvPr>
            <p:ph type="sldNum" sz="quarter" idx="1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4849467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Text Only">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6074" y="571500"/>
            <a:ext cx="3538726" cy="1747494"/>
          </a:xfrm>
        </p:spPr>
        <p:txBody>
          <a:bodyPr anchor="t" anchorCtr="0"/>
          <a:lstStyle>
            <a:lvl1pPr>
              <a:defRPr sz="3800"/>
            </a:lvl1pPr>
          </a:lstStyle>
          <a:p>
            <a:r>
              <a:rPr lang="en-US"/>
              <a:t>Title goes here</a:t>
            </a:r>
          </a:p>
        </p:txBody>
      </p:sp>
      <p:sp>
        <p:nvSpPr>
          <p:cNvPr id="7" name="Intro Placeholder">
            <a:extLst>
              <a:ext uri="{FF2B5EF4-FFF2-40B4-BE49-F238E27FC236}">
                <a16:creationId xmlns:a16="http://schemas.microsoft.com/office/drawing/2014/main" id="{A2CBDFDF-01BA-2F40-B985-9D703508A801}"/>
              </a:ext>
            </a:extLst>
          </p:cNvPr>
          <p:cNvSpPr>
            <a:spLocks noGrp="1"/>
          </p:cNvSpPr>
          <p:nvPr>
            <p:ph type="body" sz="half" idx="2"/>
          </p:nvPr>
        </p:nvSpPr>
        <p:spPr>
          <a:xfrm>
            <a:off x="571501" y="2699994"/>
            <a:ext cx="3543300" cy="3319804"/>
          </a:xfrm>
        </p:spPr>
        <p:txBody>
          <a:bodyPr/>
          <a:lstStyle>
            <a:lvl1pPr marL="0" indent="0">
              <a:spcAft>
                <a:spcPts val="600"/>
              </a:spcAft>
              <a:buNone/>
              <a:defRPr sz="2200" b="0" i="0">
                <a:latin typeface="FedEx Sans" panose="020B0603020203020204" pitchFamily="34" charset="0"/>
                <a:ea typeface="FedEx Sans" panose="020B0603020203020204" pitchFamily="34" charset="0"/>
                <a:cs typeface="FedEx Sans" panose="020B0603020203020204" pitchFamily="34" charset="0"/>
              </a:defRPr>
            </a:lvl1pPr>
            <a:lvl2pPr marL="7938" indent="0">
              <a:buNone/>
              <a:tabLs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vl7pPr marL="2743200" indent="0">
              <a:buNone/>
              <a:defRPr sz="1000"/>
            </a:lvl7pPr>
            <a:lvl8pPr marL="3200400" indent="0">
              <a:buNone/>
              <a:defRPr sz="1000"/>
            </a:lvl8pPr>
            <a:lvl9pPr marL="3657600" indent="0">
              <a:buNone/>
              <a:defRPr sz="1000"/>
            </a:lvl9pPr>
          </a:lstStyle>
          <a:p>
            <a:pPr lvl="0"/>
            <a:r>
              <a:rPr lang="en-US"/>
              <a:t>Click to edit</a:t>
            </a:r>
          </a:p>
        </p:txBody>
      </p:sp>
      <p:sp>
        <p:nvSpPr>
          <p:cNvPr id="11" name="Text Placeholder">
            <a:extLst>
              <a:ext uri="{FF2B5EF4-FFF2-40B4-BE49-F238E27FC236}">
                <a16:creationId xmlns:a16="http://schemas.microsoft.com/office/drawing/2014/main" id="{8192C836-D28A-264A-B015-4A0F896CE9B7}"/>
              </a:ext>
            </a:extLst>
          </p:cNvPr>
          <p:cNvSpPr>
            <a:spLocks noGrp="1"/>
          </p:cNvSpPr>
          <p:nvPr>
            <p:ph type="body" orient="vert" idx="14"/>
          </p:nvPr>
        </p:nvSpPr>
        <p:spPr>
          <a:xfrm>
            <a:off x="4343400" y="576070"/>
            <a:ext cx="7277100" cy="5443729"/>
          </a:xfrm>
        </p:spPr>
        <p:txBody>
          <a:bodyPr vert="horz"/>
          <a:lstStyle>
            <a:lvl1pPr>
              <a:defRPr sz="1600"/>
            </a:lvl1pPr>
          </a:lstStyle>
          <a:p>
            <a:pPr lvl="0"/>
            <a:r>
              <a:rPr lang="en-US"/>
              <a:t>Click to edit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Footer Placeholder">
            <a:extLst>
              <a:ext uri="{FF2B5EF4-FFF2-40B4-BE49-F238E27FC236}">
                <a16:creationId xmlns:a16="http://schemas.microsoft.com/office/drawing/2014/main" id="{4BF9DAF6-734F-0048-919C-A14F4E4C4C03}"/>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9" name="Slide Number Placeholder">
            <a:extLst>
              <a:ext uri="{FF2B5EF4-FFF2-40B4-BE49-F238E27FC236}">
                <a16:creationId xmlns:a16="http://schemas.microsoft.com/office/drawing/2014/main" id="{B8FB3C80-7CBB-B34C-9928-B2351089B04C}"/>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4785154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5_Text Only">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1500" y="576070"/>
            <a:ext cx="5410200" cy="1106424"/>
          </a:xfrm>
        </p:spPr>
        <p:txBody>
          <a:bodyPr/>
          <a:lstStyle/>
          <a:p>
            <a:r>
              <a:rPr lang="en-US"/>
              <a:t>Title goes here</a:t>
            </a:r>
          </a:p>
        </p:txBody>
      </p:sp>
      <p:sp>
        <p:nvSpPr>
          <p:cNvPr id="3" name="Text Placeholder 1"/>
          <p:cNvSpPr>
            <a:spLocks noGrp="1"/>
          </p:cNvSpPr>
          <p:nvPr>
            <p:ph type="body" orient="vert" idx="1"/>
          </p:nvPr>
        </p:nvSpPr>
        <p:spPr>
          <a:xfrm>
            <a:off x="576072" y="2057400"/>
            <a:ext cx="5405628" cy="3962400"/>
          </a:xfrm>
        </p:spPr>
        <p:txBody>
          <a:bodyPr vert="horz"/>
          <a:lstStyle/>
          <a:p>
            <a:pPr lvl="0"/>
            <a:r>
              <a:rPr lang="en-US"/>
              <a:t>Click to edit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1" name="Text Placeholder 2">
            <a:extLst>
              <a:ext uri="{FF2B5EF4-FFF2-40B4-BE49-F238E27FC236}">
                <a16:creationId xmlns:a16="http://schemas.microsoft.com/office/drawing/2014/main" id="{65E2C9B6-74B3-C34D-9B8C-AF9FC2CAD023}"/>
              </a:ext>
            </a:extLst>
          </p:cNvPr>
          <p:cNvSpPr>
            <a:spLocks noGrp="1"/>
          </p:cNvSpPr>
          <p:nvPr>
            <p:ph type="body" orient="vert" idx="14"/>
          </p:nvPr>
        </p:nvSpPr>
        <p:spPr>
          <a:xfrm>
            <a:off x="6214872" y="576070"/>
            <a:ext cx="5405628" cy="5443729"/>
          </a:xfrm>
        </p:spPr>
        <p:txBody>
          <a:bodyPr vert="horz"/>
          <a:lstStyle>
            <a:lvl1pPr>
              <a:defRPr sz="1600"/>
            </a:lvl1pPr>
          </a:lstStyle>
          <a:p>
            <a:pPr lvl="0"/>
            <a:r>
              <a:rPr lang="en-US"/>
              <a:t>Click to edit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 name="Footer Placeholder">
            <a:extLst>
              <a:ext uri="{FF2B5EF4-FFF2-40B4-BE49-F238E27FC236}">
                <a16:creationId xmlns:a16="http://schemas.microsoft.com/office/drawing/2014/main" id="{22ED8B88-7755-2848-978D-E521EE4EAB88}"/>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6AB7122A-BA5F-F649-9C6D-D9F3FFEDEAE0}"/>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895422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6_Text Only">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hasCustomPrompt="1"/>
          </p:nvPr>
        </p:nvSpPr>
        <p:spPr>
          <a:xfrm>
            <a:off x="571500" y="571501"/>
            <a:ext cx="9182100" cy="603504"/>
          </a:xfrm>
        </p:spPr>
        <p:txBody>
          <a:bodyPr/>
          <a:lstStyle/>
          <a:p>
            <a:r>
              <a:rPr lang="en-US"/>
              <a:t>Title goes here</a:t>
            </a:r>
          </a:p>
        </p:txBody>
      </p:sp>
      <p:sp>
        <p:nvSpPr>
          <p:cNvPr id="7" name="Text Placeholder 1">
            <a:extLst>
              <a:ext uri="{FF2B5EF4-FFF2-40B4-BE49-F238E27FC236}">
                <a16:creationId xmlns:a16="http://schemas.microsoft.com/office/drawing/2014/main" id="{D57DBE6B-5EE4-D84B-8FB8-5B3E9BEC32AE}"/>
              </a:ext>
            </a:extLst>
          </p:cNvPr>
          <p:cNvSpPr>
            <a:spLocks noGrp="1"/>
          </p:cNvSpPr>
          <p:nvPr>
            <p:ph type="body" sz="quarter" idx="12"/>
          </p:nvPr>
        </p:nvSpPr>
        <p:spPr>
          <a:xfrm>
            <a:off x="571500" y="1524000"/>
            <a:ext cx="5410200" cy="4495800"/>
          </a:xfrm>
        </p:spPr>
        <p:txBody>
          <a:bodyPr/>
          <a:lstStyle>
            <a:lvl1pPr marL="0">
              <a:spcAft>
                <a:spcPts val="600"/>
              </a:spcAft>
              <a:buFont typeface="Arial" panose="020B0604020202020204" pitchFamily="34" charset="0"/>
              <a:buChar cha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438912" indent="-219456">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658368" indent="-219456">
              <a:spcAft>
                <a:spcPts val="600"/>
              </a:spcAft>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a:t>
            </a:r>
          </a:p>
          <a:p>
            <a:pPr marL="11113" lvl="1" indent="0" algn="l" defTabSz="914400" rtl="0" eaLnBrk="1" latinLnBrk="0" hangingPunct="1">
              <a:lnSpc>
                <a:spcPct val="130000"/>
              </a:lnSpc>
              <a:spcBef>
                <a:spcPts val="0"/>
              </a:spcBef>
              <a:spcAft>
                <a:spcPts val="600"/>
              </a:spcAft>
              <a:buFont typeface="Arial" panose="020B0604020202020204" pitchFamily="34" charset="0"/>
              <a:buNone/>
              <a:tabLst/>
            </a:pPr>
            <a:r>
              <a:rPr lang="en-US"/>
              <a:t>Second level</a:t>
            </a:r>
          </a:p>
          <a:p>
            <a:pPr marL="17082" lvl="2"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09194" lvl="3" indent="-277813" algn="l" defTabSz="914400" rtl="0" eaLnBrk="1" latinLnBrk="0" hangingPunct="1">
              <a:lnSpc>
                <a:spcPct val="130000"/>
              </a:lnSpc>
              <a:spcBef>
                <a:spcPts val="0"/>
              </a:spcBef>
              <a:spcAft>
                <a:spcPts val="600"/>
              </a:spcAft>
              <a:buFont typeface="System Font Regular"/>
              <a:buChar char="–"/>
              <a:tabLst/>
            </a:pPr>
            <a:r>
              <a:rPr lang="en-US"/>
              <a:t>Fourth level</a:t>
            </a:r>
          </a:p>
          <a:p>
            <a:pPr marL="812419" lvl="4" indent="-227013" algn="l" defTabSz="914400" rtl="0" eaLnBrk="1" latinLnBrk="0" hangingPunct="1">
              <a:lnSpc>
                <a:spcPct val="130000"/>
              </a:lnSpc>
              <a:spcBef>
                <a:spcPts val="0"/>
              </a:spcBef>
              <a:spcAft>
                <a:spcPts val="600"/>
              </a:spcAft>
              <a:buFont typeface="System Font Regular"/>
              <a:buChar char="&gt;"/>
              <a:tabLst/>
            </a:pPr>
            <a:r>
              <a:rPr lang="en-US"/>
              <a:t>Fifth level</a:t>
            </a:r>
          </a:p>
        </p:txBody>
      </p:sp>
      <p:sp>
        <p:nvSpPr>
          <p:cNvPr id="8" name="Text Placeholder 2">
            <a:extLst>
              <a:ext uri="{FF2B5EF4-FFF2-40B4-BE49-F238E27FC236}">
                <a16:creationId xmlns:a16="http://schemas.microsoft.com/office/drawing/2014/main" id="{DFD5CB16-F0FE-E54A-8ED1-B7F4CCE60CD7}"/>
              </a:ext>
            </a:extLst>
          </p:cNvPr>
          <p:cNvSpPr>
            <a:spLocks noGrp="1"/>
          </p:cNvSpPr>
          <p:nvPr>
            <p:ph type="body" sz="quarter" idx="19"/>
          </p:nvPr>
        </p:nvSpPr>
        <p:spPr>
          <a:xfrm>
            <a:off x="6210302" y="1524000"/>
            <a:ext cx="5410200" cy="4495800"/>
          </a:xfrm>
        </p:spPr>
        <p:txBody>
          <a:bodyPr/>
          <a:lstStyle>
            <a:lvl1pPr marL="0">
              <a:spcAft>
                <a:spcPts val="600"/>
              </a:spcAft>
              <a:buFont typeface="Arial" panose="020B0604020202020204" pitchFamily="34" charset="0"/>
              <a:buChar cha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438912" indent="-219456">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658368" indent="-219456">
              <a:spcAft>
                <a:spcPts val="600"/>
              </a:spcAft>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a:t>
            </a:r>
          </a:p>
          <a:p>
            <a:pPr marL="11113" lvl="1" indent="0" algn="l" defTabSz="914400" rtl="0" eaLnBrk="1" latinLnBrk="0" hangingPunct="1">
              <a:lnSpc>
                <a:spcPct val="130000"/>
              </a:lnSpc>
              <a:spcBef>
                <a:spcPts val="0"/>
              </a:spcBef>
              <a:spcAft>
                <a:spcPts val="600"/>
              </a:spcAft>
              <a:buFont typeface="Arial" panose="020B0604020202020204" pitchFamily="34" charset="0"/>
              <a:buNone/>
              <a:tabLst/>
            </a:pPr>
            <a:r>
              <a:rPr lang="en-US"/>
              <a:t>Second level</a:t>
            </a:r>
          </a:p>
          <a:p>
            <a:pPr marL="17082" lvl="2"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09194" lvl="3" indent="-277813" algn="l" defTabSz="914400" rtl="0" eaLnBrk="1" latinLnBrk="0" hangingPunct="1">
              <a:lnSpc>
                <a:spcPct val="130000"/>
              </a:lnSpc>
              <a:spcBef>
                <a:spcPts val="0"/>
              </a:spcBef>
              <a:spcAft>
                <a:spcPts val="600"/>
              </a:spcAft>
              <a:buFont typeface="System Font Regular"/>
              <a:buChar char="–"/>
              <a:tabLst/>
            </a:pPr>
            <a:r>
              <a:rPr lang="en-US"/>
              <a:t>Fourth level</a:t>
            </a:r>
          </a:p>
          <a:p>
            <a:pPr marL="812419" lvl="4" indent="-227013" algn="l" defTabSz="914400" rtl="0" eaLnBrk="1" latinLnBrk="0" hangingPunct="1">
              <a:lnSpc>
                <a:spcPct val="130000"/>
              </a:lnSpc>
              <a:spcBef>
                <a:spcPts val="0"/>
              </a:spcBef>
              <a:spcAft>
                <a:spcPts val="600"/>
              </a:spcAft>
              <a:buFont typeface="System Font Regular"/>
              <a:buChar char="&gt;"/>
              <a:tabLst/>
            </a:pPr>
            <a:r>
              <a:rPr lang="en-US"/>
              <a:t>Fifth level</a:t>
            </a:r>
          </a:p>
        </p:txBody>
      </p:sp>
      <p:sp>
        <p:nvSpPr>
          <p:cNvPr id="3" name="Footer Placeholder">
            <a:extLst>
              <a:ext uri="{FF2B5EF4-FFF2-40B4-BE49-F238E27FC236}">
                <a16:creationId xmlns:a16="http://schemas.microsoft.com/office/drawing/2014/main" id="{DC85FC84-61CB-204E-A6A1-74AF3DDD65E6}"/>
              </a:ext>
            </a:extLst>
          </p:cNvPr>
          <p:cNvSpPr>
            <a:spLocks noGrp="1"/>
          </p:cNvSpPr>
          <p:nvPr>
            <p:ph type="ftr" sz="quarter" idx="1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5D64F891-6F45-934A-87E2-505F51C1F563}"/>
              </a:ext>
            </a:extLst>
          </p:cNvPr>
          <p:cNvSpPr>
            <a:spLocks noGrp="1"/>
          </p:cNvSpPr>
          <p:nvPr>
            <p:ph type="sldNum" sz="quarter" idx="1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2378081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7_Text Only">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hasCustomPrompt="1"/>
          </p:nvPr>
        </p:nvSpPr>
        <p:spPr>
          <a:xfrm>
            <a:off x="571500" y="571501"/>
            <a:ext cx="9182100" cy="603504"/>
          </a:xfrm>
        </p:spPr>
        <p:txBody>
          <a:bodyPr/>
          <a:lstStyle/>
          <a:p>
            <a:r>
              <a:rPr lang="en-US"/>
              <a:t>Title goes here</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1524000"/>
            <a:ext cx="3505200" cy="4495800"/>
          </a:xfrm>
        </p:spPr>
        <p:txBody>
          <a:bodyPr/>
          <a:lstStyle>
            <a:lvl1pPr marL="0">
              <a:spcAft>
                <a:spcPts val="6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a:t>Fifth level</a:t>
            </a:r>
          </a:p>
        </p:txBody>
      </p:sp>
      <p:sp>
        <p:nvSpPr>
          <p:cNvPr id="10" name="Text Placeholder 2">
            <a:extLst>
              <a:ext uri="{FF2B5EF4-FFF2-40B4-BE49-F238E27FC236}">
                <a16:creationId xmlns:a16="http://schemas.microsoft.com/office/drawing/2014/main" id="{3060838C-2E5B-D34E-A7AC-D7964AB454D8}"/>
              </a:ext>
            </a:extLst>
          </p:cNvPr>
          <p:cNvSpPr>
            <a:spLocks noGrp="1"/>
          </p:cNvSpPr>
          <p:nvPr>
            <p:ph type="body" sz="quarter" idx="19"/>
          </p:nvPr>
        </p:nvSpPr>
        <p:spPr>
          <a:xfrm>
            <a:off x="4343400" y="1524000"/>
            <a:ext cx="3505200" cy="4495800"/>
          </a:xfrm>
        </p:spPr>
        <p:txBody>
          <a:bodyPr/>
          <a:lstStyle>
            <a:lvl1pPr marL="0">
              <a:spcAft>
                <a:spcPts val="6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a:t>Fifth level</a:t>
            </a:r>
          </a:p>
        </p:txBody>
      </p:sp>
      <p:sp>
        <p:nvSpPr>
          <p:cNvPr id="11" name="Text Placeholder 3">
            <a:extLst>
              <a:ext uri="{FF2B5EF4-FFF2-40B4-BE49-F238E27FC236}">
                <a16:creationId xmlns:a16="http://schemas.microsoft.com/office/drawing/2014/main" id="{257C274B-6D2F-6047-82D4-614A6F8CF481}"/>
              </a:ext>
            </a:extLst>
          </p:cNvPr>
          <p:cNvSpPr>
            <a:spLocks noGrp="1"/>
          </p:cNvSpPr>
          <p:nvPr>
            <p:ph type="body" sz="quarter" idx="20"/>
          </p:nvPr>
        </p:nvSpPr>
        <p:spPr>
          <a:xfrm>
            <a:off x="8115300" y="1524000"/>
            <a:ext cx="3505200" cy="4495800"/>
          </a:xfrm>
        </p:spPr>
        <p:txBody>
          <a:bodyPr/>
          <a:lstStyle>
            <a:lvl1pPr marL="0">
              <a:spcAft>
                <a:spcPts val="6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spcAft>
                <a:spcPts val="600"/>
              </a:spcAf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a:t>Fifth level</a:t>
            </a:r>
          </a:p>
        </p:txBody>
      </p:sp>
      <p:sp>
        <p:nvSpPr>
          <p:cNvPr id="3" name="Footer Placeholder">
            <a:extLst>
              <a:ext uri="{FF2B5EF4-FFF2-40B4-BE49-F238E27FC236}">
                <a16:creationId xmlns:a16="http://schemas.microsoft.com/office/drawing/2014/main" id="{DC85FC84-61CB-204E-A6A1-74AF3DDD65E6}"/>
              </a:ext>
            </a:extLst>
          </p:cNvPr>
          <p:cNvSpPr>
            <a:spLocks noGrp="1"/>
          </p:cNvSpPr>
          <p:nvPr>
            <p:ph type="ftr" sz="quarter" idx="1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5D64F891-6F45-934A-87E2-505F51C1F563}"/>
              </a:ext>
            </a:extLst>
          </p:cNvPr>
          <p:cNvSpPr>
            <a:spLocks noGrp="1"/>
          </p:cNvSpPr>
          <p:nvPr>
            <p:ph type="sldNum" sz="quarter" idx="1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7482781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8_Text Only">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hasCustomPrompt="1"/>
          </p:nvPr>
        </p:nvSpPr>
        <p:spPr>
          <a:xfrm>
            <a:off x="571500" y="571501"/>
            <a:ext cx="9182100" cy="603504"/>
          </a:xfrm>
        </p:spPr>
        <p:txBody>
          <a:bodyPr/>
          <a:lstStyle/>
          <a:p>
            <a:r>
              <a:rPr lang="en-US"/>
              <a:t>Title goes here</a:t>
            </a:r>
          </a:p>
        </p:txBody>
      </p:sp>
      <p:sp>
        <p:nvSpPr>
          <p:cNvPr id="9" name="Text Placeholder 1">
            <a:extLst>
              <a:ext uri="{FF2B5EF4-FFF2-40B4-BE49-F238E27FC236}">
                <a16:creationId xmlns:a16="http://schemas.microsoft.com/office/drawing/2014/main" id="{22222FC3-DDDC-A74C-A457-1799E4795C0B}"/>
              </a:ext>
            </a:extLst>
          </p:cNvPr>
          <p:cNvSpPr>
            <a:spLocks noGrp="1"/>
          </p:cNvSpPr>
          <p:nvPr>
            <p:ph type="body" sz="quarter" idx="15"/>
          </p:nvPr>
        </p:nvSpPr>
        <p:spPr>
          <a:xfrm>
            <a:off x="57150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a:t>Fifth level</a:t>
            </a:r>
          </a:p>
        </p:txBody>
      </p:sp>
      <p:sp>
        <p:nvSpPr>
          <p:cNvPr id="13" name="Text Placeholder 2">
            <a:extLst>
              <a:ext uri="{FF2B5EF4-FFF2-40B4-BE49-F238E27FC236}">
                <a16:creationId xmlns:a16="http://schemas.microsoft.com/office/drawing/2014/main" id="{7805591D-C3D8-664E-832B-4C22B79E72C8}"/>
              </a:ext>
            </a:extLst>
          </p:cNvPr>
          <p:cNvSpPr>
            <a:spLocks noGrp="1"/>
          </p:cNvSpPr>
          <p:nvPr>
            <p:ph type="body" sz="quarter" idx="16"/>
          </p:nvPr>
        </p:nvSpPr>
        <p:spPr>
          <a:xfrm>
            <a:off x="340106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a:t>Fifth level</a:t>
            </a:r>
          </a:p>
        </p:txBody>
      </p:sp>
      <p:sp>
        <p:nvSpPr>
          <p:cNvPr id="14" name="Text Placeholder 3">
            <a:extLst>
              <a:ext uri="{FF2B5EF4-FFF2-40B4-BE49-F238E27FC236}">
                <a16:creationId xmlns:a16="http://schemas.microsoft.com/office/drawing/2014/main" id="{2B6CC560-6E42-E74F-9760-6C171E376684}"/>
              </a:ext>
            </a:extLst>
          </p:cNvPr>
          <p:cNvSpPr>
            <a:spLocks noGrp="1"/>
          </p:cNvSpPr>
          <p:nvPr>
            <p:ph type="body" sz="quarter" idx="17"/>
          </p:nvPr>
        </p:nvSpPr>
        <p:spPr>
          <a:xfrm>
            <a:off x="623062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a:t>Fifth level</a:t>
            </a:r>
          </a:p>
        </p:txBody>
      </p:sp>
      <p:sp>
        <p:nvSpPr>
          <p:cNvPr id="15" name="Text Placeholder 4">
            <a:extLst>
              <a:ext uri="{FF2B5EF4-FFF2-40B4-BE49-F238E27FC236}">
                <a16:creationId xmlns:a16="http://schemas.microsoft.com/office/drawing/2014/main" id="{44CCC918-6199-7546-9B5E-8DAC054B1E9E}"/>
              </a:ext>
            </a:extLst>
          </p:cNvPr>
          <p:cNvSpPr>
            <a:spLocks noGrp="1"/>
          </p:cNvSpPr>
          <p:nvPr>
            <p:ph type="body" sz="quarter" idx="18"/>
          </p:nvPr>
        </p:nvSpPr>
        <p:spPr>
          <a:xfrm>
            <a:off x="906018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5pPr>
            <a:lvl6pPr>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a:t>
            </a:r>
          </a:p>
          <a:p>
            <a:pPr marL="11113" lvl="2" indent="0" algn="l" defTabSz="914400" rtl="0" eaLnBrk="1" latinLnBrk="0" hangingPunct="1">
              <a:lnSpc>
                <a:spcPct val="130000"/>
              </a:lnSpc>
              <a:spcBef>
                <a:spcPts val="0"/>
              </a:spcBef>
              <a:spcAft>
                <a:spcPts val="600"/>
              </a:spcAft>
              <a:buFont typeface="Arial" panose="020B0604020202020204" pitchFamily="34" charset="0"/>
              <a:buNone/>
              <a:tabLst/>
            </a:pPr>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a:p>
            <a:pPr marL="1031875" lvl="5" indent="-227013" algn="l" defTabSz="914400" rtl="0" eaLnBrk="1" latinLnBrk="0" hangingPunct="1">
              <a:lnSpc>
                <a:spcPct val="130000"/>
              </a:lnSpc>
              <a:spcBef>
                <a:spcPts val="0"/>
              </a:spcBef>
              <a:spcAft>
                <a:spcPts val="600"/>
              </a:spcAft>
              <a:buFont typeface="System Font Regular"/>
              <a:buChar char="&gt;"/>
              <a:tabLst/>
            </a:pPr>
            <a:r>
              <a:rPr lang="en-US"/>
              <a:t>Fifth level</a:t>
            </a:r>
          </a:p>
        </p:txBody>
      </p:sp>
      <p:sp>
        <p:nvSpPr>
          <p:cNvPr id="3" name="Footer Placeholder">
            <a:extLst>
              <a:ext uri="{FF2B5EF4-FFF2-40B4-BE49-F238E27FC236}">
                <a16:creationId xmlns:a16="http://schemas.microsoft.com/office/drawing/2014/main" id="{41874378-DBA7-EE49-96D9-02F6C05000F2}"/>
              </a:ext>
            </a:extLst>
          </p:cNvPr>
          <p:cNvSpPr>
            <a:spLocks noGrp="1"/>
          </p:cNvSpPr>
          <p:nvPr>
            <p:ph type="ftr" sz="quarter" idx="1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D69A0CF1-3080-7842-A503-46FEED21E760}"/>
              </a:ext>
            </a:extLst>
          </p:cNvPr>
          <p:cNvSpPr>
            <a:spLocks noGrp="1"/>
          </p:cNvSpPr>
          <p:nvPr>
            <p:ph type="sldNum" sz="quarter" idx="20"/>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0785777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9_Text Only">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hasCustomPrompt="1"/>
          </p:nvPr>
        </p:nvSpPr>
        <p:spPr>
          <a:xfrm>
            <a:off x="571500" y="571501"/>
            <a:ext cx="9182100" cy="603504"/>
          </a:xfrm>
        </p:spPr>
        <p:txBody>
          <a:bodyPr/>
          <a:lstStyle/>
          <a:p>
            <a:r>
              <a:rPr lang="en-US"/>
              <a:t>Title goes here</a:t>
            </a:r>
          </a:p>
        </p:txBody>
      </p:sp>
      <p:sp>
        <p:nvSpPr>
          <p:cNvPr id="12" name="Text Placeholder 1">
            <a:extLst>
              <a:ext uri="{FF2B5EF4-FFF2-40B4-BE49-F238E27FC236}">
                <a16:creationId xmlns:a16="http://schemas.microsoft.com/office/drawing/2014/main" id="{59E6D9F4-5346-D440-9905-8C5A0646B489}"/>
              </a:ext>
            </a:extLst>
          </p:cNvPr>
          <p:cNvSpPr>
            <a:spLocks noGrp="1"/>
          </p:cNvSpPr>
          <p:nvPr>
            <p:ph type="body" sz="quarter" idx="18"/>
          </p:nvPr>
        </p:nvSpPr>
        <p:spPr>
          <a:xfrm>
            <a:off x="571500" y="1527048"/>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7" name="Text Placeholder 2">
            <a:extLst>
              <a:ext uri="{FF2B5EF4-FFF2-40B4-BE49-F238E27FC236}">
                <a16:creationId xmlns:a16="http://schemas.microsoft.com/office/drawing/2014/main" id="{513E6178-4D64-7445-8E2E-8E8D75CD2D2F}"/>
              </a:ext>
            </a:extLst>
          </p:cNvPr>
          <p:cNvSpPr>
            <a:spLocks noGrp="1"/>
          </p:cNvSpPr>
          <p:nvPr>
            <p:ph type="body" sz="quarter" idx="20"/>
          </p:nvPr>
        </p:nvSpPr>
        <p:spPr>
          <a:xfrm>
            <a:off x="4343400" y="1527048"/>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9" name="Text Placeholder 3">
            <a:extLst>
              <a:ext uri="{FF2B5EF4-FFF2-40B4-BE49-F238E27FC236}">
                <a16:creationId xmlns:a16="http://schemas.microsoft.com/office/drawing/2014/main" id="{6ABBF33C-A4F4-074E-A154-069141A95969}"/>
              </a:ext>
            </a:extLst>
          </p:cNvPr>
          <p:cNvSpPr>
            <a:spLocks noGrp="1"/>
          </p:cNvSpPr>
          <p:nvPr>
            <p:ph type="body" sz="quarter" idx="22"/>
          </p:nvPr>
        </p:nvSpPr>
        <p:spPr>
          <a:xfrm>
            <a:off x="8115300" y="1527048"/>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4" name="Text Placeholder 4">
            <a:extLst>
              <a:ext uri="{FF2B5EF4-FFF2-40B4-BE49-F238E27FC236}">
                <a16:creationId xmlns:a16="http://schemas.microsoft.com/office/drawing/2014/main" id="{820ABBF5-1B31-F24B-8BE7-219D96CFFE5C}"/>
              </a:ext>
            </a:extLst>
          </p:cNvPr>
          <p:cNvSpPr>
            <a:spLocks noGrp="1"/>
          </p:cNvSpPr>
          <p:nvPr>
            <p:ph type="body" sz="quarter" idx="17"/>
          </p:nvPr>
        </p:nvSpPr>
        <p:spPr>
          <a:xfrm>
            <a:off x="571500" y="3949896"/>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3" name="Text Placeholder 5">
            <a:extLst>
              <a:ext uri="{FF2B5EF4-FFF2-40B4-BE49-F238E27FC236}">
                <a16:creationId xmlns:a16="http://schemas.microsoft.com/office/drawing/2014/main" id="{0B85B636-4035-454C-8C8D-3534AC8AC231}"/>
              </a:ext>
            </a:extLst>
          </p:cNvPr>
          <p:cNvSpPr>
            <a:spLocks noGrp="1"/>
          </p:cNvSpPr>
          <p:nvPr>
            <p:ph type="body" sz="quarter" idx="19"/>
          </p:nvPr>
        </p:nvSpPr>
        <p:spPr>
          <a:xfrm>
            <a:off x="4343400" y="3949896"/>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8" name="Text Placeholder 6">
            <a:extLst>
              <a:ext uri="{FF2B5EF4-FFF2-40B4-BE49-F238E27FC236}">
                <a16:creationId xmlns:a16="http://schemas.microsoft.com/office/drawing/2014/main" id="{63F451CE-A098-A446-88A4-F938BB04C885}"/>
              </a:ext>
            </a:extLst>
          </p:cNvPr>
          <p:cNvSpPr>
            <a:spLocks noGrp="1"/>
          </p:cNvSpPr>
          <p:nvPr>
            <p:ph type="body" sz="quarter" idx="21"/>
          </p:nvPr>
        </p:nvSpPr>
        <p:spPr>
          <a:xfrm>
            <a:off x="8115300" y="3949896"/>
            <a:ext cx="3505200"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3" name="Footer Placeholder ">
            <a:extLst>
              <a:ext uri="{FF2B5EF4-FFF2-40B4-BE49-F238E27FC236}">
                <a16:creationId xmlns:a16="http://schemas.microsoft.com/office/drawing/2014/main" id="{5DDD23F6-075D-224C-9529-72FAE41378A7}"/>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CD7FC265-1EBD-014C-8AD1-51FC8B805B5E}"/>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3231251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5 Stage Process">
    <p:spTree>
      <p:nvGrpSpPr>
        <p:cNvPr id="1" name=""/>
        <p:cNvGrpSpPr/>
        <p:nvPr/>
      </p:nvGrpSpPr>
      <p:grpSpPr>
        <a:xfrm>
          <a:off x="0" y="0"/>
          <a:ext cx="0" cy="0"/>
          <a:chOff x="0" y="0"/>
          <a:chExt cx="0" cy="0"/>
        </a:xfrm>
      </p:grpSpPr>
      <p:sp>
        <p:nvSpPr>
          <p:cNvPr id="48" name="Timeline">
            <a:extLst>
              <a:ext uri="{FF2B5EF4-FFF2-40B4-BE49-F238E27FC236}">
                <a16:creationId xmlns:a16="http://schemas.microsoft.com/office/drawing/2014/main" id="{DDEA69C1-C498-4F46-AAF6-17DC1871488E}"/>
              </a:ext>
            </a:extLst>
          </p:cNvPr>
          <p:cNvSpPr>
            <a:spLocks noGrp="1"/>
          </p:cNvSpPr>
          <p:nvPr>
            <p:ph type="body" sz="quarter" idx="20" hasCustomPrompt="1"/>
          </p:nvPr>
        </p:nvSpPr>
        <p:spPr>
          <a:xfrm>
            <a:off x="571500" y="2019532"/>
            <a:ext cx="11049000" cy="91440"/>
          </a:xfrm>
          <a:gradFill>
            <a:gsLst>
              <a:gs pos="100000">
                <a:srgbClr val="FF6600"/>
              </a:gs>
              <a:gs pos="33000">
                <a:schemeClr val="accent1"/>
              </a:gs>
              <a:gs pos="0">
                <a:schemeClr val="tx2"/>
              </a:gs>
            </a:gsLst>
            <a:lin ang="0" scaled="0"/>
          </a:gradFill>
        </p:spPr>
        <p:txBody>
          <a:bodyPr/>
          <a:lstStyle>
            <a:lvl1pPr>
              <a:defRPr sz="100">
                <a:solidFill>
                  <a:schemeClr val="tx2"/>
                </a:solidFill>
              </a:defRPr>
            </a:lvl1pPr>
            <a:lvl2pPr>
              <a:defRPr sz="100">
                <a:solidFill>
                  <a:schemeClr val="tx2"/>
                </a:solidFill>
              </a:defRPr>
            </a:lvl2pPr>
            <a:lvl3pPr>
              <a:defRPr sz="100">
                <a:solidFill>
                  <a:schemeClr val="tx2"/>
                </a:solidFill>
              </a:defRPr>
            </a:lvl3pPr>
            <a:lvl4pPr>
              <a:defRPr sz="100">
                <a:solidFill>
                  <a:schemeClr val="tx2"/>
                </a:solidFill>
              </a:defRPr>
            </a:lvl4pPr>
            <a:lvl5pPr>
              <a:defRPr sz="100">
                <a:solidFill>
                  <a:schemeClr val="tx2"/>
                </a:solidFill>
              </a:defRPr>
            </a:lvl5pPr>
          </a:lstStyle>
          <a:p>
            <a:pPr lvl="3"/>
            <a:r>
              <a:rPr lang="en-US"/>
              <a:t>Fourth level</a:t>
            </a:r>
          </a:p>
          <a:p>
            <a:pPr lvl="4"/>
            <a:r>
              <a:rPr lang="en-US"/>
              <a:t>Fifth level</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1" y="571501"/>
            <a:ext cx="9144000" cy="603504"/>
          </a:xfrm>
        </p:spPr>
        <p:txBody>
          <a:bodyPr/>
          <a:lstStyle>
            <a:lvl1pPr algn="l">
              <a:defRPr/>
            </a:lvl1pPr>
          </a:lstStyle>
          <a:p>
            <a:r>
              <a:rPr lang="en-US"/>
              <a:t>Click to edit Master title style</a:t>
            </a:r>
          </a:p>
        </p:txBody>
      </p:sp>
      <p:sp>
        <p:nvSpPr>
          <p:cNvPr id="14" name="Text Placeholder 1">
            <a:extLst>
              <a:ext uri="{FF2B5EF4-FFF2-40B4-BE49-F238E27FC236}">
                <a16:creationId xmlns:a16="http://schemas.microsoft.com/office/drawing/2014/main" id="{84C8F60E-2A95-0840-AACC-B7D5C5E127D4}"/>
              </a:ext>
            </a:extLst>
          </p:cNvPr>
          <p:cNvSpPr>
            <a:spLocks noGrp="1"/>
          </p:cNvSpPr>
          <p:nvPr>
            <p:ph type="body" sz="quarter" idx="15"/>
          </p:nvPr>
        </p:nvSpPr>
        <p:spPr>
          <a:xfrm>
            <a:off x="574326" y="2467990"/>
            <a:ext cx="2047929" cy="3551810"/>
          </a:xfrm>
          <a:prstGeom prst="rect">
            <a:avLst/>
          </a:prstGeom>
          <a:ln w="12700">
            <a:solidFill>
              <a:schemeClr val="tx2"/>
            </a:solidFill>
          </a:ln>
        </p:spPr>
        <p:txBody>
          <a:bodyPr lIns="91440" tIns="91440" rIns="91440" b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pPr>
            <a:endParaRPr lang="en-US"/>
          </a:p>
        </p:txBody>
      </p:sp>
      <p:sp>
        <p:nvSpPr>
          <p:cNvPr id="49" name="Timeline Marker 1">
            <a:extLst>
              <a:ext uri="{FF2B5EF4-FFF2-40B4-BE49-F238E27FC236}">
                <a16:creationId xmlns:a16="http://schemas.microsoft.com/office/drawing/2014/main" id="{4564050E-FDF1-254E-B4F3-588C678C67F8}"/>
              </a:ext>
            </a:extLst>
          </p:cNvPr>
          <p:cNvSpPr>
            <a:spLocks noGrp="1"/>
          </p:cNvSpPr>
          <p:nvPr>
            <p:ph type="body" sz="quarter" idx="21"/>
          </p:nvPr>
        </p:nvSpPr>
        <p:spPr>
          <a:xfrm>
            <a:off x="1459444" y="1919795"/>
            <a:ext cx="274320" cy="274320"/>
          </a:xfrm>
          <a:prstGeom prst="rect">
            <a:avLst/>
          </a:prstGeom>
          <a:solidFill>
            <a:schemeClr val="tx2"/>
          </a:solidFill>
        </p:spPr>
        <p:txBody>
          <a:bodyPr/>
          <a:lstStyle>
            <a:lvl1pPr>
              <a:defRPr sz="100">
                <a:solidFill>
                  <a:schemeClr val="tx2"/>
                </a:solidFill>
              </a:defRPr>
            </a:lvl1pPr>
            <a:lvl2pPr>
              <a:defRPr sz="100"/>
            </a:lvl2pPr>
            <a:lvl3pPr>
              <a:defRPr sz="100"/>
            </a:lvl3pPr>
            <a:lvl4pPr>
              <a:defRPr sz="100"/>
            </a:lvl4pPr>
            <a:lvl5pPr>
              <a:defRPr sz="100"/>
            </a:lvl5pPr>
          </a:lstStyle>
          <a:p>
            <a:pPr lvl="0"/>
            <a:r>
              <a:rPr lang="en-US"/>
              <a:t>Click to edit Master text styles</a:t>
            </a:r>
          </a:p>
        </p:txBody>
      </p:sp>
      <p:sp>
        <p:nvSpPr>
          <p:cNvPr id="19" name="Text Placeholder 2">
            <a:extLst>
              <a:ext uri="{FF2B5EF4-FFF2-40B4-BE49-F238E27FC236}">
                <a16:creationId xmlns:a16="http://schemas.microsoft.com/office/drawing/2014/main" id="{A694F252-9BFD-7F44-8670-A02DACB36121}"/>
              </a:ext>
            </a:extLst>
          </p:cNvPr>
          <p:cNvSpPr>
            <a:spLocks noGrp="1"/>
          </p:cNvSpPr>
          <p:nvPr>
            <p:ph type="body" sz="quarter" idx="44"/>
          </p:nvPr>
        </p:nvSpPr>
        <p:spPr>
          <a:xfrm>
            <a:off x="2823398" y="2466101"/>
            <a:ext cx="2047929" cy="3551810"/>
          </a:xfrm>
          <a:ln w="12700">
            <a:solidFill>
              <a:schemeClr val="accent1"/>
            </a:solidFill>
          </a:ln>
        </p:spPr>
        <p:txBody>
          <a:bodyPr lIns="91440" tIns="91440" rIns="91440" b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pPr>
            <a:endParaRPr lang="en-US"/>
          </a:p>
        </p:txBody>
      </p:sp>
      <p:sp>
        <p:nvSpPr>
          <p:cNvPr id="50" name="Timeline Marker 2">
            <a:extLst>
              <a:ext uri="{FF2B5EF4-FFF2-40B4-BE49-F238E27FC236}">
                <a16:creationId xmlns:a16="http://schemas.microsoft.com/office/drawing/2014/main" id="{FF77A948-BF7E-5242-961E-E6F31D90394D}"/>
              </a:ext>
            </a:extLst>
          </p:cNvPr>
          <p:cNvSpPr>
            <a:spLocks noGrp="1"/>
          </p:cNvSpPr>
          <p:nvPr>
            <p:ph type="body" sz="quarter" idx="24"/>
          </p:nvPr>
        </p:nvSpPr>
        <p:spPr>
          <a:xfrm>
            <a:off x="3710203" y="1920240"/>
            <a:ext cx="274320" cy="274320"/>
          </a:xfrm>
          <a:prstGeom prst="rect">
            <a:avLst/>
          </a:prstGeom>
          <a:solidFill>
            <a:schemeClr val="accent1"/>
          </a:solidFill>
        </p:spPr>
        <p:txBody>
          <a:bodyPr/>
          <a:lstStyle>
            <a:lvl1pPr>
              <a:defRPr sz="100">
                <a:solidFill>
                  <a:schemeClr val="accent1"/>
                </a:solidFill>
              </a:defRPr>
            </a:lvl1pPr>
            <a:lvl2pPr>
              <a:defRPr sz="100"/>
            </a:lvl2pPr>
            <a:lvl3pPr>
              <a:defRPr sz="100"/>
            </a:lvl3pPr>
            <a:lvl4pPr>
              <a:defRPr sz="100"/>
            </a:lvl4pPr>
            <a:lvl5pPr>
              <a:defRPr sz="100"/>
            </a:lvl5pPr>
          </a:lstStyle>
          <a:p>
            <a:pPr lvl="0"/>
            <a:r>
              <a:rPr lang="en-US"/>
              <a:t>Click to edit Master text styles</a:t>
            </a:r>
          </a:p>
        </p:txBody>
      </p:sp>
      <p:sp>
        <p:nvSpPr>
          <p:cNvPr id="21" name="Text Placeholder 3">
            <a:extLst>
              <a:ext uri="{FF2B5EF4-FFF2-40B4-BE49-F238E27FC236}">
                <a16:creationId xmlns:a16="http://schemas.microsoft.com/office/drawing/2014/main" id="{C8F5C2B3-75F4-0E47-BA36-850DCB2493CE}"/>
              </a:ext>
            </a:extLst>
          </p:cNvPr>
          <p:cNvSpPr>
            <a:spLocks noGrp="1"/>
          </p:cNvSpPr>
          <p:nvPr>
            <p:ph type="body" sz="quarter" idx="45"/>
          </p:nvPr>
        </p:nvSpPr>
        <p:spPr>
          <a:xfrm>
            <a:off x="5072470" y="2466101"/>
            <a:ext cx="2047929" cy="3551810"/>
          </a:xfrm>
          <a:ln w="12700">
            <a:solidFill>
              <a:schemeClr val="accent2"/>
            </a:solidFill>
          </a:ln>
        </p:spPr>
        <p:txBody>
          <a:bodyPr lIns="91440" tIns="91440" rIns="91440" b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pPr>
            <a:endParaRPr lang="en-US"/>
          </a:p>
        </p:txBody>
      </p:sp>
      <p:sp>
        <p:nvSpPr>
          <p:cNvPr id="51" name="Timeline Marker 3">
            <a:extLst>
              <a:ext uri="{FF2B5EF4-FFF2-40B4-BE49-F238E27FC236}">
                <a16:creationId xmlns:a16="http://schemas.microsoft.com/office/drawing/2014/main" id="{B3CB59EC-CA45-F64C-80E0-1888E688D3C2}"/>
              </a:ext>
            </a:extLst>
          </p:cNvPr>
          <p:cNvSpPr>
            <a:spLocks noGrp="1"/>
          </p:cNvSpPr>
          <p:nvPr>
            <p:ph type="body" sz="quarter" idx="27"/>
          </p:nvPr>
        </p:nvSpPr>
        <p:spPr>
          <a:xfrm>
            <a:off x="5958840" y="1920240"/>
            <a:ext cx="274320" cy="274320"/>
          </a:xfrm>
          <a:prstGeom prst="rect">
            <a:avLst/>
          </a:prstGeom>
          <a:solidFill>
            <a:schemeClr val="accent2"/>
          </a:solidFill>
        </p:spPr>
        <p:txBody>
          <a:bodyPr/>
          <a:lstStyle>
            <a:lvl1pPr>
              <a:defRPr sz="100">
                <a:solidFill>
                  <a:schemeClr val="accent2"/>
                </a:solidFill>
              </a:defRPr>
            </a:lvl1pPr>
            <a:lvl2pPr>
              <a:defRPr sz="100"/>
            </a:lvl2pPr>
            <a:lvl3pPr>
              <a:defRPr sz="100"/>
            </a:lvl3pPr>
            <a:lvl4pPr>
              <a:defRPr sz="100"/>
            </a:lvl4pPr>
            <a:lvl5pPr>
              <a:defRPr sz="100"/>
            </a:lvl5pPr>
          </a:lstStyle>
          <a:p>
            <a:pPr lvl="0"/>
            <a:r>
              <a:rPr lang="en-US"/>
              <a:t>Click to edit Master text styles</a:t>
            </a:r>
          </a:p>
        </p:txBody>
      </p:sp>
      <p:sp>
        <p:nvSpPr>
          <p:cNvPr id="22" name="Text Placeholder 4">
            <a:extLst>
              <a:ext uri="{FF2B5EF4-FFF2-40B4-BE49-F238E27FC236}">
                <a16:creationId xmlns:a16="http://schemas.microsoft.com/office/drawing/2014/main" id="{80BBF10E-6F6C-1C42-9EF8-45A3A33A7436}"/>
              </a:ext>
            </a:extLst>
          </p:cNvPr>
          <p:cNvSpPr>
            <a:spLocks noGrp="1"/>
          </p:cNvSpPr>
          <p:nvPr>
            <p:ph type="body" sz="quarter" idx="46"/>
          </p:nvPr>
        </p:nvSpPr>
        <p:spPr>
          <a:xfrm>
            <a:off x="7322032" y="2466101"/>
            <a:ext cx="2047929" cy="3551810"/>
          </a:xfrm>
          <a:ln w="12700">
            <a:solidFill>
              <a:schemeClr val="accent3"/>
            </a:solidFill>
          </a:ln>
        </p:spPr>
        <p:txBody>
          <a:bodyPr lIns="91440" tIns="91440" rIns="91440" b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pPr>
            <a:endParaRPr lang="en-US"/>
          </a:p>
        </p:txBody>
      </p:sp>
      <p:sp>
        <p:nvSpPr>
          <p:cNvPr id="53" name="Timeline Marker 4">
            <a:extLst>
              <a:ext uri="{FF2B5EF4-FFF2-40B4-BE49-F238E27FC236}">
                <a16:creationId xmlns:a16="http://schemas.microsoft.com/office/drawing/2014/main" id="{9C36D306-C530-FA4E-90B4-874B90C4D802}"/>
              </a:ext>
            </a:extLst>
          </p:cNvPr>
          <p:cNvSpPr>
            <a:spLocks noGrp="1"/>
          </p:cNvSpPr>
          <p:nvPr>
            <p:ph type="body" sz="quarter" idx="36"/>
          </p:nvPr>
        </p:nvSpPr>
        <p:spPr>
          <a:xfrm>
            <a:off x="8208837" y="1920240"/>
            <a:ext cx="274320" cy="274320"/>
          </a:xfrm>
          <a:prstGeom prst="rect">
            <a:avLst/>
          </a:prstGeom>
          <a:solidFill>
            <a:schemeClr val="accent3"/>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a:t>Click to edit Master text styles</a:t>
            </a:r>
          </a:p>
        </p:txBody>
      </p:sp>
      <p:sp>
        <p:nvSpPr>
          <p:cNvPr id="23" name="Text Placeholder 5">
            <a:extLst>
              <a:ext uri="{FF2B5EF4-FFF2-40B4-BE49-F238E27FC236}">
                <a16:creationId xmlns:a16="http://schemas.microsoft.com/office/drawing/2014/main" id="{4DF28C3B-BFA9-8749-85C3-0904DE9765D3}"/>
              </a:ext>
            </a:extLst>
          </p:cNvPr>
          <p:cNvSpPr>
            <a:spLocks noGrp="1"/>
          </p:cNvSpPr>
          <p:nvPr>
            <p:ph type="body" sz="quarter" idx="47"/>
          </p:nvPr>
        </p:nvSpPr>
        <p:spPr>
          <a:xfrm>
            <a:off x="9569745" y="2466101"/>
            <a:ext cx="2047929" cy="3551810"/>
          </a:xfrm>
          <a:ln w="12700">
            <a:solidFill>
              <a:schemeClr val="bg2"/>
            </a:solidFill>
          </a:ln>
        </p:spPr>
        <p:txBody>
          <a:bodyPr lIns="91440" tIns="91440" rIns="91440" bIns="91440"/>
          <a:lstStyle>
            <a:lvl1pPr algn="l">
              <a:lnSpc>
                <a:spcPct val="130000"/>
              </a:lnSpc>
              <a:spcAft>
                <a:spcPts val="300"/>
              </a:spcAft>
              <a:defRPr lang="en-US" sz="12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l">
              <a:lnSpc>
                <a:spcPct val="130000"/>
              </a:lnSpc>
              <a:spcAft>
                <a:spcPts val="600"/>
              </a:spcAft>
              <a:defRPr sz="12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l">
              <a:lnSpc>
                <a:spcPct val="130000"/>
              </a:lnSpc>
              <a:spcAft>
                <a:spcPts val="600"/>
              </a:spcAft>
              <a:buFont typeface="Arial" panose="020B0604020202020204" pitchFamily="34" charset="0"/>
              <a:buChar char="•"/>
              <a:defRPr sz="1200"/>
            </a:lvl3pPr>
            <a:lvl4pPr algn="ctr">
              <a:buNone/>
              <a:defRPr sz="1400"/>
            </a:lvl4pPr>
            <a:lvl5pPr algn="ct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pPr>
            <a:endParaRPr lang="en-US"/>
          </a:p>
        </p:txBody>
      </p:sp>
      <p:sp>
        <p:nvSpPr>
          <p:cNvPr id="20" name="Timeline Marker 5">
            <a:extLst>
              <a:ext uri="{FF2B5EF4-FFF2-40B4-BE49-F238E27FC236}">
                <a16:creationId xmlns:a16="http://schemas.microsoft.com/office/drawing/2014/main" id="{D503C7DC-830A-BE44-9893-6A93899E8B76}"/>
              </a:ext>
            </a:extLst>
          </p:cNvPr>
          <p:cNvSpPr>
            <a:spLocks noGrp="1"/>
          </p:cNvSpPr>
          <p:nvPr>
            <p:ph type="body" sz="quarter" idx="41"/>
          </p:nvPr>
        </p:nvSpPr>
        <p:spPr>
          <a:xfrm>
            <a:off x="10458236" y="1920240"/>
            <a:ext cx="274320" cy="274320"/>
          </a:xfrm>
          <a:prstGeom prst="rect">
            <a:avLst/>
          </a:prstGeom>
          <a:solidFill>
            <a:schemeClr val="bg2"/>
          </a:solidFill>
        </p:spPr>
        <p:txBody>
          <a:bodyPr/>
          <a:lstStyle>
            <a:lvl1pPr>
              <a:defRPr sz="100">
                <a:solidFill>
                  <a:schemeClr val="bg2"/>
                </a:solidFill>
              </a:defRPr>
            </a:lvl1pPr>
            <a:lvl2pPr>
              <a:defRPr sz="100"/>
            </a:lvl2pPr>
            <a:lvl3pPr>
              <a:defRPr sz="100"/>
            </a:lvl3pPr>
            <a:lvl4pPr>
              <a:defRPr sz="100"/>
            </a:lvl4pPr>
            <a:lvl5pPr>
              <a:defRPr sz="100"/>
            </a:lvl5pPr>
          </a:lstStyle>
          <a:p>
            <a:pPr lvl="0"/>
            <a:r>
              <a:rPr lang="en-US"/>
              <a:t>Click to edit Master text styles</a:t>
            </a:r>
          </a:p>
        </p:txBody>
      </p:sp>
      <p:sp>
        <p:nvSpPr>
          <p:cNvPr id="3" name="Footer Placeholder 2">
            <a:extLst>
              <a:ext uri="{FF2B5EF4-FFF2-40B4-BE49-F238E27FC236}">
                <a16:creationId xmlns:a16="http://schemas.microsoft.com/office/drawing/2014/main" id="{E5E38C8A-7633-DA47-BA71-9321C4CF975E}"/>
              </a:ext>
            </a:extLst>
          </p:cNvPr>
          <p:cNvSpPr>
            <a:spLocks noGrp="1"/>
          </p:cNvSpPr>
          <p:nvPr>
            <p:ph type="ftr" sz="quarter" idx="42"/>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3">
            <a:extLst>
              <a:ext uri="{FF2B5EF4-FFF2-40B4-BE49-F238E27FC236}">
                <a16:creationId xmlns:a16="http://schemas.microsoft.com/office/drawing/2014/main" id="{2EBE7CAB-322C-A249-BC8F-13CF73A4D042}"/>
              </a:ext>
            </a:extLst>
          </p:cNvPr>
          <p:cNvSpPr>
            <a:spLocks noGrp="1"/>
          </p:cNvSpPr>
          <p:nvPr>
            <p:ph type="sldNum" sz="quarter" idx="43"/>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91770737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2_Closing">
    <p:bg>
      <p:bgRef idx="1001">
        <a:schemeClr val="bg2"/>
      </p:bgRef>
    </p:bg>
    <p:spTree>
      <p:nvGrpSpPr>
        <p:cNvPr id="1" name=""/>
        <p:cNvGrpSpPr/>
        <p:nvPr/>
      </p:nvGrpSpPr>
      <p:grpSpPr>
        <a:xfrm>
          <a:off x="0" y="0"/>
          <a:ext cx="0" cy="0"/>
          <a:chOff x="0" y="0"/>
          <a:chExt cx="0" cy="0"/>
        </a:xfrm>
      </p:grpSpPr>
      <p:sp>
        <p:nvSpPr>
          <p:cNvPr id="8" name="Text Placeholder">
            <a:extLst>
              <a:ext uri="{FF2B5EF4-FFF2-40B4-BE49-F238E27FC236}">
                <a16:creationId xmlns:a16="http://schemas.microsoft.com/office/drawing/2014/main" id="{0BF9B48E-1B38-824C-8235-42EB3F0CF3EF}"/>
              </a:ext>
            </a:extLst>
          </p:cNvPr>
          <p:cNvSpPr>
            <a:spLocks noGrp="1"/>
          </p:cNvSpPr>
          <p:nvPr>
            <p:ph type="body" sz="quarter" idx="21" hasCustomPrompt="1"/>
          </p:nvPr>
        </p:nvSpPr>
        <p:spPr>
          <a:xfrm>
            <a:off x="571500" y="2293620"/>
            <a:ext cx="9410700" cy="2270760"/>
          </a:xfrm>
        </p:spPr>
        <p:txBody>
          <a:bodyPr anchor="ctr" anchorCtr="0"/>
          <a:lstStyle>
            <a:lvl1pPr>
              <a:lnSpc>
                <a:spcPct val="110000"/>
              </a:lnSpc>
              <a:defRPr sz="48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tx1"/>
                </a:solidFill>
              </a:defRPr>
            </a:lvl2pPr>
          </a:lstStyle>
          <a:p>
            <a:pPr lvl="0"/>
            <a:r>
              <a:rPr lang="en-US"/>
              <a:t>Thank you.</a:t>
            </a:r>
          </a:p>
          <a:p>
            <a:pPr lvl="1"/>
            <a:r>
              <a:rPr lang="en-US"/>
              <a:t>Subheading goes here</a:t>
            </a:r>
          </a:p>
        </p:txBody>
      </p:sp>
      <p:grpSp>
        <p:nvGrpSpPr>
          <p:cNvPr id="9" name="Logo">
            <a:extLst>
              <a:ext uri="{FF2B5EF4-FFF2-40B4-BE49-F238E27FC236}">
                <a16:creationId xmlns:a16="http://schemas.microsoft.com/office/drawing/2014/main" id="{A6436C29-22FC-1F4D-A592-5F216D20F4EB}"/>
              </a:ext>
            </a:extLst>
          </p:cNvPr>
          <p:cNvGrpSpPr/>
          <p:nvPr/>
        </p:nvGrpSpPr>
        <p:grpSpPr>
          <a:xfrm>
            <a:off x="9983497" y="5927220"/>
            <a:ext cx="1629859" cy="449768"/>
            <a:chOff x="574730" y="1096728"/>
            <a:chExt cx="1629859" cy="449768"/>
          </a:xfrm>
        </p:grpSpPr>
        <p:sp>
          <p:nvSpPr>
            <p:cNvPr id="10" name="Freeform 9">
              <a:extLst>
                <a:ext uri="{FF2B5EF4-FFF2-40B4-BE49-F238E27FC236}">
                  <a16:creationId xmlns:a16="http://schemas.microsoft.com/office/drawing/2014/main" id="{7FDC6F33-0494-A049-8D91-A0BC4B59742C}"/>
                </a:ext>
              </a:extLst>
            </p:cNvPr>
            <p:cNvSpPr/>
            <p:nvPr/>
          </p:nvSpPr>
          <p:spPr>
            <a:xfrm>
              <a:off x="2104237" y="1432745"/>
              <a:ext cx="100352" cy="99908"/>
            </a:xfrm>
            <a:custGeom>
              <a:avLst/>
              <a:gdLst>
                <a:gd name="connsiteX0" fmla="*/ 191522 w 211559"/>
                <a:gd name="connsiteY0" fmla="*/ 106207 h 210624"/>
                <a:gd name="connsiteX1" fmla="*/ 105797 w 211559"/>
                <a:gd name="connsiteY1" fmla="*/ 19059 h 210624"/>
                <a:gd name="connsiteX2" fmla="*/ 20024 w 211559"/>
                <a:gd name="connsiteY2" fmla="*/ 101631 h 210624"/>
                <a:gd name="connsiteX3" fmla="*/ 20072 w 211559"/>
                <a:gd name="connsiteY3" fmla="*/ 106207 h 210624"/>
                <a:gd name="connsiteX4" fmla="*/ 105797 w 211559"/>
                <a:gd name="connsiteY4" fmla="*/ 193346 h 210624"/>
                <a:gd name="connsiteX5" fmla="*/ 191582 w 211559"/>
                <a:gd name="connsiteY5" fmla="*/ 111908 h 210624"/>
                <a:gd name="connsiteX6" fmla="*/ 191522 w 211559"/>
                <a:gd name="connsiteY6" fmla="*/ 106207 h 210624"/>
                <a:gd name="connsiteX7" fmla="*/ 83890 w 211559"/>
                <a:gd name="connsiteY7" fmla="*/ 110739 h 210624"/>
                <a:gd name="connsiteX8" fmla="*/ 83890 w 211559"/>
                <a:gd name="connsiteY8" fmla="*/ 169527 h 210624"/>
                <a:gd name="connsiteX9" fmla="*/ 66126 w 211559"/>
                <a:gd name="connsiteY9" fmla="*/ 169527 h 210624"/>
                <a:gd name="connsiteX10" fmla="*/ 66126 w 211559"/>
                <a:gd name="connsiteY10" fmla="*/ 42536 h 210624"/>
                <a:gd name="connsiteX11" fmla="*/ 106978 w 211559"/>
                <a:gd name="connsiteY11" fmla="*/ 42536 h 210624"/>
                <a:gd name="connsiteX12" fmla="*/ 149117 w 211559"/>
                <a:gd name="connsiteY12" fmla="*/ 76064 h 210624"/>
                <a:gd name="connsiteX13" fmla="*/ 128543 w 211559"/>
                <a:gd name="connsiteY13" fmla="*/ 103884 h 210624"/>
                <a:gd name="connsiteX14" fmla="*/ 128543 w 211559"/>
                <a:gd name="connsiteY14" fmla="*/ 103960 h 210624"/>
                <a:gd name="connsiteX15" fmla="*/ 145898 w 211559"/>
                <a:gd name="connsiteY15" fmla="*/ 132529 h 210624"/>
                <a:gd name="connsiteX16" fmla="*/ 154108 w 211559"/>
                <a:gd name="connsiteY16" fmla="*/ 167925 h 210624"/>
                <a:gd name="connsiteX17" fmla="*/ 132201 w 211559"/>
                <a:gd name="connsiteY17" fmla="*/ 167925 h 210624"/>
                <a:gd name="connsiteX18" fmla="*/ 123990 w 211559"/>
                <a:gd name="connsiteY18" fmla="*/ 125256 h 210624"/>
                <a:gd name="connsiteX19" fmla="*/ 103035 w 211559"/>
                <a:gd name="connsiteY19" fmla="*/ 110730 h 210624"/>
                <a:gd name="connsiteX20" fmla="*/ 83880 w 211559"/>
                <a:gd name="connsiteY20" fmla="*/ 110730 h 210624"/>
                <a:gd name="connsiteX21" fmla="*/ 106693 w 211559"/>
                <a:gd name="connsiteY21" fmla="*/ 94402 h 210624"/>
                <a:gd name="connsiteX22" fmla="*/ 130210 w 211559"/>
                <a:gd name="connsiteY22" fmla="*/ 76329 h 210624"/>
                <a:gd name="connsiteX23" fmla="*/ 106693 w 211559"/>
                <a:gd name="connsiteY23" fmla="*/ 58096 h 210624"/>
                <a:gd name="connsiteX24" fmla="*/ 83890 w 211559"/>
                <a:gd name="connsiteY24" fmla="*/ 58096 h 210624"/>
                <a:gd name="connsiteX25" fmla="*/ 83890 w 211559"/>
                <a:gd name="connsiteY25" fmla="*/ 93899 h 210624"/>
                <a:gd name="connsiteX26" fmla="*/ 106693 w 211559"/>
                <a:gd name="connsiteY26" fmla="*/ 94402 h 210624"/>
                <a:gd name="connsiteX27" fmla="*/ 13 w 211559"/>
                <a:gd name="connsiteY27" fmla="*/ 106207 h 210624"/>
                <a:gd name="connsiteX28" fmla="*/ 104870 w 211559"/>
                <a:gd name="connsiteY28" fmla="*/ 4 h 210624"/>
                <a:gd name="connsiteX29" fmla="*/ 211555 w 211559"/>
                <a:gd name="connsiteY29" fmla="*/ 104386 h 210624"/>
                <a:gd name="connsiteX30" fmla="*/ 106699 w 211559"/>
                <a:gd name="connsiteY30" fmla="*/ 210589 h 210624"/>
                <a:gd name="connsiteX31" fmla="*/ 105788 w 211559"/>
                <a:gd name="connsiteY31" fmla="*/ 210593 h 210624"/>
                <a:gd name="connsiteX32" fmla="*/ 31 w 211559"/>
                <a:gd name="connsiteY32" fmla="*/ 110347 h 210624"/>
                <a:gd name="connsiteX33" fmla="*/ 13 w 211559"/>
                <a:gd name="connsiteY33" fmla="*/ 106207 h 21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1559" h="210624">
                  <a:moveTo>
                    <a:pt x="191522" y="106207"/>
                  </a:moveTo>
                  <a:cubicBezTo>
                    <a:pt x="191522" y="55375"/>
                    <a:pt x="155956" y="19059"/>
                    <a:pt x="105797" y="19059"/>
                  </a:cubicBezTo>
                  <a:cubicBezTo>
                    <a:pt x="59206" y="18282"/>
                    <a:pt x="20804" y="55251"/>
                    <a:pt x="20024" y="101631"/>
                  </a:cubicBezTo>
                  <a:cubicBezTo>
                    <a:pt x="19999" y="103157"/>
                    <a:pt x="20015" y="104683"/>
                    <a:pt x="20072" y="106207"/>
                  </a:cubicBezTo>
                  <a:cubicBezTo>
                    <a:pt x="20072" y="157039"/>
                    <a:pt x="55639" y="193346"/>
                    <a:pt x="105797" y="193346"/>
                  </a:cubicBezTo>
                  <a:cubicBezTo>
                    <a:pt x="152077" y="194439"/>
                    <a:pt x="190484" y="157978"/>
                    <a:pt x="191582" y="111908"/>
                  </a:cubicBezTo>
                  <a:cubicBezTo>
                    <a:pt x="191628" y="110007"/>
                    <a:pt x="191608" y="108106"/>
                    <a:pt x="191522" y="106207"/>
                  </a:cubicBezTo>
                  <a:close/>
                  <a:moveTo>
                    <a:pt x="83890" y="110739"/>
                  </a:moveTo>
                  <a:lnTo>
                    <a:pt x="83890" y="169527"/>
                  </a:lnTo>
                  <a:lnTo>
                    <a:pt x="66126" y="169527"/>
                  </a:lnTo>
                  <a:lnTo>
                    <a:pt x="66126" y="42536"/>
                  </a:lnTo>
                  <a:lnTo>
                    <a:pt x="106978" y="42536"/>
                  </a:lnTo>
                  <a:cubicBezTo>
                    <a:pt x="134334" y="42536"/>
                    <a:pt x="149117" y="53374"/>
                    <a:pt x="149117" y="76064"/>
                  </a:cubicBezTo>
                  <a:cubicBezTo>
                    <a:pt x="149840" y="89046"/>
                    <a:pt x="141211" y="100714"/>
                    <a:pt x="128543" y="103884"/>
                  </a:cubicBezTo>
                  <a:lnTo>
                    <a:pt x="128543" y="103960"/>
                  </a:lnTo>
                  <a:cubicBezTo>
                    <a:pt x="139487" y="105771"/>
                    <a:pt x="143164" y="115281"/>
                    <a:pt x="145898" y="132529"/>
                  </a:cubicBezTo>
                  <a:cubicBezTo>
                    <a:pt x="147727" y="143423"/>
                    <a:pt x="149546" y="163392"/>
                    <a:pt x="154108" y="167925"/>
                  </a:cubicBezTo>
                  <a:lnTo>
                    <a:pt x="132201" y="167925"/>
                  </a:lnTo>
                  <a:cubicBezTo>
                    <a:pt x="126733" y="156129"/>
                    <a:pt x="127638" y="139792"/>
                    <a:pt x="123990" y="125256"/>
                  </a:cubicBezTo>
                  <a:cubicBezTo>
                    <a:pt x="122034" y="115613"/>
                    <a:pt x="112799" y="109211"/>
                    <a:pt x="103035" y="110730"/>
                  </a:cubicBezTo>
                  <a:lnTo>
                    <a:pt x="83880" y="110730"/>
                  </a:lnTo>
                  <a:close/>
                  <a:moveTo>
                    <a:pt x="106693" y="94402"/>
                  </a:moveTo>
                  <a:cubicBezTo>
                    <a:pt x="124924" y="94402"/>
                    <a:pt x="130210" y="85404"/>
                    <a:pt x="130210" y="76329"/>
                  </a:cubicBezTo>
                  <a:cubicBezTo>
                    <a:pt x="130210" y="66345"/>
                    <a:pt x="124009" y="58096"/>
                    <a:pt x="106693" y="58096"/>
                  </a:cubicBezTo>
                  <a:lnTo>
                    <a:pt x="83890" y="58096"/>
                  </a:lnTo>
                  <a:lnTo>
                    <a:pt x="83890" y="93899"/>
                  </a:lnTo>
                  <a:lnTo>
                    <a:pt x="106693" y="94402"/>
                  </a:lnTo>
                  <a:close/>
                  <a:moveTo>
                    <a:pt x="13" y="106207"/>
                  </a:moveTo>
                  <a:cubicBezTo>
                    <a:pt x="-492" y="48055"/>
                    <a:pt x="46454" y="507"/>
                    <a:pt x="104870" y="4"/>
                  </a:cubicBezTo>
                  <a:cubicBezTo>
                    <a:pt x="163285" y="-499"/>
                    <a:pt x="211050" y="46235"/>
                    <a:pt x="211555" y="104386"/>
                  </a:cubicBezTo>
                  <a:cubicBezTo>
                    <a:pt x="212060" y="162538"/>
                    <a:pt x="165114" y="210087"/>
                    <a:pt x="106699" y="210589"/>
                  </a:cubicBezTo>
                  <a:cubicBezTo>
                    <a:pt x="106395" y="210592"/>
                    <a:pt x="106092" y="210593"/>
                    <a:pt x="105788" y="210593"/>
                  </a:cubicBezTo>
                  <a:cubicBezTo>
                    <a:pt x="48776" y="211983"/>
                    <a:pt x="1427" y="167101"/>
                    <a:pt x="31" y="110347"/>
                  </a:cubicBezTo>
                  <a:cubicBezTo>
                    <a:pt x="-3" y="108967"/>
                    <a:pt x="-9" y="107587"/>
                    <a:pt x="13" y="106207"/>
                  </a:cubicBezTo>
                  <a:close/>
                </a:path>
              </a:pathLst>
            </a:custGeom>
            <a:solidFill>
              <a:srgbClr val="FF6600"/>
            </a:solidFill>
            <a:ln w="952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A770B81-B9D0-484C-8B8D-3D0C679408FA}"/>
                </a:ext>
              </a:extLst>
            </p:cNvPr>
            <p:cNvSpPr/>
            <p:nvPr/>
          </p:nvSpPr>
          <p:spPr>
            <a:xfrm>
              <a:off x="1677158" y="1254147"/>
              <a:ext cx="378185" cy="278856"/>
            </a:xfrm>
            <a:custGeom>
              <a:avLst/>
              <a:gdLst>
                <a:gd name="connsiteX0" fmla="*/ 520732 w 797280"/>
                <a:gd name="connsiteY0" fmla="*/ 587764 h 587877"/>
                <a:gd name="connsiteX1" fmla="*/ 388658 w 797280"/>
                <a:gd name="connsiteY1" fmla="*/ 439989 h 587877"/>
                <a:gd name="connsiteX2" fmla="*/ 262376 w 797280"/>
                <a:gd name="connsiteY2" fmla="*/ 587849 h 587877"/>
                <a:gd name="connsiteX3" fmla="*/ 0 w 797280"/>
                <a:gd name="connsiteY3" fmla="*/ 587878 h 587877"/>
                <a:gd name="connsiteX4" fmla="*/ 257080 w 797280"/>
                <a:gd name="connsiteY4" fmla="*/ 291929 h 587877"/>
                <a:gd name="connsiteX5" fmla="*/ 0 w 797280"/>
                <a:gd name="connsiteY5" fmla="*/ 0 h 587877"/>
                <a:gd name="connsiteX6" fmla="*/ 276225 w 797280"/>
                <a:gd name="connsiteY6" fmla="*/ 0 h 587877"/>
                <a:gd name="connsiteX7" fmla="*/ 400098 w 797280"/>
                <a:gd name="connsiteY7" fmla="*/ 141963 h 587877"/>
                <a:gd name="connsiteX8" fmla="*/ 523875 w 797280"/>
                <a:gd name="connsiteY8" fmla="*/ 0 h 587877"/>
                <a:gd name="connsiteX9" fmla="*/ 781050 w 797280"/>
                <a:gd name="connsiteY9" fmla="*/ 0 h 587877"/>
                <a:gd name="connsiteX10" fmla="*/ 529771 w 797280"/>
                <a:gd name="connsiteY10" fmla="*/ 290032 h 587877"/>
                <a:gd name="connsiteX11" fmla="*/ 797280 w 797280"/>
                <a:gd name="connsiteY11" fmla="*/ 587764 h 587877"/>
                <a:gd name="connsiteX12" fmla="*/ 520732 w 797280"/>
                <a:gd name="connsiteY12" fmla="*/ 587764 h 587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7280" h="587877">
                  <a:moveTo>
                    <a:pt x="520732" y="587764"/>
                  </a:moveTo>
                  <a:lnTo>
                    <a:pt x="388658" y="439989"/>
                  </a:lnTo>
                  <a:lnTo>
                    <a:pt x="262376" y="587849"/>
                  </a:lnTo>
                  <a:lnTo>
                    <a:pt x="0" y="587878"/>
                  </a:lnTo>
                  <a:lnTo>
                    <a:pt x="257080" y="291929"/>
                  </a:lnTo>
                  <a:lnTo>
                    <a:pt x="0" y="0"/>
                  </a:lnTo>
                  <a:lnTo>
                    <a:pt x="276225" y="0"/>
                  </a:lnTo>
                  <a:lnTo>
                    <a:pt x="400098" y="141963"/>
                  </a:lnTo>
                  <a:lnTo>
                    <a:pt x="523875" y="0"/>
                  </a:lnTo>
                  <a:lnTo>
                    <a:pt x="781050" y="0"/>
                  </a:lnTo>
                  <a:lnTo>
                    <a:pt x="529771" y="290032"/>
                  </a:lnTo>
                  <a:lnTo>
                    <a:pt x="797280" y="587764"/>
                  </a:lnTo>
                  <a:lnTo>
                    <a:pt x="520732" y="587764"/>
                  </a:lnTo>
                  <a:close/>
                </a:path>
              </a:pathLst>
            </a:custGeom>
            <a:solidFill>
              <a:srgbClr val="FF6600"/>
            </a:solid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D9E3A6A-6B64-E546-A169-7C50944F9061}"/>
                </a:ext>
              </a:extLst>
            </p:cNvPr>
            <p:cNvSpPr/>
            <p:nvPr/>
          </p:nvSpPr>
          <p:spPr>
            <a:xfrm>
              <a:off x="1433179" y="1096728"/>
              <a:ext cx="243979" cy="436275"/>
            </a:xfrm>
            <a:custGeom>
              <a:avLst/>
              <a:gdLst>
                <a:gd name="connsiteX0" fmla="*/ 0 w 514350"/>
                <a:gd name="connsiteY0" fmla="*/ 919744 h 919744"/>
                <a:gd name="connsiteX1" fmla="*/ 0 w 514350"/>
                <a:gd name="connsiteY1" fmla="*/ 0 h 919744"/>
                <a:gd name="connsiteX2" fmla="*/ 514350 w 514350"/>
                <a:gd name="connsiteY2" fmla="*/ 0 h 919744"/>
                <a:gd name="connsiteX3" fmla="*/ 514350 w 514350"/>
                <a:gd name="connsiteY3" fmla="*/ 208602 h 919744"/>
                <a:gd name="connsiteX4" fmla="*/ 219075 w 514350"/>
                <a:gd name="connsiteY4" fmla="*/ 208602 h 919744"/>
                <a:gd name="connsiteX5" fmla="*/ 219075 w 514350"/>
                <a:gd name="connsiteY5" fmla="*/ 331867 h 919744"/>
                <a:gd name="connsiteX6" fmla="*/ 514350 w 514350"/>
                <a:gd name="connsiteY6" fmla="*/ 331867 h 919744"/>
                <a:gd name="connsiteX7" fmla="*/ 514350 w 514350"/>
                <a:gd name="connsiteY7" fmla="*/ 530986 h 919744"/>
                <a:gd name="connsiteX8" fmla="*/ 219075 w 514350"/>
                <a:gd name="connsiteY8" fmla="*/ 530986 h 919744"/>
                <a:gd name="connsiteX9" fmla="*/ 219075 w 514350"/>
                <a:gd name="connsiteY9" fmla="*/ 711142 h 919744"/>
                <a:gd name="connsiteX10" fmla="*/ 514350 w 514350"/>
                <a:gd name="connsiteY10" fmla="*/ 711142 h 919744"/>
                <a:gd name="connsiteX11" fmla="*/ 514350 w 514350"/>
                <a:gd name="connsiteY11" fmla="*/ 919744 h 919744"/>
                <a:gd name="connsiteX12" fmla="*/ 0 w 514350"/>
                <a:gd name="connsiteY12" fmla="*/ 919744 h 919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4350" h="919744">
                  <a:moveTo>
                    <a:pt x="0" y="919744"/>
                  </a:moveTo>
                  <a:lnTo>
                    <a:pt x="0" y="0"/>
                  </a:lnTo>
                  <a:lnTo>
                    <a:pt x="514350" y="0"/>
                  </a:lnTo>
                  <a:lnTo>
                    <a:pt x="514350" y="208602"/>
                  </a:lnTo>
                  <a:lnTo>
                    <a:pt x="219075" y="208602"/>
                  </a:lnTo>
                  <a:lnTo>
                    <a:pt x="219075" y="331867"/>
                  </a:lnTo>
                  <a:lnTo>
                    <a:pt x="514350" y="331867"/>
                  </a:lnTo>
                  <a:lnTo>
                    <a:pt x="514350" y="530986"/>
                  </a:lnTo>
                  <a:lnTo>
                    <a:pt x="219075" y="530986"/>
                  </a:lnTo>
                  <a:lnTo>
                    <a:pt x="219075" y="711142"/>
                  </a:lnTo>
                  <a:lnTo>
                    <a:pt x="514350" y="711142"/>
                  </a:lnTo>
                  <a:lnTo>
                    <a:pt x="514350" y="919744"/>
                  </a:lnTo>
                  <a:lnTo>
                    <a:pt x="0" y="919744"/>
                  </a:lnTo>
                  <a:close/>
                </a:path>
              </a:pathLst>
            </a:custGeom>
            <a:solidFill>
              <a:srgbClr val="FF6600"/>
            </a:solidFill>
            <a:ln w="952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744CE726-5E8D-F34C-8C27-3683956B0F3D}"/>
                </a:ext>
              </a:extLst>
            </p:cNvPr>
            <p:cNvSpPr/>
            <p:nvPr/>
          </p:nvSpPr>
          <p:spPr>
            <a:xfrm>
              <a:off x="574730" y="1096728"/>
              <a:ext cx="858444" cy="449768"/>
            </a:xfrm>
            <a:custGeom>
              <a:avLst/>
              <a:gdLst>
                <a:gd name="connsiteX0" fmla="*/ 1600200 w 1809750"/>
                <a:gd name="connsiteY0" fmla="*/ 0 h 948189"/>
                <a:gd name="connsiteX1" fmla="*/ 1600200 w 1809750"/>
                <a:gd name="connsiteY1" fmla="*/ 379276 h 948189"/>
                <a:gd name="connsiteX2" fmla="*/ 1592447 w 1809750"/>
                <a:gd name="connsiteY2" fmla="*/ 373217 h 948189"/>
                <a:gd name="connsiteX3" fmla="*/ 1409700 w 1809750"/>
                <a:gd name="connsiteY3" fmla="*/ 303421 h 948189"/>
                <a:gd name="connsiteX4" fmla="*/ 1130027 w 1809750"/>
                <a:gd name="connsiteY4" fmla="*/ 522235 h 948189"/>
                <a:gd name="connsiteX5" fmla="*/ 809625 w 1809750"/>
                <a:gd name="connsiteY5" fmla="*/ 303421 h 948189"/>
                <a:gd name="connsiteX6" fmla="*/ 514350 w 1809750"/>
                <a:gd name="connsiteY6" fmla="*/ 455131 h 948189"/>
                <a:gd name="connsiteX7" fmla="*/ 514350 w 1809750"/>
                <a:gd name="connsiteY7" fmla="*/ 331867 h 948189"/>
                <a:gd name="connsiteX8" fmla="*/ 247650 w 1809750"/>
                <a:gd name="connsiteY8" fmla="*/ 331867 h 948189"/>
                <a:gd name="connsiteX9" fmla="*/ 247650 w 1809750"/>
                <a:gd name="connsiteY9" fmla="*/ 208602 h 948189"/>
                <a:gd name="connsiteX10" fmla="*/ 542925 w 1809750"/>
                <a:gd name="connsiteY10" fmla="*/ 208602 h 948189"/>
                <a:gd name="connsiteX11" fmla="*/ 542925 w 1809750"/>
                <a:gd name="connsiteY11" fmla="*/ 0 h 948189"/>
                <a:gd name="connsiteX12" fmla="*/ 0 w 1809750"/>
                <a:gd name="connsiteY12" fmla="*/ 0 h 948189"/>
                <a:gd name="connsiteX13" fmla="*/ 0 w 1809750"/>
                <a:gd name="connsiteY13" fmla="*/ 919744 h 948189"/>
                <a:gd name="connsiteX14" fmla="*/ 247650 w 1809750"/>
                <a:gd name="connsiteY14" fmla="*/ 919744 h 948189"/>
                <a:gd name="connsiteX15" fmla="*/ 247650 w 1809750"/>
                <a:gd name="connsiteY15" fmla="*/ 530986 h 948189"/>
                <a:gd name="connsiteX16" fmla="*/ 491214 w 1809750"/>
                <a:gd name="connsiteY16" fmla="*/ 528881 h 948189"/>
                <a:gd name="connsiteX17" fmla="*/ 479784 w 1809750"/>
                <a:gd name="connsiteY17" fmla="*/ 619045 h 948189"/>
                <a:gd name="connsiteX18" fmla="*/ 812540 w 1809750"/>
                <a:gd name="connsiteY18" fmla="*/ 946502 h 948189"/>
                <a:gd name="connsiteX19" fmla="*/ 1124007 w 1809750"/>
                <a:gd name="connsiteY19" fmla="*/ 739588 h 948189"/>
                <a:gd name="connsiteX20" fmla="*/ 914400 w 1809750"/>
                <a:gd name="connsiteY20" fmla="*/ 739588 h 948189"/>
                <a:gd name="connsiteX21" fmla="*/ 813435 w 1809750"/>
                <a:gd name="connsiteY21" fmla="*/ 788942 h 948189"/>
                <a:gd name="connsiteX22" fmla="*/ 688534 w 1809750"/>
                <a:gd name="connsiteY22" fmla="*/ 661761 h 948189"/>
                <a:gd name="connsiteX23" fmla="*/ 1117587 w 1809750"/>
                <a:gd name="connsiteY23" fmla="*/ 661761 h 948189"/>
                <a:gd name="connsiteX24" fmla="*/ 1417892 w 1809750"/>
                <a:gd name="connsiteY24" fmla="*/ 948190 h 948189"/>
                <a:gd name="connsiteX25" fmla="*/ 1600200 w 1809750"/>
                <a:gd name="connsiteY25" fmla="*/ 850934 h 948189"/>
                <a:gd name="connsiteX26" fmla="*/ 1600200 w 1809750"/>
                <a:gd name="connsiteY26" fmla="*/ 919744 h 948189"/>
                <a:gd name="connsiteX27" fmla="*/ 1809750 w 1809750"/>
                <a:gd name="connsiteY27" fmla="*/ 919744 h 948189"/>
                <a:gd name="connsiteX28" fmla="*/ 1809750 w 1809750"/>
                <a:gd name="connsiteY28" fmla="*/ 0 h 948189"/>
                <a:gd name="connsiteX29" fmla="*/ 698116 w 1809750"/>
                <a:gd name="connsiteY29" fmla="*/ 531726 h 948189"/>
                <a:gd name="connsiteX30" fmla="*/ 813483 w 1809750"/>
                <a:gd name="connsiteY30" fmla="*/ 435864 h 948189"/>
                <a:gd name="connsiteX31" fmla="*/ 929811 w 1809750"/>
                <a:gd name="connsiteY31" fmla="*/ 531726 h 948189"/>
                <a:gd name="connsiteX32" fmla="*/ 1463745 w 1809750"/>
                <a:gd name="connsiteY32" fmla="*/ 774709 h 948189"/>
                <a:gd name="connsiteX33" fmla="*/ 1335024 w 1809750"/>
                <a:gd name="connsiteY33" fmla="*/ 623795 h 948189"/>
                <a:gd name="connsiteX34" fmla="*/ 1463745 w 1809750"/>
                <a:gd name="connsiteY34" fmla="*/ 462442 h 948189"/>
                <a:gd name="connsiteX35" fmla="*/ 1588646 w 1809750"/>
                <a:gd name="connsiteY35" fmla="*/ 623795 h 948189"/>
                <a:gd name="connsiteX36" fmla="*/ 1463745 w 1809750"/>
                <a:gd name="connsiteY36" fmla="*/ 774709 h 948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09750" h="948189">
                  <a:moveTo>
                    <a:pt x="1600200" y="0"/>
                  </a:moveTo>
                  <a:lnTo>
                    <a:pt x="1600200" y="379276"/>
                  </a:lnTo>
                  <a:lnTo>
                    <a:pt x="1592447" y="373217"/>
                  </a:lnTo>
                  <a:cubicBezTo>
                    <a:pt x="1544774" y="319170"/>
                    <a:pt x="1479299" y="303421"/>
                    <a:pt x="1409700" y="303421"/>
                  </a:cubicBezTo>
                  <a:cubicBezTo>
                    <a:pt x="1267635" y="303421"/>
                    <a:pt x="1167213" y="395054"/>
                    <a:pt x="1130027" y="522235"/>
                  </a:cubicBezTo>
                  <a:cubicBezTo>
                    <a:pt x="1087126" y="382708"/>
                    <a:pt x="972674" y="303421"/>
                    <a:pt x="809625" y="303421"/>
                  </a:cubicBezTo>
                  <a:cubicBezTo>
                    <a:pt x="677094" y="303421"/>
                    <a:pt x="568700" y="358312"/>
                    <a:pt x="514350" y="455131"/>
                  </a:cubicBezTo>
                  <a:lnTo>
                    <a:pt x="514350" y="331867"/>
                  </a:lnTo>
                  <a:lnTo>
                    <a:pt x="247650" y="331867"/>
                  </a:lnTo>
                  <a:lnTo>
                    <a:pt x="247650" y="208602"/>
                  </a:lnTo>
                  <a:lnTo>
                    <a:pt x="542925" y="208602"/>
                  </a:lnTo>
                  <a:lnTo>
                    <a:pt x="542925" y="0"/>
                  </a:lnTo>
                  <a:lnTo>
                    <a:pt x="0" y="0"/>
                  </a:lnTo>
                  <a:lnTo>
                    <a:pt x="0" y="919744"/>
                  </a:lnTo>
                  <a:lnTo>
                    <a:pt x="247650" y="919744"/>
                  </a:lnTo>
                  <a:lnTo>
                    <a:pt x="247650" y="530986"/>
                  </a:lnTo>
                  <a:lnTo>
                    <a:pt x="491214" y="528881"/>
                  </a:lnTo>
                  <a:cubicBezTo>
                    <a:pt x="483487" y="558314"/>
                    <a:pt x="479644" y="588624"/>
                    <a:pt x="479784" y="619045"/>
                  </a:cubicBezTo>
                  <a:cubicBezTo>
                    <a:pt x="479784" y="809821"/>
                    <a:pt x="625669" y="946502"/>
                    <a:pt x="812540" y="946502"/>
                  </a:cubicBezTo>
                  <a:cubicBezTo>
                    <a:pt x="969864" y="946502"/>
                    <a:pt x="1068667" y="873416"/>
                    <a:pt x="1124007" y="739588"/>
                  </a:cubicBezTo>
                  <a:lnTo>
                    <a:pt x="914400" y="739588"/>
                  </a:lnTo>
                  <a:cubicBezTo>
                    <a:pt x="885825" y="779412"/>
                    <a:pt x="869728" y="788942"/>
                    <a:pt x="813435" y="788942"/>
                  </a:cubicBezTo>
                  <a:cubicBezTo>
                    <a:pt x="747646" y="788942"/>
                    <a:pt x="688534" y="730097"/>
                    <a:pt x="688534" y="661761"/>
                  </a:cubicBezTo>
                  <a:lnTo>
                    <a:pt x="1117587" y="661761"/>
                  </a:lnTo>
                  <a:cubicBezTo>
                    <a:pt x="1135685" y="813623"/>
                    <a:pt x="1254843" y="948190"/>
                    <a:pt x="1417892" y="948190"/>
                  </a:cubicBezTo>
                  <a:cubicBezTo>
                    <a:pt x="1490728" y="946433"/>
                    <a:pt x="1558395" y="910335"/>
                    <a:pt x="1600200" y="850934"/>
                  </a:cubicBezTo>
                  <a:lnTo>
                    <a:pt x="1600200" y="919744"/>
                  </a:lnTo>
                  <a:lnTo>
                    <a:pt x="1809750" y="919744"/>
                  </a:lnTo>
                  <a:lnTo>
                    <a:pt x="1809750" y="0"/>
                  </a:lnTo>
                  <a:close/>
                  <a:moveTo>
                    <a:pt x="698116" y="531726"/>
                  </a:moveTo>
                  <a:cubicBezTo>
                    <a:pt x="711451" y="473830"/>
                    <a:pt x="757228" y="435864"/>
                    <a:pt x="813483" y="435864"/>
                  </a:cubicBezTo>
                  <a:cubicBezTo>
                    <a:pt x="875462" y="435864"/>
                    <a:pt x="918362" y="472843"/>
                    <a:pt x="929811" y="531726"/>
                  </a:cubicBezTo>
                  <a:close/>
                  <a:moveTo>
                    <a:pt x="1463745" y="774709"/>
                  </a:moveTo>
                  <a:cubicBezTo>
                    <a:pt x="1384602" y="774709"/>
                    <a:pt x="1335024" y="700675"/>
                    <a:pt x="1335024" y="623795"/>
                  </a:cubicBezTo>
                  <a:cubicBezTo>
                    <a:pt x="1335024" y="541217"/>
                    <a:pt x="1377887" y="462442"/>
                    <a:pt x="1463745" y="462442"/>
                  </a:cubicBezTo>
                  <a:cubicBezTo>
                    <a:pt x="1552413" y="462442"/>
                    <a:pt x="1588646" y="541217"/>
                    <a:pt x="1588646" y="623795"/>
                  </a:cubicBezTo>
                  <a:cubicBezTo>
                    <a:pt x="1588646" y="702571"/>
                    <a:pt x="1550508" y="774709"/>
                    <a:pt x="1463745" y="774709"/>
                  </a:cubicBez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809567046"/>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Highly Visual">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71500" y="576072"/>
            <a:ext cx="4978695" cy="605028"/>
          </a:xfrm>
        </p:spPr>
        <p:txBody>
          <a:bodyPr/>
          <a:lstStyle>
            <a:lvl1pPr>
              <a:defRPr sz="3200"/>
            </a:lvl1pPr>
          </a:lstStyle>
          <a:p>
            <a:r>
              <a:rPr lang="en-US"/>
              <a:t>Title goes here</a:t>
            </a:r>
          </a:p>
        </p:txBody>
      </p:sp>
      <p:sp>
        <p:nvSpPr>
          <p:cNvPr id="7" name="Text Placeholder">
            <a:extLst>
              <a:ext uri="{FF2B5EF4-FFF2-40B4-BE49-F238E27FC236}">
                <a16:creationId xmlns:a16="http://schemas.microsoft.com/office/drawing/2014/main" id="{6592F3C6-568D-8944-9BFB-F6E8DC4D3BA5}"/>
              </a:ext>
            </a:extLst>
          </p:cNvPr>
          <p:cNvSpPr>
            <a:spLocks noGrp="1"/>
          </p:cNvSpPr>
          <p:nvPr>
            <p:ph type="body" orient="vert" idx="1"/>
          </p:nvPr>
        </p:nvSpPr>
        <p:spPr>
          <a:xfrm>
            <a:off x="576074" y="1524000"/>
            <a:ext cx="4974121" cy="4387702"/>
          </a:xfrm>
        </p:spPr>
        <p:txBody>
          <a:bodyPr vert="horz"/>
          <a:lstStyle/>
          <a:p>
            <a:pPr lvl="0"/>
            <a:r>
              <a:rPr lang="en-US"/>
              <a:t>Click to edit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pic>
        <p:nvPicPr>
          <p:cNvPr id="6" name="Picture Placeholder 8">
            <a:extLst>
              <a:ext uri="{FF2B5EF4-FFF2-40B4-BE49-F238E27FC236}">
                <a16:creationId xmlns:a16="http://schemas.microsoft.com/office/drawing/2014/main" id="{418A3E69-3746-CE6F-3216-57C92F9C713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229350" y="0"/>
            <a:ext cx="5962650" cy="6857999"/>
          </a:xfrm>
          <a:prstGeom prst="rect">
            <a:avLst/>
          </a:prstGeom>
          <a:noFill/>
        </p:spPr>
      </p:pic>
    </p:spTree>
    <p:extLst>
      <p:ext uri="{BB962C8B-B14F-4D97-AF65-F5344CB8AC3E}">
        <p14:creationId xmlns:p14="http://schemas.microsoft.com/office/powerpoint/2010/main" val="3513247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2_Highly Visual">
    <p:spTree>
      <p:nvGrpSpPr>
        <p:cNvPr id="1" name=""/>
        <p:cNvGrpSpPr/>
        <p:nvPr/>
      </p:nvGrpSpPr>
      <p:grpSpPr>
        <a:xfrm>
          <a:off x="0" y="0"/>
          <a:ext cx="0" cy="0"/>
          <a:chOff x="0" y="0"/>
          <a:chExt cx="0" cy="0"/>
        </a:xfrm>
      </p:grpSpPr>
      <p:sp>
        <p:nvSpPr>
          <p:cNvPr id="3" name="Supporting Image">
            <a:extLst>
              <a:ext uri="{FF2B5EF4-FFF2-40B4-BE49-F238E27FC236}">
                <a16:creationId xmlns:a16="http://schemas.microsoft.com/office/drawing/2014/main" id="{9A77AC0E-16DE-7E3F-5525-D4B468E148D7}"/>
              </a:ext>
            </a:extLst>
          </p:cNvPr>
          <p:cNvSpPr>
            <a:spLocks noGrp="1"/>
          </p:cNvSpPr>
          <p:nvPr>
            <p:ph type="pic" sz="quarter" idx="22"/>
          </p:nvPr>
        </p:nvSpPr>
        <p:spPr>
          <a:xfrm>
            <a:off x="6229348" y="0"/>
            <a:ext cx="5962651" cy="685800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2" name="Title"/>
          <p:cNvSpPr>
            <a:spLocks noGrp="1"/>
          </p:cNvSpPr>
          <p:nvPr>
            <p:ph type="title" hasCustomPrompt="1"/>
          </p:nvPr>
        </p:nvSpPr>
        <p:spPr>
          <a:xfrm>
            <a:off x="571500" y="576072"/>
            <a:ext cx="4978695" cy="605028"/>
          </a:xfrm>
        </p:spPr>
        <p:txBody>
          <a:bodyPr/>
          <a:lstStyle>
            <a:lvl1pPr>
              <a:defRPr sz="3200"/>
            </a:lvl1pPr>
          </a:lstStyle>
          <a:p>
            <a:r>
              <a:rPr lang="en-US"/>
              <a:t>Title goes here</a:t>
            </a:r>
          </a:p>
        </p:txBody>
      </p:sp>
      <p:sp>
        <p:nvSpPr>
          <p:cNvPr id="7" name="Text Placeholder">
            <a:extLst>
              <a:ext uri="{FF2B5EF4-FFF2-40B4-BE49-F238E27FC236}">
                <a16:creationId xmlns:a16="http://schemas.microsoft.com/office/drawing/2014/main" id="{6592F3C6-568D-8944-9BFB-F6E8DC4D3BA5}"/>
              </a:ext>
            </a:extLst>
          </p:cNvPr>
          <p:cNvSpPr>
            <a:spLocks noGrp="1"/>
          </p:cNvSpPr>
          <p:nvPr>
            <p:ph type="body" orient="vert" idx="1"/>
          </p:nvPr>
        </p:nvSpPr>
        <p:spPr>
          <a:xfrm>
            <a:off x="576074" y="1524000"/>
            <a:ext cx="4974121" cy="4387702"/>
          </a:xfrm>
        </p:spPr>
        <p:txBody>
          <a:bodyPr vert="horz"/>
          <a:lstStyle/>
          <a:p>
            <a:pPr lvl="0"/>
            <a:r>
              <a:rPr lang="en-US"/>
              <a:t>Click to edit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2234996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3_Highly Visual">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pic>
        <p:nvPicPr>
          <p:cNvPr id="5" name="Picture 4" descr="A person and person sitting on a bench&#10;&#10;AI-generated content may be incorrect.">
            <a:extLst>
              <a:ext uri="{FF2B5EF4-FFF2-40B4-BE49-F238E27FC236}">
                <a16:creationId xmlns:a16="http://schemas.microsoft.com/office/drawing/2014/main" id="{03488F7D-E882-A0E0-AC9E-EFDB4FAFCED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6229350" y="576072"/>
            <a:ext cx="5386576" cy="5335630"/>
          </a:xfrm>
          <a:prstGeom prst="rect">
            <a:avLst/>
          </a:prstGeom>
        </p:spPr>
      </p:pic>
      <p:sp>
        <p:nvSpPr>
          <p:cNvPr id="8" name="Title">
            <a:extLst>
              <a:ext uri="{FF2B5EF4-FFF2-40B4-BE49-F238E27FC236}">
                <a16:creationId xmlns:a16="http://schemas.microsoft.com/office/drawing/2014/main" id="{C61E9574-F219-AE97-089E-3E08613DF256}"/>
              </a:ext>
            </a:extLst>
          </p:cNvPr>
          <p:cNvSpPr>
            <a:spLocks noGrp="1"/>
          </p:cNvSpPr>
          <p:nvPr>
            <p:ph type="title" orient="vert" hasCustomPrompt="1"/>
          </p:nvPr>
        </p:nvSpPr>
        <p:spPr>
          <a:xfrm>
            <a:off x="576073" y="571500"/>
            <a:ext cx="5165508" cy="1104900"/>
          </a:xfrm>
        </p:spPr>
        <p:txBody>
          <a:bodyPr vert="horz"/>
          <a:lstStyle>
            <a:lvl1pPr>
              <a:defRPr sz="3200"/>
            </a:lvl1pPr>
          </a:lstStyle>
          <a:p>
            <a:r>
              <a:rPr lang="en-US"/>
              <a:t>Title goes here</a:t>
            </a:r>
          </a:p>
        </p:txBody>
      </p:sp>
      <p:sp>
        <p:nvSpPr>
          <p:cNvPr id="9" name="Text Placeholder">
            <a:extLst>
              <a:ext uri="{FF2B5EF4-FFF2-40B4-BE49-F238E27FC236}">
                <a16:creationId xmlns:a16="http://schemas.microsoft.com/office/drawing/2014/main" id="{A6AFBE07-E27E-8BDC-DB71-B6BF8A4FC71C}"/>
              </a:ext>
            </a:extLst>
          </p:cNvPr>
          <p:cNvSpPr>
            <a:spLocks noGrp="1"/>
          </p:cNvSpPr>
          <p:nvPr>
            <p:ph type="body" orient="vert" idx="1"/>
          </p:nvPr>
        </p:nvSpPr>
        <p:spPr>
          <a:xfrm>
            <a:off x="576074" y="2057400"/>
            <a:ext cx="5163792" cy="3854302"/>
          </a:xfrm>
        </p:spPr>
        <p:txBody>
          <a:bodyPr vert="horz"/>
          <a:lstStyle/>
          <a:p>
            <a:pPr lvl="0"/>
            <a:r>
              <a:rPr lang="en-US"/>
              <a:t>Click to edit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0874271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4_Highly Visual">
    <p:spTree>
      <p:nvGrpSpPr>
        <p:cNvPr id="1" name=""/>
        <p:cNvGrpSpPr/>
        <p:nvPr/>
      </p:nvGrpSpPr>
      <p:grpSpPr>
        <a:xfrm>
          <a:off x="0" y="0"/>
          <a:ext cx="0" cy="0"/>
          <a:chOff x="0" y="0"/>
          <a:chExt cx="0" cy="0"/>
        </a:xfrm>
      </p:grpSpPr>
      <p:sp>
        <p:nvSpPr>
          <p:cNvPr id="2" name="Supporting Image">
            <a:extLst>
              <a:ext uri="{FF2B5EF4-FFF2-40B4-BE49-F238E27FC236}">
                <a16:creationId xmlns:a16="http://schemas.microsoft.com/office/drawing/2014/main" id="{1DAAC2D9-A78F-1868-5CEE-9F468370A36A}"/>
              </a:ext>
            </a:extLst>
          </p:cNvPr>
          <p:cNvSpPr>
            <a:spLocks noGrp="1"/>
          </p:cNvSpPr>
          <p:nvPr>
            <p:ph type="pic" sz="quarter" idx="22"/>
          </p:nvPr>
        </p:nvSpPr>
        <p:spPr>
          <a:xfrm>
            <a:off x="6229349" y="576072"/>
            <a:ext cx="5386576" cy="533563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
        <p:nvSpPr>
          <p:cNvPr id="8" name="Title">
            <a:extLst>
              <a:ext uri="{FF2B5EF4-FFF2-40B4-BE49-F238E27FC236}">
                <a16:creationId xmlns:a16="http://schemas.microsoft.com/office/drawing/2014/main" id="{C61E9574-F219-AE97-089E-3E08613DF256}"/>
              </a:ext>
            </a:extLst>
          </p:cNvPr>
          <p:cNvSpPr>
            <a:spLocks noGrp="1"/>
          </p:cNvSpPr>
          <p:nvPr>
            <p:ph type="title" orient="vert" hasCustomPrompt="1"/>
          </p:nvPr>
        </p:nvSpPr>
        <p:spPr>
          <a:xfrm>
            <a:off x="576073" y="571500"/>
            <a:ext cx="5165508" cy="1104900"/>
          </a:xfrm>
        </p:spPr>
        <p:txBody>
          <a:bodyPr vert="horz"/>
          <a:lstStyle>
            <a:lvl1pPr>
              <a:defRPr sz="3200"/>
            </a:lvl1pPr>
          </a:lstStyle>
          <a:p>
            <a:r>
              <a:rPr lang="en-US"/>
              <a:t>Title goes here</a:t>
            </a:r>
          </a:p>
        </p:txBody>
      </p:sp>
      <p:sp>
        <p:nvSpPr>
          <p:cNvPr id="9" name="Text Placeholder">
            <a:extLst>
              <a:ext uri="{FF2B5EF4-FFF2-40B4-BE49-F238E27FC236}">
                <a16:creationId xmlns:a16="http://schemas.microsoft.com/office/drawing/2014/main" id="{A6AFBE07-E27E-8BDC-DB71-B6BF8A4FC71C}"/>
              </a:ext>
            </a:extLst>
          </p:cNvPr>
          <p:cNvSpPr>
            <a:spLocks noGrp="1"/>
          </p:cNvSpPr>
          <p:nvPr>
            <p:ph type="body" orient="vert" idx="1"/>
          </p:nvPr>
        </p:nvSpPr>
        <p:spPr>
          <a:xfrm>
            <a:off x="576074" y="2057400"/>
            <a:ext cx="5163792" cy="3854302"/>
          </a:xfrm>
        </p:spPr>
        <p:txBody>
          <a:bodyPr vert="horz"/>
          <a:lstStyle/>
          <a:p>
            <a:pPr lvl="0"/>
            <a:r>
              <a:rPr lang="en-US"/>
              <a:t>Click to edit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2846807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5_Highly Visual">
    <p:spTree>
      <p:nvGrpSpPr>
        <p:cNvPr id="1" name=""/>
        <p:cNvGrpSpPr/>
        <p:nvPr/>
      </p:nvGrpSpPr>
      <p:grpSpPr>
        <a:xfrm>
          <a:off x="0" y="0"/>
          <a:ext cx="0" cy="0"/>
          <a:chOff x="0" y="0"/>
          <a:chExt cx="0" cy="0"/>
        </a:xfrm>
      </p:grpSpPr>
      <p:pic>
        <p:nvPicPr>
          <p:cNvPr id="3" name="Picture 2" descr="A person carrying a box&#10;&#10;AI-generated content may be incorrect.">
            <a:extLst>
              <a:ext uri="{FF2B5EF4-FFF2-40B4-BE49-F238E27FC236}">
                <a16:creationId xmlns:a16="http://schemas.microsoft.com/office/drawing/2014/main" id="{A6BE590B-5F71-7000-472C-E149D26AEE0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571501" y="571500"/>
            <a:ext cx="5386576" cy="5344952"/>
          </a:xfrm>
          <a:prstGeom prst="rect">
            <a:avLst/>
          </a:prstGeom>
        </p:spPr>
      </p:pic>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
        <p:nvSpPr>
          <p:cNvPr id="8" name="Title">
            <a:extLst>
              <a:ext uri="{FF2B5EF4-FFF2-40B4-BE49-F238E27FC236}">
                <a16:creationId xmlns:a16="http://schemas.microsoft.com/office/drawing/2014/main" id="{C61E9574-F219-AE97-089E-3E08613DF256}"/>
              </a:ext>
            </a:extLst>
          </p:cNvPr>
          <p:cNvSpPr>
            <a:spLocks noGrp="1"/>
          </p:cNvSpPr>
          <p:nvPr>
            <p:ph type="title" orient="vert" hasCustomPrompt="1"/>
          </p:nvPr>
        </p:nvSpPr>
        <p:spPr>
          <a:xfrm>
            <a:off x="6454992" y="571500"/>
            <a:ext cx="5165508" cy="1104900"/>
          </a:xfrm>
        </p:spPr>
        <p:txBody>
          <a:bodyPr vert="horz"/>
          <a:lstStyle>
            <a:lvl1pPr>
              <a:defRPr sz="3200"/>
            </a:lvl1pPr>
          </a:lstStyle>
          <a:p>
            <a:r>
              <a:rPr lang="en-US"/>
              <a:t>Title goes here</a:t>
            </a:r>
          </a:p>
        </p:txBody>
      </p:sp>
      <p:sp>
        <p:nvSpPr>
          <p:cNvPr id="9" name="Text Placeholder">
            <a:extLst>
              <a:ext uri="{FF2B5EF4-FFF2-40B4-BE49-F238E27FC236}">
                <a16:creationId xmlns:a16="http://schemas.microsoft.com/office/drawing/2014/main" id="{A6AFBE07-E27E-8BDC-DB71-B6BF8A4FC71C}"/>
              </a:ext>
            </a:extLst>
          </p:cNvPr>
          <p:cNvSpPr>
            <a:spLocks noGrp="1"/>
          </p:cNvSpPr>
          <p:nvPr>
            <p:ph type="body" orient="vert" idx="1"/>
          </p:nvPr>
        </p:nvSpPr>
        <p:spPr>
          <a:xfrm>
            <a:off x="6454993" y="2057400"/>
            <a:ext cx="5163792" cy="3854302"/>
          </a:xfrm>
        </p:spPr>
        <p:txBody>
          <a:bodyPr vert="horz"/>
          <a:lstStyle/>
          <a:p>
            <a:pPr lvl="0"/>
            <a:r>
              <a:rPr lang="en-US"/>
              <a:t>Click to edit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4118904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6_Highly Visual">
    <p:spTree>
      <p:nvGrpSpPr>
        <p:cNvPr id="1" name=""/>
        <p:cNvGrpSpPr/>
        <p:nvPr/>
      </p:nvGrpSpPr>
      <p:grpSpPr>
        <a:xfrm>
          <a:off x="0" y="0"/>
          <a:ext cx="0" cy="0"/>
          <a:chOff x="0" y="0"/>
          <a:chExt cx="0" cy="0"/>
        </a:xfrm>
      </p:grpSpPr>
      <p:sp>
        <p:nvSpPr>
          <p:cNvPr id="4" name="Supporting Image">
            <a:extLst>
              <a:ext uri="{FF2B5EF4-FFF2-40B4-BE49-F238E27FC236}">
                <a16:creationId xmlns:a16="http://schemas.microsoft.com/office/drawing/2014/main" id="{6E343BBF-5958-AB24-EF61-C6AB2E548442}"/>
              </a:ext>
            </a:extLst>
          </p:cNvPr>
          <p:cNvSpPr>
            <a:spLocks noGrp="1"/>
          </p:cNvSpPr>
          <p:nvPr>
            <p:ph type="pic" sz="quarter" idx="22"/>
          </p:nvPr>
        </p:nvSpPr>
        <p:spPr>
          <a:xfrm>
            <a:off x="571501" y="576072"/>
            <a:ext cx="5386576" cy="533563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
        <p:nvSpPr>
          <p:cNvPr id="8" name="Title">
            <a:extLst>
              <a:ext uri="{FF2B5EF4-FFF2-40B4-BE49-F238E27FC236}">
                <a16:creationId xmlns:a16="http://schemas.microsoft.com/office/drawing/2014/main" id="{C61E9574-F219-AE97-089E-3E08613DF256}"/>
              </a:ext>
            </a:extLst>
          </p:cNvPr>
          <p:cNvSpPr>
            <a:spLocks noGrp="1"/>
          </p:cNvSpPr>
          <p:nvPr>
            <p:ph type="title" orient="vert" hasCustomPrompt="1"/>
          </p:nvPr>
        </p:nvSpPr>
        <p:spPr>
          <a:xfrm>
            <a:off x="6454992" y="571500"/>
            <a:ext cx="5165508" cy="1104900"/>
          </a:xfrm>
        </p:spPr>
        <p:txBody>
          <a:bodyPr vert="horz"/>
          <a:lstStyle>
            <a:lvl1pPr>
              <a:defRPr sz="3200"/>
            </a:lvl1pPr>
          </a:lstStyle>
          <a:p>
            <a:r>
              <a:rPr lang="en-US"/>
              <a:t>Title goes here</a:t>
            </a:r>
          </a:p>
        </p:txBody>
      </p:sp>
      <p:sp>
        <p:nvSpPr>
          <p:cNvPr id="9" name="Text Placeholder">
            <a:extLst>
              <a:ext uri="{FF2B5EF4-FFF2-40B4-BE49-F238E27FC236}">
                <a16:creationId xmlns:a16="http://schemas.microsoft.com/office/drawing/2014/main" id="{A6AFBE07-E27E-8BDC-DB71-B6BF8A4FC71C}"/>
              </a:ext>
            </a:extLst>
          </p:cNvPr>
          <p:cNvSpPr>
            <a:spLocks noGrp="1"/>
          </p:cNvSpPr>
          <p:nvPr>
            <p:ph type="body" orient="vert" idx="1"/>
          </p:nvPr>
        </p:nvSpPr>
        <p:spPr>
          <a:xfrm>
            <a:off x="6454993" y="2057400"/>
            <a:ext cx="5163792" cy="3854302"/>
          </a:xfrm>
        </p:spPr>
        <p:txBody>
          <a:bodyPr vert="horz"/>
          <a:lstStyle/>
          <a:p>
            <a:pPr lvl="0"/>
            <a:r>
              <a:rPr lang="en-US"/>
              <a:t>Click to edit </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3014543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7_Highly Visual">
    <p:spTree>
      <p:nvGrpSpPr>
        <p:cNvPr id="1" name=""/>
        <p:cNvGrpSpPr/>
        <p:nvPr/>
      </p:nvGrpSpPr>
      <p:grpSpPr>
        <a:xfrm>
          <a:off x="0" y="0"/>
          <a:ext cx="0" cy="0"/>
          <a:chOff x="0" y="0"/>
          <a:chExt cx="0" cy="0"/>
        </a:xfrm>
      </p:grpSpPr>
      <p:sp>
        <p:nvSpPr>
          <p:cNvPr id="32" name="Supporting Image">
            <a:extLst>
              <a:ext uri="{FF2B5EF4-FFF2-40B4-BE49-F238E27FC236}">
                <a16:creationId xmlns:a16="http://schemas.microsoft.com/office/drawing/2014/main" id="{118A0A29-2617-D8A9-0F4C-EA198B138358}"/>
              </a:ext>
            </a:extLst>
          </p:cNvPr>
          <p:cNvSpPr>
            <a:spLocks noGrp="1"/>
          </p:cNvSpPr>
          <p:nvPr>
            <p:ph type="pic" sz="quarter" idx="22"/>
          </p:nvPr>
        </p:nvSpPr>
        <p:spPr>
          <a:xfrm>
            <a:off x="571500" y="1668535"/>
            <a:ext cx="3319124" cy="2215485"/>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2" name="Title"/>
          <p:cNvSpPr>
            <a:spLocks noGrp="1"/>
          </p:cNvSpPr>
          <p:nvPr>
            <p:ph type="title" orient="vert" hasCustomPrompt="1"/>
          </p:nvPr>
        </p:nvSpPr>
        <p:spPr>
          <a:xfrm>
            <a:off x="576073" y="571500"/>
            <a:ext cx="9180576" cy="706363"/>
          </a:xfrm>
        </p:spPr>
        <p:txBody>
          <a:bodyPr vert="horz"/>
          <a:lstStyle>
            <a:lvl1pPr>
              <a:defRPr sz="3200"/>
            </a:lvl1pPr>
          </a:lstStyle>
          <a:p>
            <a:r>
              <a:rPr lang="en-US"/>
              <a:t>Title goes here FedEx Sans Light 32 pt.</a:t>
            </a:r>
          </a:p>
        </p:txBody>
      </p:sp>
      <p:sp>
        <p:nvSpPr>
          <p:cNvPr id="7" name="Footer Placeholder">
            <a:extLst>
              <a:ext uri="{FF2B5EF4-FFF2-40B4-BE49-F238E27FC236}">
                <a16:creationId xmlns:a16="http://schemas.microsoft.com/office/drawing/2014/main" id="{5FC064F9-276B-FB44-AF04-1A9C0E9785D5}"/>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496CD3D5-F39F-8647-9397-A2181F677636}"/>
              </a:ext>
            </a:extLst>
          </p:cNvPr>
          <p:cNvSpPr>
            <a:spLocks noGrp="1"/>
          </p:cNvSpPr>
          <p:nvPr>
            <p:ph type="sldNum" sz="quarter" idx="12"/>
          </p:nvPr>
        </p:nvSpPr>
        <p:spPr/>
        <p:txBody>
          <a:bodyPr/>
          <a:lstStyle/>
          <a:p>
            <a:fld id="{64B53FD8-04EE-4F67-B5CA-77D45BC12F90}" type="slidenum">
              <a:rPr lang="en-US" smtClean="0"/>
              <a:pPr/>
              <a:t>‹#›</a:t>
            </a:fld>
            <a:endParaRPr lang="en-US" sz="800"/>
          </a:p>
        </p:txBody>
      </p:sp>
      <p:sp>
        <p:nvSpPr>
          <p:cNvPr id="11" name="Text Placeholder">
            <a:extLst>
              <a:ext uri="{FF2B5EF4-FFF2-40B4-BE49-F238E27FC236}">
                <a16:creationId xmlns:a16="http://schemas.microsoft.com/office/drawing/2014/main" id="{392064B5-0452-5ABB-472B-7BF4978CAD77}"/>
              </a:ext>
            </a:extLst>
          </p:cNvPr>
          <p:cNvSpPr>
            <a:spLocks noGrp="1"/>
          </p:cNvSpPr>
          <p:nvPr>
            <p:ph type="body" orient="vert" idx="13" hasCustomPrompt="1"/>
          </p:nvPr>
        </p:nvSpPr>
        <p:spPr>
          <a:xfrm>
            <a:off x="4436438" y="4251094"/>
            <a:ext cx="3319124" cy="1660610"/>
          </a:xfrm>
        </p:spPr>
        <p:txBody>
          <a:bodyPr vert="horz"/>
          <a:lstStyle>
            <a:lvl3pPr marL="0" marR="0"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lvl3pPr>
            <a:lvl4pPr marL="0" indent="0">
              <a:buNone/>
              <a:defRPr/>
            </a:lvl4pPr>
          </a:lstStyle>
          <a:p>
            <a:pPr lvl="1"/>
            <a:r>
              <a:rPr lang="en-US"/>
              <a:t>Subheading</a:t>
            </a:r>
          </a:p>
          <a:p>
            <a:pPr marL="0" marR="0" lvl="2"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pPr>
            <a:r>
              <a:rPr lang="en-US"/>
              <a:t>Lorem Ipsum dolor sit </a:t>
            </a:r>
            <a:r>
              <a:rPr lang="en-US" err="1"/>
              <a:t>amet</a:t>
            </a:r>
            <a:r>
              <a:rPr lang="en-US"/>
              <a:t> </a:t>
            </a:r>
            <a:r>
              <a:rPr lang="en-US" err="1">
                <a:solidFill>
                  <a:schemeClr val="accent5">
                    <a:lumMod val="25000"/>
                  </a:schemeClr>
                </a:solidFill>
              </a:rPr>
              <a:t>consectetuer</a:t>
            </a:r>
            <a:r>
              <a:rPr lang="en-US">
                <a:solidFill>
                  <a:schemeClr val="accent5">
                    <a:lumMod val="25000"/>
                  </a:schemeClr>
                </a:solidFill>
              </a:rPr>
              <a:t> </a:t>
            </a:r>
            <a:r>
              <a:rPr lang="en-US" err="1">
                <a:solidFill>
                  <a:schemeClr val="accent5">
                    <a:lumMod val="25000"/>
                  </a:schemeClr>
                </a:solidFill>
              </a:rPr>
              <a:t>elit</a:t>
            </a:r>
            <a:r>
              <a:rPr lang="en-US">
                <a:solidFill>
                  <a:schemeClr val="accent5">
                    <a:lumMod val="25000"/>
                  </a:schemeClr>
                </a:solidFill>
              </a:rPr>
              <a:t>, sed diam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 </a:t>
            </a:r>
            <a:r>
              <a:rPr lang="en-US" err="1">
                <a:solidFill>
                  <a:schemeClr val="accent5">
                    <a:lumMod val="25000"/>
                  </a:schemeClr>
                </a:solidFill>
              </a:rPr>
              <a:t>quis</a:t>
            </a:r>
            <a:r>
              <a:rPr lang="en-US">
                <a:solidFill>
                  <a:schemeClr val="accent5">
                    <a:lumMod val="25000"/>
                  </a:schemeClr>
                </a:solidFill>
              </a:rPr>
              <a:t> </a:t>
            </a:r>
            <a:r>
              <a:rPr lang="en-US" err="1">
                <a:solidFill>
                  <a:schemeClr val="accent5">
                    <a:lumMod val="25000"/>
                  </a:schemeClr>
                </a:solidFill>
              </a:rPr>
              <a:t>nostrud</a:t>
            </a:r>
            <a:r>
              <a:rPr lang="en-US">
                <a:solidFill>
                  <a:schemeClr val="accent5">
                    <a:lumMod val="25000"/>
                  </a:schemeClr>
                </a:solidFill>
              </a:rPr>
              <a:t>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a:t>
            </a:r>
            <a:endParaRPr lang="en-US"/>
          </a:p>
        </p:txBody>
      </p:sp>
      <p:sp>
        <p:nvSpPr>
          <p:cNvPr id="26" name="Text Placeholder">
            <a:extLst>
              <a:ext uri="{FF2B5EF4-FFF2-40B4-BE49-F238E27FC236}">
                <a16:creationId xmlns:a16="http://schemas.microsoft.com/office/drawing/2014/main" id="{A59706C1-15AA-D1D2-063D-4E0D1E898547}"/>
              </a:ext>
            </a:extLst>
          </p:cNvPr>
          <p:cNvSpPr>
            <a:spLocks noGrp="1"/>
          </p:cNvSpPr>
          <p:nvPr>
            <p:ph type="body" orient="vert" idx="14" hasCustomPrompt="1"/>
          </p:nvPr>
        </p:nvSpPr>
        <p:spPr>
          <a:xfrm>
            <a:off x="571500" y="4251094"/>
            <a:ext cx="3319124" cy="1660610"/>
          </a:xfrm>
        </p:spPr>
        <p:txBody>
          <a:bodyPr vert="horz"/>
          <a:lstStyle>
            <a:lvl3pPr marL="0" marR="0"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lvl3pPr>
            <a:lvl4pPr marL="0" indent="0">
              <a:buNone/>
              <a:defRPr/>
            </a:lvl4pPr>
          </a:lstStyle>
          <a:p>
            <a:pPr lvl="1"/>
            <a:r>
              <a:rPr lang="en-US"/>
              <a:t>Subheading</a:t>
            </a:r>
          </a:p>
          <a:p>
            <a:pPr marL="0" marR="0" lvl="2"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pPr>
            <a:r>
              <a:rPr lang="en-US"/>
              <a:t>Lorem Ipsum dolor sit </a:t>
            </a:r>
            <a:r>
              <a:rPr lang="en-US" err="1"/>
              <a:t>amet</a:t>
            </a:r>
            <a:r>
              <a:rPr lang="en-US"/>
              <a:t> </a:t>
            </a:r>
            <a:r>
              <a:rPr lang="en-US" err="1">
                <a:solidFill>
                  <a:schemeClr val="accent5">
                    <a:lumMod val="25000"/>
                  </a:schemeClr>
                </a:solidFill>
              </a:rPr>
              <a:t>consectetuer</a:t>
            </a:r>
            <a:r>
              <a:rPr lang="en-US">
                <a:solidFill>
                  <a:schemeClr val="accent5">
                    <a:lumMod val="25000"/>
                  </a:schemeClr>
                </a:solidFill>
              </a:rPr>
              <a:t> </a:t>
            </a:r>
            <a:r>
              <a:rPr lang="en-US" err="1">
                <a:solidFill>
                  <a:schemeClr val="accent5">
                    <a:lumMod val="25000"/>
                  </a:schemeClr>
                </a:solidFill>
              </a:rPr>
              <a:t>elit</a:t>
            </a:r>
            <a:r>
              <a:rPr lang="en-US">
                <a:solidFill>
                  <a:schemeClr val="accent5">
                    <a:lumMod val="25000"/>
                  </a:schemeClr>
                </a:solidFill>
              </a:rPr>
              <a:t>, sed diam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 </a:t>
            </a:r>
            <a:r>
              <a:rPr lang="en-US" err="1">
                <a:solidFill>
                  <a:schemeClr val="accent5">
                    <a:lumMod val="25000"/>
                  </a:schemeClr>
                </a:solidFill>
              </a:rPr>
              <a:t>quis</a:t>
            </a:r>
            <a:r>
              <a:rPr lang="en-US">
                <a:solidFill>
                  <a:schemeClr val="accent5">
                    <a:lumMod val="25000"/>
                  </a:schemeClr>
                </a:solidFill>
              </a:rPr>
              <a:t> </a:t>
            </a:r>
            <a:r>
              <a:rPr lang="en-US" err="1">
                <a:solidFill>
                  <a:schemeClr val="accent5">
                    <a:lumMod val="25000"/>
                  </a:schemeClr>
                </a:solidFill>
              </a:rPr>
              <a:t>nostrud</a:t>
            </a:r>
            <a:r>
              <a:rPr lang="en-US">
                <a:solidFill>
                  <a:schemeClr val="accent5">
                    <a:lumMod val="25000"/>
                  </a:schemeClr>
                </a:solidFill>
              </a:rPr>
              <a:t>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a:t>
            </a:r>
            <a:endParaRPr lang="en-US"/>
          </a:p>
        </p:txBody>
      </p:sp>
      <p:pic>
        <p:nvPicPr>
          <p:cNvPr id="28" name="Picture 27" descr="A black and white triangle&#10;&#10;AI-generated content may be incorrect.">
            <a:extLst>
              <a:ext uri="{FF2B5EF4-FFF2-40B4-BE49-F238E27FC236}">
                <a16:creationId xmlns:a16="http://schemas.microsoft.com/office/drawing/2014/main" id="{42EE7400-0873-E1B1-D714-284C4E4AC6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169687" y="3074054"/>
            <a:ext cx="720937" cy="809966"/>
          </a:xfrm>
          <a:prstGeom prst="rect">
            <a:avLst/>
          </a:prstGeom>
        </p:spPr>
      </p:pic>
      <p:sp>
        <p:nvSpPr>
          <p:cNvPr id="29" name="Text Placeholder">
            <a:extLst>
              <a:ext uri="{FF2B5EF4-FFF2-40B4-BE49-F238E27FC236}">
                <a16:creationId xmlns:a16="http://schemas.microsoft.com/office/drawing/2014/main" id="{ED612314-A407-7C0A-7BC5-2504469A1DFC}"/>
              </a:ext>
            </a:extLst>
          </p:cNvPr>
          <p:cNvSpPr>
            <a:spLocks noGrp="1"/>
          </p:cNvSpPr>
          <p:nvPr>
            <p:ph type="body" orient="vert" idx="15" hasCustomPrompt="1"/>
          </p:nvPr>
        </p:nvSpPr>
        <p:spPr>
          <a:xfrm>
            <a:off x="8301376" y="4251094"/>
            <a:ext cx="3319124" cy="1660610"/>
          </a:xfrm>
        </p:spPr>
        <p:txBody>
          <a:bodyPr vert="horz"/>
          <a:lstStyle>
            <a:lvl3pPr marL="0" marR="0"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lvl3pPr>
            <a:lvl4pPr marL="0" indent="0">
              <a:buNone/>
              <a:defRPr/>
            </a:lvl4pPr>
          </a:lstStyle>
          <a:p>
            <a:pPr lvl="1"/>
            <a:r>
              <a:rPr lang="en-US"/>
              <a:t>Subheading</a:t>
            </a:r>
          </a:p>
          <a:p>
            <a:pPr marL="0" marR="0" lvl="2"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pPr>
            <a:r>
              <a:rPr lang="en-US"/>
              <a:t>Lorem Ipsum dolor sit </a:t>
            </a:r>
            <a:r>
              <a:rPr lang="en-US" err="1"/>
              <a:t>amet</a:t>
            </a:r>
            <a:r>
              <a:rPr lang="en-US"/>
              <a:t> </a:t>
            </a:r>
            <a:r>
              <a:rPr lang="en-US" err="1">
                <a:solidFill>
                  <a:schemeClr val="accent5">
                    <a:lumMod val="25000"/>
                  </a:schemeClr>
                </a:solidFill>
              </a:rPr>
              <a:t>consectetuer</a:t>
            </a:r>
            <a:r>
              <a:rPr lang="en-US">
                <a:solidFill>
                  <a:schemeClr val="accent5">
                    <a:lumMod val="25000"/>
                  </a:schemeClr>
                </a:solidFill>
              </a:rPr>
              <a:t> </a:t>
            </a:r>
            <a:r>
              <a:rPr lang="en-US" err="1">
                <a:solidFill>
                  <a:schemeClr val="accent5">
                    <a:lumMod val="25000"/>
                  </a:schemeClr>
                </a:solidFill>
              </a:rPr>
              <a:t>elit</a:t>
            </a:r>
            <a:r>
              <a:rPr lang="en-US">
                <a:solidFill>
                  <a:schemeClr val="accent5">
                    <a:lumMod val="25000"/>
                  </a:schemeClr>
                </a:solidFill>
              </a:rPr>
              <a:t>, sed diam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 </a:t>
            </a:r>
            <a:r>
              <a:rPr lang="en-US" err="1">
                <a:solidFill>
                  <a:schemeClr val="accent5">
                    <a:lumMod val="25000"/>
                  </a:schemeClr>
                </a:solidFill>
              </a:rPr>
              <a:t>quis</a:t>
            </a:r>
            <a:r>
              <a:rPr lang="en-US">
                <a:solidFill>
                  <a:schemeClr val="accent5">
                    <a:lumMod val="25000"/>
                  </a:schemeClr>
                </a:solidFill>
              </a:rPr>
              <a:t> </a:t>
            </a:r>
            <a:r>
              <a:rPr lang="en-US" err="1">
                <a:solidFill>
                  <a:schemeClr val="accent5">
                    <a:lumMod val="25000"/>
                  </a:schemeClr>
                </a:solidFill>
              </a:rPr>
              <a:t>nostrud</a:t>
            </a:r>
            <a:r>
              <a:rPr lang="en-US">
                <a:solidFill>
                  <a:schemeClr val="accent5">
                    <a:lumMod val="25000"/>
                  </a:schemeClr>
                </a:solidFill>
              </a:rPr>
              <a:t>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a:t>
            </a:r>
            <a:endParaRPr lang="en-US"/>
          </a:p>
        </p:txBody>
      </p:sp>
      <p:sp>
        <p:nvSpPr>
          <p:cNvPr id="33" name="Supporting Image">
            <a:extLst>
              <a:ext uri="{FF2B5EF4-FFF2-40B4-BE49-F238E27FC236}">
                <a16:creationId xmlns:a16="http://schemas.microsoft.com/office/drawing/2014/main" id="{988A9905-CD0F-4A38-C9AF-696A9BC08F28}"/>
              </a:ext>
            </a:extLst>
          </p:cNvPr>
          <p:cNvSpPr>
            <a:spLocks noGrp="1"/>
          </p:cNvSpPr>
          <p:nvPr>
            <p:ph type="pic" sz="quarter" idx="23"/>
          </p:nvPr>
        </p:nvSpPr>
        <p:spPr>
          <a:xfrm>
            <a:off x="4436438" y="1668535"/>
            <a:ext cx="3319124" cy="2215485"/>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pic>
        <p:nvPicPr>
          <p:cNvPr id="34" name="Picture 33" descr="A black and white triangle&#10;&#10;AI-generated content may be incorrect.">
            <a:extLst>
              <a:ext uri="{FF2B5EF4-FFF2-40B4-BE49-F238E27FC236}">
                <a16:creationId xmlns:a16="http://schemas.microsoft.com/office/drawing/2014/main" id="{01ADF047-4C11-3349-C7F2-495C719AECE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034625" y="3074054"/>
            <a:ext cx="720937" cy="809966"/>
          </a:xfrm>
          <a:prstGeom prst="rect">
            <a:avLst/>
          </a:prstGeom>
        </p:spPr>
      </p:pic>
      <p:sp>
        <p:nvSpPr>
          <p:cNvPr id="35" name="Supporting Image">
            <a:extLst>
              <a:ext uri="{FF2B5EF4-FFF2-40B4-BE49-F238E27FC236}">
                <a16:creationId xmlns:a16="http://schemas.microsoft.com/office/drawing/2014/main" id="{5DDD4622-CDD5-B495-C3EE-9AA883AC2ACD}"/>
              </a:ext>
            </a:extLst>
          </p:cNvPr>
          <p:cNvSpPr>
            <a:spLocks noGrp="1"/>
          </p:cNvSpPr>
          <p:nvPr>
            <p:ph type="pic" sz="quarter" idx="24"/>
          </p:nvPr>
        </p:nvSpPr>
        <p:spPr>
          <a:xfrm>
            <a:off x="8301376" y="1668535"/>
            <a:ext cx="3319124" cy="2215485"/>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pic>
        <p:nvPicPr>
          <p:cNvPr id="36" name="Picture 35" descr="A black and white triangle&#10;&#10;AI-generated content may be incorrect.">
            <a:extLst>
              <a:ext uri="{FF2B5EF4-FFF2-40B4-BE49-F238E27FC236}">
                <a16:creationId xmlns:a16="http://schemas.microsoft.com/office/drawing/2014/main" id="{6DF396A8-1EE2-4BB8-3CE2-871D1B64B61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99563" y="3074054"/>
            <a:ext cx="720937" cy="809966"/>
          </a:xfrm>
          <a:prstGeom prst="rect">
            <a:avLst/>
          </a:prstGeom>
        </p:spPr>
      </p:pic>
    </p:spTree>
    <p:extLst>
      <p:ext uri="{BB962C8B-B14F-4D97-AF65-F5344CB8AC3E}">
        <p14:creationId xmlns:p14="http://schemas.microsoft.com/office/powerpoint/2010/main" val="195804817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8_Highly Visual">
    <p:spTree>
      <p:nvGrpSpPr>
        <p:cNvPr id="1" name=""/>
        <p:cNvGrpSpPr/>
        <p:nvPr/>
      </p:nvGrpSpPr>
      <p:grpSpPr>
        <a:xfrm>
          <a:off x="0" y="0"/>
          <a:ext cx="0" cy="0"/>
          <a:chOff x="0" y="0"/>
          <a:chExt cx="0" cy="0"/>
        </a:xfrm>
      </p:grpSpPr>
      <p:sp>
        <p:nvSpPr>
          <p:cNvPr id="32" name="Supporting Image">
            <a:extLst>
              <a:ext uri="{FF2B5EF4-FFF2-40B4-BE49-F238E27FC236}">
                <a16:creationId xmlns:a16="http://schemas.microsoft.com/office/drawing/2014/main" id="{118A0A29-2617-D8A9-0F4C-EA198B138358}"/>
              </a:ext>
            </a:extLst>
          </p:cNvPr>
          <p:cNvSpPr>
            <a:spLocks noGrp="1"/>
          </p:cNvSpPr>
          <p:nvPr>
            <p:ph type="pic" sz="quarter" idx="22"/>
          </p:nvPr>
        </p:nvSpPr>
        <p:spPr>
          <a:xfrm>
            <a:off x="571500" y="1668536"/>
            <a:ext cx="2483570" cy="165776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2" name="Title"/>
          <p:cNvSpPr>
            <a:spLocks noGrp="1"/>
          </p:cNvSpPr>
          <p:nvPr>
            <p:ph type="title" orient="vert" hasCustomPrompt="1"/>
          </p:nvPr>
        </p:nvSpPr>
        <p:spPr>
          <a:xfrm>
            <a:off x="576073" y="571500"/>
            <a:ext cx="9180576" cy="706363"/>
          </a:xfrm>
        </p:spPr>
        <p:txBody>
          <a:bodyPr vert="horz"/>
          <a:lstStyle>
            <a:lvl1pPr>
              <a:defRPr sz="3200"/>
            </a:lvl1pPr>
          </a:lstStyle>
          <a:p>
            <a:r>
              <a:rPr lang="en-US"/>
              <a:t>Title goes here FedEx Sans Light 32 pt.</a:t>
            </a:r>
          </a:p>
        </p:txBody>
      </p:sp>
      <p:sp>
        <p:nvSpPr>
          <p:cNvPr id="7" name="Footer Placeholder">
            <a:extLst>
              <a:ext uri="{FF2B5EF4-FFF2-40B4-BE49-F238E27FC236}">
                <a16:creationId xmlns:a16="http://schemas.microsoft.com/office/drawing/2014/main" id="{5FC064F9-276B-FB44-AF04-1A9C0E9785D5}"/>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496CD3D5-F39F-8647-9397-A2181F677636}"/>
              </a:ext>
            </a:extLst>
          </p:cNvPr>
          <p:cNvSpPr>
            <a:spLocks noGrp="1"/>
          </p:cNvSpPr>
          <p:nvPr>
            <p:ph type="sldNum" sz="quarter" idx="12"/>
          </p:nvPr>
        </p:nvSpPr>
        <p:spPr/>
        <p:txBody>
          <a:bodyPr/>
          <a:lstStyle/>
          <a:p>
            <a:fld id="{64B53FD8-04EE-4F67-B5CA-77D45BC12F90}" type="slidenum">
              <a:rPr lang="en-US" smtClean="0"/>
              <a:pPr/>
              <a:t>‹#›</a:t>
            </a:fld>
            <a:endParaRPr lang="en-US" sz="800"/>
          </a:p>
        </p:txBody>
      </p:sp>
      <p:sp>
        <p:nvSpPr>
          <p:cNvPr id="26" name="Text Placeholder">
            <a:extLst>
              <a:ext uri="{FF2B5EF4-FFF2-40B4-BE49-F238E27FC236}">
                <a16:creationId xmlns:a16="http://schemas.microsoft.com/office/drawing/2014/main" id="{A59706C1-15AA-D1D2-063D-4E0D1E898547}"/>
              </a:ext>
            </a:extLst>
          </p:cNvPr>
          <p:cNvSpPr>
            <a:spLocks noGrp="1"/>
          </p:cNvSpPr>
          <p:nvPr>
            <p:ph type="body" orient="vert" idx="14" hasCustomPrompt="1"/>
          </p:nvPr>
        </p:nvSpPr>
        <p:spPr>
          <a:xfrm>
            <a:off x="571500" y="3637723"/>
            <a:ext cx="2483570" cy="2273981"/>
          </a:xfrm>
        </p:spPr>
        <p:txBody>
          <a:bodyPr vert="horz"/>
          <a:lstStyle>
            <a:lvl3pPr marL="0" marR="0"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lvl3pPr>
            <a:lvl4pPr marL="0" indent="0">
              <a:buNone/>
              <a:defRPr/>
            </a:lvl4pPr>
          </a:lstStyle>
          <a:p>
            <a:pPr lvl="1"/>
            <a:r>
              <a:rPr lang="en-US"/>
              <a:t>Subheading</a:t>
            </a:r>
          </a:p>
          <a:p>
            <a:pPr marL="0" marR="0" lvl="2"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pPr>
            <a:r>
              <a:rPr lang="en-US"/>
              <a:t>Lorem Ipsum dolor sit </a:t>
            </a:r>
            <a:r>
              <a:rPr lang="en-US" err="1"/>
              <a:t>amet</a:t>
            </a:r>
            <a:r>
              <a:rPr lang="en-US"/>
              <a:t> </a:t>
            </a:r>
            <a:r>
              <a:rPr lang="en-US" err="1">
                <a:solidFill>
                  <a:schemeClr val="accent5">
                    <a:lumMod val="25000"/>
                  </a:schemeClr>
                </a:solidFill>
              </a:rPr>
              <a:t>consectetuer</a:t>
            </a:r>
            <a:r>
              <a:rPr lang="en-US">
                <a:solidFill>
                  <a:schemeClr val="accent5">
                    <a:lumMod val="25000"/>
                  </a:schemeClr>
                </a:solidFill>
              </a:rPr>
              <a:t> </a:t>
            </a:r>
            <a:r>
              <a:rPr lang="en-US" err="1">
                <a:solidFill>
                  <a:schemeClr val="accent5">
                    <a:lumMod val="25000"/>
                  </a:schemeClr>
                </a:solidFill>
              </a:rPr>
              <a:t>elit</a:t>
            </a:r>
            <a:r>
              <a:rPr lang="en-US">
                <a:solidFill>
                  <a:schemeClr val="accent5">
                    <a:lumMod val="25000"/>
                  </a:schemeClr>
                </a:solidFill>
              </a:rPr>
              <a:t>, sed diam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 </a:t>
            </a:r>
            <a:r>
              <a:rPr lang="en-US" err="1">
                <a:solidFill>
                  <a:schemeClr val="accent5">
                    <a:lumMod val="25000"/>
                  </a:schemeClr>
                </a:solidFill>
              </a:rPr>
              <a:t>quis</a:t>
            </a:r>
            <a:r>
              <a:rPr lang="en-US">
                <a:solidFill>
                  <a:schemeClr val="accent5">
                    <a:lumMod val="25000"/>
                  </a:schemeClr>
                </a:solidFill>
              </a:rPr>
              <a:t> </a:t>
            </a:r>
            <a:r>
              <a:rPr lang="en-US" err="1">
                <a:solidFill>
                  <a:schemeClr val="accent5">
                    <a:lumMod val="25000"/>
                  </a:schemeClr>
                </a:solidFill>
              </a:rPr>
              <a:t>nostrud</a:t>
            </a:r>
            <a:r>
              <a:rPr lang="en-US">
                <a:solidFill>
                  <a:schemeClr val="accent5">
                    <a:lumMod val="25000"/>
                  </a:schemeClr>
                </a:solidFill>
              </a:rPr>
              <a:t>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a:t>
            </a:r>
            <a:endParaRPr lang="en-US"/>
          </a:p>
        </p:txBody>
      </p:sp>
      <p:pic>
        <p:nvPicPr>
          <p:cNvPr id="28" name="Picture 27" descr="A black and white triangle&#10;&#10;AI-generated content may be incorrect.">
            <a:extLst>
              <a:ext uri="{FF2B5EF4-FFF2-40B4-BE49-F238E27FC236}">
                <a16:creationId xmlns:a16="http://schemas.microsoft.com/office/drawing/2014/main" id="{42EE7400-0873-E1B1-D714-284C4E4AC6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334133" y="2516330"/>
            <a:ext cx="720937" cy="809966"/>
          </a:xfrm>
          <a:prstGeom prst="rect">
            <a:avLst/>
          </a:prstGeom>
        </p:spPr>
      </p:pic>
      <p:sp>
        <p:nvSpPr>
          <p:cNvPr id="19" name="Supporting Image">
            <a:extLst>
              <a:ext uri="{FF2B5EF4-FFF2-40B4-BE49-F238E27FC236}">
                <a16:creationId xmlns:a16="http://schemas.microsoft.com/office/drawing/2014/main" id="{869426A9-A03A-5AD8-6D3D-78A6B26F1706}"/>
              </a:ext>
            </a:extLst>
          </p:cNvPr>
          <p:cNvSpPr>
            <a:spLocks noGrp="1"/>
          </p:cNvSpPr>
          <p:nvPr>
            <p:ph type="pic" sz="quarter" idx="23"/>
          </p:nvPr>
        </p:nvSpPr>
        <p:spPr>
          <a:xfrm>
            <a:off x="3427342" y="1668536"/>
            <a:ext cx="2483570" cy="165776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20" name="Text Placeholder">
            <a:extLst>
              <a:ext uri="{FF2B5EF4-FFF2-40B4-BE49-F238E27FC236}">
                <a16:creationId xmlns:a16="http://schemas.microsoft.com/office/drawing/2014/main" id="{890DBC83-6D3B-89EE-16D8-A94BF47F09A7}"/>
              </a:ext>
            </a:extLst>
          </p:cNvPr>
          <p:cNvSpPr>
            <a:spLocks noGrp="1"/>
          </p:cNvSpPr>
          <p:nvPr>
            <p:ph type="body" orient="vert" idx="24" hasCustomPrompt="1"/>
          </p:nvPr>
        </p:nvSpPr>
        <p:spPr>
          <a:xfrm>
            <a:off x="3427342" y="3637723"/>
            <a:ext cx="2483570" cy="2273981"/>
          </a:xfrm>
        </p:spPr>
        <p:txBody>
          <a:bodyPr vert="horz"/>
          <a:lstStyle>
            <a:lvl3pPr marL="0" marR="0"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lvl3pPr>
            <a:lvl4pPr marL="0" indent="0">
              <a:buNone/>
              <a:defRPr/>
            </a:lvl4pPr>
          </a:lstStyle>
          <a:p>
            <a:pPr lvl="1"/>
            <a:r>
              <a:rPr lang="en-US"/>
              <a:t>Subheading</a:t>
            </a:r>
          </a:p>
          <a:p>
            <a:pPr marL="0" marR="0" lvl="2"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pPr>
            <a:r>
              <a:rPr lang="en-US"/>
              <a:t>Lorem Ipsum dolor sit </a:t>
            </a:r>
            <a:r>
              <a:rPr lang="en-US" err="1"/>
              <a:t>amet</a:t>
            </a:r>
            <a:r>
              <a:rPr lang="en-US"/>
              <a:t> </a:t>
            </a:r>
            <a:r>
              <a:rPr lang="en-US" err="1">
                <a:solidFill>
                  <a:schemeClr val="accent5">
                    <a:lumMod val="25000"/>
                  </a:schemeClr>
                </a:solidFill>
              </a:rPr>
              <a:t>consectetuer</a:t>
            </a:r>
            <a:r>
              <a:rPr lang="en-US">
                <a:solidFill>
                  <a:schemeClr val="accent5">
                    <a:lumMod val="25000"/>
                  </a:schemeClr>
                </a:solidFill>
              </a:rPr>
              <a:t> </a:t>
            </a:r>
            <a:r>
              <a:rPr lang="en-US" err="1">
                <a:solidFill>
                  <a:schemeClr val="accent5">
                    <a:lumMod val="25000"/>
                  </a:schemeClr>
                </a:solidFill>
              </a:rPr>
              <a:t>elit</a:t>
            </a:r>
            <a:r>
              <a:rPr lang="en-US">
                <a:solidFill>
                  <a:schemeClr val="accent5">
                    <a:lumMod val="25000"/>
                  </a:schemeClr>
                </a:solidFill>
              </a:rPr>
              <a:t>, sed diam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 </a:t>
            </a:r>
            <a:r>
              <a:rPr lang="en-US" err="1">
                <a:solidFill>
                  <a:schemeClr val="accent5">
                    <a:lumMod val="25000"/>
                  </a:schemeClr>
                </a:solidFill>
              </a:rPr>
              <a:t>quis</a:t>
            </a:r>
            <a:r>
              <a:rPr lang="en-US">
                <a:solidFill>
                  <a:schemeClr val="accent5">
                    <a:lumMod val="25000"/>
                  </a:schemeClr>
                </a:solidFill>
              </a:rPr>
              <a:t> </a:t>
            </a:r>
            <a:r>
              <a:rPr lang="en-US" err="1">
                <a:solidFill>
                  <a:schemeClr val="accent5">
                    <a:lumMod val="25000"/>
                  </a:schemeClr>
                </a:solidFill>
              </a:rPr>
              <a:t>nostrud</a:t>
            </a:r>
            <a:r>
              <a:rPr lang="en-US">
                <a:solidFill>
                  <a:schemeClr val="accent5">
                    <a:lumMod val="25000"/>
                  </a:schemeClr>
                </a:solidFill>
              </a:rPr>
              <a:t>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a:t>
            </a:r>
            <a:endParaRPr lang="en-US"/>
          </a:p>
        </p:txBody>
      </p:sp>
      <p:pic>
        <p:nvPicPr>
          <p:cNvPr id="21" name="Picture 20" descr="A black and white triangle&#10;&#10;AI-generated content may be incorrect.">
            <a:extLst>
              <a:ext uri="{FF2B5EF4-FFF2-40B4-BE49-F238E27FC236}">
                <a16:creationId xmlns:a16="http://schemas.microsoft.com/office/drawing/2014/main" id="{8E43F96F-0633-56A6-0D9B-744889F82F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89975" y="2516330"/>
            <a:ext cx="720937" cy="809966"/>
          </a:xfrm>
          <a:prstGeom prst="rect">
            <a:avLst/>
          </a:prstGeom>
        </p:spPr>
      </p:pic>
      <p:sp>
        <p:nvSpPr>
          <p:cNvPr id="22" name="Supporting Image">
            <a:extLst>
              <a:ext uri="{FF2B5EF4-FFF2-40B4-BE49-F238E27FC236}">
                <a16:creationId xmlns:a16="http://schemas.microsoft.com/office/drawing/2014/main" id="{8217F553-2531-BFA5-0B58-96043BD3B673}"/>
              </a:ext>
            </a:extLst>
          </p:cNvPr>
          <p:cNvSpPr>
            <a:spLocks noGrp="1"/>
          </p:cNvSpPr>
          <p:nvPr>
            <p:ph type="pic" sz="quarter" idx="25"/>
          </p:nvPr>
        </p:nvSpPr>
        <p:spPr>
          <a:xfrm>
            <a:off x="6275510" y="1668536"/>
            <a:ext cx="2483570" cy="165776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23" name="Text Placeholder">
            <a:extLst>
              <a:ext uri="{FF2B5EF4-FFF2-40B4-BE49-F238E27FC236}">
                <a16:creationId xmlns:a16="http://schemas.microsoft.com/office/drawing/2014/main" id="{15105577-5B9A-A9C8-7A65-EE464FDFDD3C}"/>
              </a:ext>
            </a:extLst>
          </p:cNvPr>
          <p:cNvSpPr>
            <a:spLocks noGrp="1"/>
          </p:cNvSpPr>
          <p:nvPr>
            <p:ph type="body" orient="vert" idx="26" hasCustomPrompt="1"/>
          </p:nvPr>
        </p:nvSpPr>
        <p:spPr>
          <a:xfrm>
            <a:off x="6275510" y="3637723"/>
            <a:ext cx="2483570" cy="2273981"/>
          </a:xfrm>
        </p:spPr>
        <p:txBody>
          <a:bodyPr vert="horz"/>
          <a:lstStyle>
            <a:lvl3pPr marL="0" marR="0"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lvl3pPr>
            <a:lvl4pPr marL="0" indent="0">
              <a:buNone/>
              <a:defRPr/>
            </a:lvl4pPr>
          </a:lstStyle>
          <a:p>
            <a:pPr lvl="1"/>
            <a:r>
              <a:rPr lang="en-US"/>
              <a:t>Subheading</a:t>
            </a:r>
          </a:p>
          <a:p>
            <a:pPr marL="0" marR="0" lvl="2"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pPr>
            <a:r>
              <a:rPr lang="en-US"/>
              <a:t>Lorem Ipsum dolor sit </a:t>
            </a:r>
            <a:r>
              <a:rPr lang="en-US" err="1"/>
              <a:t>amet</a:t>
            </a:r>
            <a:r>
              <a:rPr lang="en-US"/>
              <a:t> </a:t>
            </a:r>
            <a:r>
              <a:rPr lang="en-US" err="1">
                <a:solidFill>
                  <a:schemeClr val="accent5">
                    <a:lumMod val="25000"/>
                  </a:schemeClr>
                </a:solidFill>
              </a:rPr>
              <a:t>consectetuer</a:t>
            </a:r>
            <a:r>
              <a:rPr lang="en-US">
                <a:solidFill>
                  <a:schemeClr val="accent5">
                    <a:lumMod val="25000"/>
                  </a:schemeClr>
                </a:solidFill>
              </a:rPr>
              <a:t> </a:t>
            </a:r>
            <a:r>
              <a:rPr lang="en-US" err="1">
                <a:solidFill>
                  <a:schemeClr val="accent5">
                    <a:lumMod val="25000"/>
                  </a:schemeClr>
                </a:solidFill>
              </a:rPr>
              <a:t>elit</a:t>
            </a:r>
            <a:r>
              <a:rPr lang="en-US">
                <a:solidFill>
                  <a:schemeClr val="accent5">
                    <a:lumMod val="25000"/>
                  </a:schemeClr>
                </a:solidFill>
              </a:rPr>
              <a:t>, sed diam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 </a:t>
            </a:r>
            <a:r>
              <a:rPr lang="en-US" err="1">
                <a:solidFill>
                  <a:schemeClr val="accent5">
                    <a:lumMod val="25000"/>
                  </a:schemeClr>
                </a:solidFill>
              </a:rPr>
              <a:t>quis</a:t>
            </a:r>
            <a:r>
              <a:rPr lang="en-US">
                <a:solidFill>
                  <a:schemeClr val="accent5">
                    <a:lumMod val="25000"/>
                  </a:schemeClr>
                </a:solidFill>
              </a:rPr>
              <a:t> </a:t>
            </a:r>
            <a:r>
              <a:rPr lang="en-US" err="1">
                <a:solidFill>
                  <a:schemeClr val="accent5">
                    <a:lumMod val="25000"/>
                  </a:schemeClr>
                </a:solidFill>
              </a:rPr>
              <a:t>nostrud</a:t>
            </a:r>
            <a:r>
              <a:rPr lang="en-US">
                <a:solidFill>
                  <a:schemeClr val="accent5">
                    <a:lumMod val="25000"/>
                  </a:schemeClr>
                </a:solidFill>
              </a:rPr>
              <a:t>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a:t>
            </a:r>
            <a:endParaRPr lang="en-US"/>
          </a:p>
        </p:txBody>
      </p:sp>
      <p:pic>
        <p:nvPicPr>
          <p:cNvPr id="24" name="Picture 23" descr="A black and white triangle&#10;&#10;AI-generated content may be incorrect.">
            <a:extLst>
              <a:ext uri="{FF2B5EF4-FFF2-40B4-BE49-F238E27FC236}">
                <a16:creationId xmlns:a16="http://schemas.microsoft.com/office/drawing/2014/main" id="{F15C55B1-9A12-0A0B-0108-E703CFA19A6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038143" y="2516330"/>
            <a:ext cx="720937" cy="809966"/>
          </a:xfrm>
          <a:prstGeom prst="rect">
            <a:avLst/>
          </a:prstGeom>
        </p:spPr>
      </p:pic>
      <p:sp>
        <p:nvSpPr>
          <p:cNvPr id="25" name="Supporting Image">
            <a:extLst>
              <a:ext uri="{FF2B5EF4-FFF2-40B4-BE49-F238E27FC236}">
                <a16:creationId xmlns:a16="http://schemas.microsoft.com/office/drawing/2014/main" id="{652162D1-EF55-2143-F2EC-6B833BCF7626}"/>
              </a:ext>
            </a:extLst>
          </p:cNvPr>
          <p:cNvSpPr>
            <a:spLocks noGrp="1"/>
          </p:cNvSpPr>
          <p:nvPr>
            <p:ph type="pic" sz="quarter" idx="27"/>
          </p:nvPr>
        </p:nvSpPr>
        <p:spPr>
          <a:xfrm>
            <a:off x="9136930" y="1668536"/>
            <a:ext cx="2483570" cy="1657760"/>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27" name="Text Placeholder">
            <a:extLst>
              <a:ext uri="{FF2B5EF4-FFF2-40B4-BE49-F238E27FC236}">
                <a16:creationId xmlns:a16="http://schemas.microsoft.com/office/drawing/2014/main" id="{1421CBBC-9D01-F055-1ED8-32607D9BDF23}"/>
              </a:ext>
            </a:extLst>
          </p:cNvPr>
          <p:cNvSpPr>
            <a:spLocks noGrp="1"/>
          </p:cNvSpPr>
          <p:nvPr>
            <p:ph type="body" orient="vert" idx="28" hasCustomPrompt="1"/>
          </p:nvPr>
        </p:nvSpPr>
        <p:spPr>
          <a:xfrm>
            <a:off x="9136930" y="3637723"/>
            <a:ext cx="2483570" cy="2273981"/>
          </a:xfrm>
        </p:spPr>
        <p:txBody>
          <a:bodyPr vert="horz"/>
          <a:lstStyle>
            <a:lvl3pPr marL="0" marR="0"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lvl3pPr>
            <a:lvl4pPr marL="0" indent="0">
              <a:buNone/>
              <a:defRPr/>
            </a:lvl4pPr>
          </a:lstStyle>
          <a:p>
            <a:pPr lvl="1"/>
            <a:r>
              <a:rPr lang="en-US"/>
              <a:t>Subheading</a:t>
            </a:r>
          </a:p>
          <a:p>
            <a:pPr marL="0" marR="0" lvl="2"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pPr>
            <a:r>
              <a:rPr lang="en-US"/>
              <a:t>Lorem Ipsum dolor sit </a:t>
            </a:r>
            <a:r>
              <a:rPr lang="en-US" err="1"/>
              <a:t>amet</a:t>
            </a:r>
            <a:r>
              <a:rPr lang="en-US"/>
              <a:t> </a:t>
            </a:r>
            <a:r>
              <a:rPr lang="en-US" err="1">
                <a:solidFill>
                  <a:schemeClr val="accent5">
                    <a:lumMod val="25000"/>
                  </a:schemeClr>
                </a:solidFill>
              </a:rPr>
              <a:t>consectetuer</a:t>
            </a:r>
            <a:r>
              <a:rPr lang="en-US">
                <a:solidFill>
                  <a:schemeClr val="accent5">
                    <a:lumMod val="25000"/>
                  </a:schemeClr>
                </a:solidFill>
              </a:rPr>
              <a:t> </a:t>
            </a:r>
            <a:r>
              <a:rPr lang="en-US" err="1">
                <a:solidFill>
                  <a:schemeClr val="accent5">
                    <a:lumMod val="25000"/>
                  </a:schemeClr>
                </a:solidFill>
              </a:rPr>
              <a:t>elit</a:t>
            </a:r>
            <a:r>
              <a:rPr lang="en-US">
                <a:solidFill>
                  <a:schemeClr val="accent5">
                    <a:lumMod val="25000"/>
                  </a:schemeClr>
                </a:solidFill>
              </a:rPr>
              <a:t>, sed diam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 </a:t>
            </a:r>
            <a:r>
              <a:rPr lang="en-US" err="1">
                <a:solidFill>
                  <a:schemeClr val="accent5">
                    <a:lumMod val="25000"/>
                  </a:schemeClr>
                </a:solidFill>
              </a:rPr>
              <a:t>quis</a:t>
            </a:r>
            <a:r>
              <a:rPr lang="en-US">
                <a:solidFill>
                  <a:schemeClr val="accent5">
                    <a:lumMod val="25000"/>
                  </a:schemeClr>
                </a:solidFill>
              </a:rPr>
              <a:t> </a:t>
            </a:r>
            <a:r>
              <a:rPr lang="en-US" err="1">
                <a:solidFill>
                  <a:schemeClr val="accent5">
                    <a:lumMod val="25000"/>
                  </a:schemeClr>
                </a:solidFill>
              </a:rPr>
              <a:t>nostrud</a:t>
            </a:r>
            <a:r>
              <a:rPr lang="en-US">
                <a:solidFill>
                  <a:schemeClr val="accent5">
                    <a:lumMod val="25000"/>
                  </a:schemeClr>
                </a:solidFill>
              </a:rPr>
              <a:t>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a:t>
            </a:r>
            <a:endParaRPr lang="en-US"/>
          </a:p>
        </p:txBody>
      </p:sp>
      <p:pic>
        <p:nvPicPr>
          <p:cNvPr id="30" name="Picture 29" descr="A black and white triangle&#10;&#10;AI-generated content may be incorrect.">
            <a:extLst>
              <a:ext uri="{FF2B5EF4-FFF2-40B4-BE49-F238E27FC236}">
                <a16:creationId xmlns:a16="http://schemas.microsoft.com/office/drawing/2014/main" id="{7FFA9BD4-FE91-5AFD-2B38-B61F074F548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99563" y="2516330"/>
            <a:ext cx="720937" cy="809966"/>
          </a:xfrm>
          <a:prstGeom prst="rect">
            <a:avLst/>
          </a:prstGeom>
        </p:spPr>
      </p:pic>
    </p:spTree>
    <p:extLst>
      <p:ext uri="{BB962C8B-B14F-4D97-AF65-F5344CB8AC3E}">
        <p14:creationId xmlns:p14="http://schemas.microsoft.com/office/powerpoint/2010/main" val="116075449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9_Highly Visual">
    <p:spTree>
      <p:nvGrpSpPr>
        <p:cNvPr id="1" name=""/>
        <p:cNvGrpSpPr/>
        <p:nvPr/>
      </p:nvGrpSpPr>
      <p:grpSpPr>
        <a:xfrm>
          <a:off x="0" y="0"/>
          <a:ext cx="0" cy="0"/>
          <a:chOff x="0" y="0"/>
          <a:chExt cx="0" cy="0"/>
        </a:xfrm>
      </p:grpSpPr>
      <p:sp>
        <p:nvSpPr>
          <p:cNvPr id="32" name="Supporting Image">
            <a:extLst>
              <a:ext uri="{FF2B5EF4-FFF2-40B4-BE49-F238E27FC236}">
                <a16:creationId xmlns:a16="http://schemas.microsoft.com/office/drawing/2014/main" id="{118A0A29-2617-D8A9-0F4C-EA198B138358}"/>
              </a:ext>
            </a:extLst>
          </p:cNvPr>
          <p:cNvSpPr>
            <a:spLocks noGrp="1"/>
          </p:cNvSpPr>
          <p:nvPr>
            <p:ph type="pic" sz="quarter" idx="22"/>
          </p:nvPr>
        </p:nvSpPr>
        <p:spPr>
          <a:xfrm>
            <a:off x="571500" y="1668535"/>
            <a:ext cx="5127551" cy="2215485"/>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2" name="Title"/>
          <p:cNvSpPr>
            <a:spLocks noGrp="1"/>
          </p:cNvSpPr>
          <p:nvPr>
            <p:ph type="title" orient="vert" hasCustomPrompt="1"/>
          </p:nvPr>
        </p:nvSpPr>
        <p:spPr>
          <a:xfrm>
            <a:off x="576073" y="571500"/>
            <a:ext cx="9180576" cy="706363"/>
          </a:xfrm>
        </p:spPr>
        <p:txBody>
          <a:bodyPr vert="horz"/>
          <a:lstStyle>
            <a:lvl1pPr>
              <a:defRPr sz="3200"/>
            </a:lvl1pPr>
          </a:lstStyle>
          <a:p>
            <a:r>
              <a:rPr lang="en-US"/>
              <a:t>Title goes here FedEx Sans Light 32 pt.</a:t>
            </a:r>
          </a:p>
        </p:txBody>
      </p:sp>
      <p:sp>
        <p:nvSpPr>
          <p:cNvPr id="7" name="Footer Placeholder">
            <a:extLst>
              <a:ext uri="{FF2B5EF4-FFF2-40B4-BE49-F238E27FC236}">
                <a16:creationId xmlns:a16="http://schemas.microsoft.com/office/drawing/2014/main" id="{5FC064F9-276B-FB44-AF04-1A9C0E9785D5}"/>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496CD3D5-F39F-8647-9397-A2181F677636}"/>
              </a:ext>
            </a:extLst>
          </p:cNvPr>
          <p:cNvSpPr>
            <a:spLocks noGrp="1"/>
          </p:cNvSpPr>
          <p:nvPr>
            <p:ph type="sldNum" sz="quarter" idx="12"/>
          </p:nvPr>
        </p:nvSpPr>
        <p:spPr/>
        <p:txBody>
          <a:bodyPr/>
          <a:lstStyle/>
          <a:p>
            <a:fld id="{64B53FD8-04EE-4F67-B5CA-77D45BC12F90}" type="slidenum">
              <a:rPr lang="en-US" smtClean="0"/>
              <a:pPr/>
              <a:t>‹#›</a:t>
            </a:fld>
            <a:endParaRPr lang="en-US" sz="800"/>
          </a:p>
        </p:txBody>
      </p:sp>
      <p:sp>
        <p:nvSpPr>
          <p:cNvPr id="26" name="Text Placeholder">
            <a:extLst>
              <a:ext uri="{FF2B5EF4-FFF2-40B4-BE49-F238E27FC236}">
                <a16:creationId xmlns:a16="http://schemas.microsoft.com/office/drawing/2014/main" id="{A59706C1-15AA-D1D2-063D-4E0D1E898547}"/>
              </a:ext>
            </a:extLst>
          </p:cNvPr>
          <p:cNvSpPr>
            <a:spLocks noGrp="1"/>
          </p:cNvSpPr>
          <p:nvPr>
            <p:ph type="body" orient="vert" idx="14" hasCustomPrompt="1"/>
          </p:nvPr>
        </p:nvSpPr>
        <p:spPr>
          <a:xfrm>
            <a:off x="571499" y="4251094"/>
            <a:ext cx="5127551" cy="1660610"/>
          </a:xfrm>
        </p:spPr>
        <p:txBody>
          <a:bodyPr vert="horz"/>
          <a:lstStyle>
            <a:lvl3pPr marL="0" marR="0"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lvl3pPr>
            <a:lvl4pPr marL="0" indent="0">
              <a:buNone/>
              <a:defRPr/>
            </a:lvl4pPr>
          </a:lstStyle>
          <a:p>
            <a:pPr lvl="1"/>
            <a:r>
              <a:rPr lang="en-US"/>
              <a:t>Subheading</a:t>
            </a:r>
          </a:p>
          <a:p>
            <a:pPr marL="0" marR="0" lvl="2"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pPr>
            <a:r>
              <a:rPr lang="en-US"/>
              <a:t>Lorem Ipsum dolor sit </a:t>
            </a:r>
            <a:r>
              <a:rPr lang="en-US" err="1"/>
              <a:t>amet</a:t>
            </a:r>
            <a:r>
              <a:rPr lang="en-US"/>
              <a:t> </a:t>
            </a:r>
            <a:r>
              <a:rPr lang="en-US" err="1">
                <a:solidFill>
                  <a:schemeClr val="accent5">
                    <a:lumMod val="25000"/>
                  </a:schemeClr>
                </a:solidFill>
              </a:rPr>
              <a:t>consectetuer</a:t>
            </a:r>
            <a:r>
              <a:rPr lang="en-US">
                <a:solidFill>
                  <a:schemeClr val="accent5">
                    <a:lumMod val="25000"/>
                  </a:schemeClr>
                </a:solidFill>
              </a:rPr>
              <a:t> </a:t>
            </a:r>
            <a:r>
              <a:rPr lang="en-US" err="1">
                <a:solidFill>
                  <a:schemeClr val="accent5">
                    <a:lumMod val="25000"/>
                  </a:schemeClr>
                </a:solidFill>
              </a:rPr>
              <a:t>elit</a:t>
            </a:r>
            <a:r>
              <a:rPr lang="en-US">
                <a:solidFill>
                  <a:schemeClr val="accent5">
                    <a:lumMod val="25000"/>
                  </a:schemeClr>
                </a:solidFill>
              </a:rPr>
              <a:t>, sed diam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 </a:t>
            </a:r>
            <a:r>
              <a:rPr lang="en-US" err="1">
                <a:solidFill>
                  <a:schemeClr val="accent5">
                    <a:lumMod val="25000"/>
                  </a:schemeClr>
                </a:solidFill>
              </a:rPr>
              <a:t>quis</a:t>
            </a:r>
            <a:r>
              <a:rPr lang="en-US">
                <a:solidFill>
                  <a:schemeClr val="accent5">
                    <a:lumMod val="25000"/>
                  </a:schemeClr>
                </a:solidFill>
              </a:rPr>
              <a:t> </a:t>
            </a:r>
            <a:r>
              <a:rPr lang="en-US" err="1">
                <a:solidFill>
                  <a:schemeClr val="accent5">
                    <a:lumMod val="25000"/>
                  </a:schemeClr>
                </a:solidFill>
              </a:rPr>
              <a:t>nostrud</a:t>
            </a:r>
            <a:r>
              <a:rPr lang="en-US">
                <a:solidFill>
                  <a:schemeClr val="accent5">
                    <a:lumMod val="25000"/>
                  </a:schemeClr>
                </a:solidFill>
              </a:rPr>
              <a:t>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a:t>
            </a:r>
            <a:endParaRPr lang="en-US"/>
          </a:p>
        </p:txBody>
      </p:sp>
      <p:pic>
        <p:nvPicPr>
          <p:cNvPr id="28" name="Picture 27" descr="A black and white triangle&#10;&#10;AI-generated content may be incorrect.">
            <a:extLst>
              <a:ext uri="{FF2B5EF4-FFF2-40B4-BE49-F238E27FC236}">
                <a16:creationId xmlns:a16="http://schemas.microsoft.com/office/drawing/2014/main" id="{42EE7400-0873-E1B1-D714-284C4E4AC6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78114" y="3074054"/>
            <a:ext cx="720937" cy="809966"/>
          </a:xfrm>
          <a:prstGeom prst="rect">
            <a:avLst/>
          </a:prstGeom>
        </p:spPr>
      </p:pic>
      <p:sp>
        <p:nvSpPr>
          <p:cNvPr id="12" name="Supporting Image">
            <a:extLst>
              <a:ext uri="{FF2B5EF4-FFF2-40B4-BE49-F238E27FC236}">
                <a16:creationId xmlns:a16="http://schemas.microsoft.com/office/drawing/2014/main" id="{6639890E-6B7F-4EFC-D351-8C10BE4E278D}"/>
              </a:ext>
            </a:extLst>
          </p:cNvPr>
          <p:cNvSpPr>
            <a:spLocks noGrp="1"/>
          </p:cNvSpPr>
          <p:nvPr>
            <p:ph type="pic" sz="quarter" idx="23"/>
          </p:nvPr>
        </p:nvSpPr>
        <p:spPr>
          <a:xfrm>
            <a:off x="6492952" y="1668535"/>
            <a:ext cx="5127551" cy="2215485"/>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13" name="Text Placeholder">
            <a:extLst>
              <a:ext uri="{FF2B5EF4-FFF2-40B4-BE49-F238E27FC236}">
                <a16:creationId xmlns:a16="http://schemas.microsoft.com/office/drawing/2014/main" id="{D54FA2FB-ACB1-26DE-B04E-0E90B99D800F}"/>
              </a:ext>
            </a:extLst>
          </p:cNvPr>
          <p:cNvSpPr>
            <a:spLocks noGrp="1"/>
          </p:cNvSpPr>
          <p:nvPr>
            <p:ph type="body" orient="vert" idx="24" hasCustomPrompt="1"/>
          </p:nvPr>
        </p:nvSpPr>
        <p:spPr>
          <a:xfrm>
            <a:off x="6492951" y="4251094"/>
            <a:ext cx="5127551" cy="1660610"/>
          </a:xfrm>
        </p:spPr>
        <p:txBody>
          <a:bodyPr vert="horz"/>
          <a:lstStyle>
            <a:lvl3pPr marL="0" marR="0"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lvl3pPr>
            <a:lvl4pPr marL="0" indent="0">
              <a:buNone/>
              <a:defRPr/>
            </a:lvl4pPr>
          </a:lstStyle>
          <a:p>
            <a:pPr lvl="1"/>
            <a:r>
              <a:rPr lang="en-US"/>
              <a:t>Subheading</a:t>
            </a:r>
          </a:p>
          <a:p>
            <a:pPr marL="0" marR="0" lvl="2" indent="0" algn="l" defTabSz="914400" rtl="0" eaLnBrk="1" fontAlgn="auto" latinLnBrk="0" hangingPunct="1">
              <a:lnSpc>
                <a:spcPct val="130000"/>
              </a:lnSpc>
              <a:spcBef>
                <a:spcPts val="0"/>
              </a:spcBef>
              <a:spcAft>
                <a:spcPts val="600"/>
              </a:spcAft>
              <a:buClrTx/>
              <a:buSzTx/>
              <a:buFont typeface="Arial" panose="020B0604020202020204" pitchFamily="34" charset="0"/>
              <a:buNone/>
              <a:tabLst/>
              <a:defRPr/>
            </a:pPr>
            <a:r>
              <a:rPr lang="en-US"/>
              <a:t>Lorem Ipsum dolor sit </a:t>
            </a:r>
            <a:r>
              <a:rPr lang="en-US" err="1"/>
              <a:t>amet</a:t>
            </a:r>
            <a:r>
              <a:rPr lang="en-US"/>
              <a:t> </a:t>
            </a:r>
            <a:r>
              <a:rPr lang="en-US" err="1">
                <a:solidFill>
                  <a:schemeClr val="accent5">
                    <a:lumMod val="25000"/>
                  </a:schemeClr>
                </a:solidFill>
              </a:rPr>
              <a:t>consectetuer</a:t>
            </a:r>
            <a:r>
              <a:rPr lang="en-US">
                <a:solidFill>
                  <a:schemeClr val="accent5">
                    <a:lumMod val="25000"/>
                  </a:schemeClr>
                </a:solidFill>
              </a:rPr>
              <a:t> </a:t>
            </a:r>
            <a:r>
              <a:rPr lang="en-US" err="1">
                <a:solidFill>
                  <a:schemeClr val="accent5">
                    <a:lumMod val="25000"/>
                  </a:schemeClr>
                </a:solidFill>
              </a:rPr>
              <a:t>elit</a:t>
            </a:r>
            <a:r>
              <a:rPr lang="en-US">
                <a:solidFill>
                  <a:schemeClr val="accent5">
                    <a:lumMod val="25000"/>
                  </a:schemeClr>
                </a:solidFill>
              </a:rPr>
              <a:t>, sed diam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 </a:t>
            </a:r>
            <a:r>
              <a:rPr lang="en-US" err="1">
                <a:solidFill>
                  <a:schemeClr val="accent5">
                    <a:lumMod val="25000"/>
                  </a:schemeClr>
                </a:solidFill>
              </a:rPr>
              <a:t>quis</a:t>
            </a:r>
            <a:r>
              <a:rPr lang="en-US">
                <a:solidFill>
                  <a:schemeClr val="accent5">
                    <a:lumMod val="25000"/>
                  </a:schemeClr>
                </a:solidFill>
              </a:rPr>
              <a:t> </a:t>
            </a:r>
            <a:r>
              <a:rPr lang="en-US" err="1">
                <a:solidFill>
                  <a:schemeClr val="accent5">
                    <a:lumMod val="25000"/>
                  </a:schemeClr>
                </a:solidFill>
              </a:rPr>
              <a:t>nostrud</a:t>
            </a:r>
            <a:r>
              <a:rPr lang="en-US">
                <a:solidFill>
                  <a:schemeClr val="accent5">
                    <a:lumMod val="25000"/>
                  </a:schemeClr>
                </a:solidFill>
              </a:rPr>
              <a:t> </a:t>
            </a:r>
            <a:r>
              <a:rPr lang="en-US" err="1">
                <a:solidFill>
                  <a:schemeClr val="accent5">
                    <a:lumMod val="25000"/>
                  </a:schemeClr>
                </a:solidFill>
              </a:rPr>
              <a:t>nonummy</a:t>
            </a:r>
            <a:r>
              <a:rPr lang="en-US">
                <a:solidFill>
                  <a:schemeClr val="accent5">
                    <a:lumMod val="25000"/>
                  </a:schemeClr>
                </a:solidFill>
              </a:rPr>
              <a:t> </a:t>
            </a:r>
            <a:r>
              <a:rPr lang="en-US" err="1">
                <a:solidFill>
                  <a:schemeClr val="accent5">
                    <a:lumMod val="25000"/>
                  </a:schemeClr>
                </a:solidFill>
              </a:rPr>
              <a:t>nibh</a:t>
            </a:r>
            <a:r>
              <a:rPr lang="en-US">
                <a:solidFill>
                  <a:schemeClr val="accent5">
                    <a:lumMod val="25000"/>
                  </a:schemeClr>
                </a:solidFill>
              </a:rPr>
              <a:t> </a:t>
            </a:r>
            <a:r>
              <a:rPr lang="en-US" err="1">
                <a:solidFill>
                  <a:schemeClr val="accent5">
                    <a:lumMod val="25000"/>
                  </a:schemeClr>
                </a:solidFill>
              </a:rPr>
              <a:t>euismod</a:t>
            </a:r>
            <a:r>
              <a:rPr lang="en-US">
                <a:solidFill>
                  <a:schemeClr val="accent5">
                    <a:lumMod val="25000"/>
                  </a:schemeClr>
                </a:solidFill>
              </a:rPr>
              <a:t>.</a:t>
            </a:r>
            <a:endParaRPr lang="en-US"/>
          </a:p>
        </p:txBody>
      </p:sp>
      <p:pic>
        <p:nvPicPr>
          <p:cNvPr id="14" name="Picture 13" descr="A black and white triangle&#10;&#10;AI-generated content may be incorrect.">
            <a:extLst>
              <a:ext uri="{FF2B5EF4-FFF2-40B4-BE49-F238E27FC236}">
                <a16:creationId xmlns:a16="http://schemas.microsoft.com/office/drawing/2014/main" id="{7C080BAE-FEE0-8E9E-E284-EB121354311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99566" y="3074054"/>
            <a:ext cx="720937" cy="809966"/>
          </a:xfrm>
          <a:prstGeom prst="rect">
            <a:avLst/>
          </a:prstGeom>
        </p:spPr>
      </p:pic>
    </p:spTree>
    <p:extLst>
      <p:ext uri="{BB962C8B-B14F-4D97-AF65-F5344CB8AC3E}">
        <p14:creationId xmlns:p14="http://schemas.microsoft.com/office/powerpoint/2010/main" val="75325153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0_Highly Visual">
    <p:spTree>
      <p:nvGrpSpPr>
        <p:cNvPr id="1" name=""/>
        <p:cNvGrpSpPr/>
        <p:nvPr/>
      </p:nvGrpSpPr>
      <p:grpSpPr>
        <a:xfrm>
          <a:off x="0" y="0"/>
          <a:ext cx="0" cy="0"/>
          <a:chOff x="0" y="0"/>
          <a:chExt cx="0" cy="0"/>
        </a:xfrm>
      </p:grpSpPr>
      <p:sp>
        <p:nvSpPr>
          <p:cNvPr id="16" name="Supporting Image">
            <a:extLst>
              <a:ext uri="{FF2B5EF4-FFF2-40B4-BE49-F238E27FC236}">
                <a16:creationId xmlns:a16="http://schemas.microsoft.com/office/drawing/2014/main" id="{6D2E268B-D32D-172D-4E90-C7D250280073}"/>
              </a:ext>
            </a:extLst>
          </p:cNvPr>
          <p:cNvSpPr>
            <a:spLocks noGrp="1"/>
          </p:cNvSpPr>
          <p:nvPr>
            <p:ph type="pic" sz="quarter" idx="22"/>
          </p:nvPr>
        </p:nvSpPr>
        <p:spPr>
          <a:xfrm>
            <a:off x="571500" y="1658867"/>
            <a:ext cx="3072719" cy="1867931"/>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2" name="Title"/>
          <p:cNvSpPr>
            <a:spLocks noGrp="1"/>
          </p:cNvSpPr>
          <p:nvPr>
            <p:ph type="title" orient="vert" hasCustomPrompt="1"/>
          </p:nvPr>
        </p:nvSpPr>
        <p:spPr>
          <a:xfrm>
            <a:off x="576073" y="571500"/>
            <a:ext cx="9180576" cy="706363"/>
          </a:xfrm>
        </p:spPr>
        <p:txBody>
          <a:bodyPr vert="horz"/>
          <a:lstStyle>
            <a:lvl1pPr>
              <a:defRPr sz="3200"/>
            </a:lvl1pPr>
          </a:lstStyle>
          <a:p>
            <a:r>
              <a:rPr lang="en-US"/>
              <a:t>Title goes here FedEx Sans Light 32 pt.</a:t>
            </a:r>
          </a:p>
        </p:txBody>
      </p:sp>
      <p:sp>
        <p:nvSpPr>
          <p:cNvPr id="3" name="Text Placeholder"/>
          <p:cNvSpPr>
            <a:spLocks noGrp="1"/>
          </p:cNvSpPr>
          <p:nvPr>
            <p:ph type="body" orient="vert" idx="1" hasCustomPrompt="1"/>
          </p:nvPr>
        </p:nvSpPr>
        <p:spPr>
          <a:xfrm>
            <a:off x="4196454" y="1658867"/>
            <a:ext cx="7424046" cy="1867931"/>
          </a:xfrm>
        </p:spPr>
        <p:txBody>
          <a:bodyPr vert="horz"/>
          <a:lstStyle>
            <a:lvl4pPr marL="0" indent="0">
              <a:buNone/>
              <a:defRPr/>
            </a:lvl4pPr>
          </a:lstStyle>
          <a:p>
            <a:pPr lvl="1"/>
            <a:r>
              <a:rPr lang="en-US"/>
              <a:t>Subheading</a:t>
            </a:r>
          </a:p>
          <a:p>
            <a:pPr lvl="2"/>
            <a:r>
              <a:rPr lang="en-US"/>
              <a:t>Lorem Ipsum dolor sit </a:t>
            </a:r>
            <a:r>
              <a:rPr lang="en-US" err="1"/>
              <a:t>amet</a:t>
            </a:r>
            <a:endParaRPr lang="en-US"/>
          </a:p>
        </p:txBody>
      </p:sp>
      <p:sp>
        <p:nvSpPr>
          <p:cNvPr id="7" name="Footer Placeholder">
            <a:extLst>
              <a:ext uri="{FF2B5EF4-FFF2-40B4-BE49-F238E27FC236}">
                <a16:creationId xmlns:a16="http://schemas.microsoft.com/office/drawing/2014/main" id="{5FC064F9-276B-FB44-AF04-1A9C0E9785D5}"/>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496CD3D5-F39F-8647-9397-A2181F677636}"/>
              </a:ext>
            </a:extLst>
          </p:cNvPr>
          <p:cNvSpPr>
            <a:spLocks noGrp="1"/>
          </p:cNvSpPr>
          <p:nvPr>
            <p:ph type="sldNum" sz="quarter" idx="12"/>
          </p:nvPr>
        </p:nvSpPr>
        <p:spPr/>
        <p:txBody>
          <a:bodyPr/>
          <a:lstStyle/>
          <a:p>
            <a:fld id="{64B53FD8-04EE-4F67-B5CA-77D45BC12F90}" type="slidenum">
              <a:rPr lang="en-US" smtClean="0"/>
              <a:pPr/>
              <a:t>‹#›</a:t>
            </a:fld>
            <a:endParaRPr lang="en-US" sz="800"/>
          </a:p>
        </p:txBody>
      </p:sp>
      <p:pic>
        <p:nvPicPr>
          <p:cNvPr id="13" name="Picture 12" descr="A black and white triangle&#10;&#10;AI-generated content may be incorrect.">
            <a:extLst>
              <a:ext uri="{FF2B5EF4-FFF2-40B4-BE49-F238E27FC236}">
                <a16:creationId xmlns:a16="http://schemas.microsoft.com/office/drawing/2014/main" id="{E5F75F72-795C-F631-91DA-E0E4CEA2054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88416" y="2903695"/>
            <a:ext cx="554614" cy="623104"/>
          </a:xfrm>
          <a:prstGeom prst="rect">
            <a:avLst/>
          </a:prstGeom>
        </p:spPr>
      </p:pic>
      <p:sp>
        <p:nvSpPr>
          <p:cNvPr id="17" name="Supporting Image">
            <a:extLst>
              <a:ext uri="{FF2B5EF4-FFF2-40B4-BE49-F238E27FC236}">
                <a16:creationId xmlns:a16="http://schemas.microsoft.com/office/drawing/2014/main" id="{AF74EDE5-1E1E-3357-BCB6-449449636ED5}"/>
              </a:ext>
            </a:extLst>
          </p:cNvPr>
          <p:cNvSpPr>
            <a:spLocks noGrp="1"/>
          </p:cNvSpPr>
          <p:nvPr>
            <p:ph type="pic" sz="quarter" idx="23"/>
          </p:nvPr>
        </p:nvSpPr>
        <p:spPr>
          <a:xfrm>
            <a:off x="571500" y="3907802"/>
            <a:ext cx="3072719" cy="1867931"/>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18" name="Text Placeholder">
            <a:extLst>
              <a:ext uri="{FF2B5EF4-FFF2-40B4-BE49-F238E27FC236}">
                <a16:creationId xmlns:a16="http://schemas.microsoft.com/office/drawing/2014/main" id="{8CF59033-7512-6D09-B394-F569330977B6}"/>
              </a:ext>
            </a:extLst>
          </p:cNvPr>
          <p:cNvSpPr>
            <a:spLocks noGrp="1"/>
          </p:cNvSpPr>
          <p:nvPr>
            <p:ph type="body" orient="vert" idx="24" hasCustomPrompt="1"/>
          </p:nvPr>
        </p:nvSpPr>
        <p:spPr>
          <a:xfrm>
            <a:off x="4196454" y="3907802"/>
            <a:ext cx="7424046" cy="1867931"/>
          </a:xfrm>
        </p:spPr>
        <p:txBody>
          <a:bodyPr vert="horz"/>
          <a:lstStyle>
            <a:lvl4pPr marL="0" indent="0">
              <a:buNone/>
              <a:defRPr/>
            </a:lvl4pPr>
          </a:lstStyle>
          <a:p>
            <a:pPr lvl="1"/>
            <a:r>
              <a:rPr lang="en-US"/>
              <a:t>Subheading</a:t>
            </a:r>
          </a:p>
          <a:p>
            <a:pPr lvl="2"/>
            <a:r>
              <a:rPr lang="en-US"/>
              <a:t>Lorem Ipsum dolor sit </a:t>
            </a:r>
            <a:r>
              <a:rPr lang="en-US" err="1"/>
              <a:t>amet</a:t>
            </a:r>
            <a:endParaRPr lang="en-US"/>
          </a:p>
        </p:txBody>
      </p:sp>
      <p:pic>
        <p:nvPicPr>
          <p:cNvPr id="19" name="Picture 18" descr="A black and white triangle&#10;&#10;AI-generated content may be incorrect.">
            <a:extLst>
              <a:ext uri="{FF2B5EF4-FFF2-40B4-BE49-F238E27FC236}">
                <a16:creationId xmlns:a16="http://schemas.microsoft.com/office/drawing/2014/main" id="{0C5C3533-CA66-811C-CC58-3B5FE82867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88416" y="5152630"/>
            <a:ext cx="554614" cy="623104"/>
          </a:xfrm>
          <a:prstGeom prst="rect">
            <a:avLst/>
          </a:prstGeom>
        </p:spPr>
      </p:pic>
    </p:spTree>
    <p:extLst>
      <p:ext uri="{BB962C8B-B14F-4D97-AF65-F5344CB8AC3E}">
        <p14:creationId xmlns:p14="http://schemas.microsoft.com/office/powerpoint/2010/main" val="150458676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1_Highly Visual">
    <p:spTree>
      <p:nvGrpSpPr>
        <p:cNvPr id="1" name=""/>
        <p:cNvGrpSpPr/>
        <p:nvPr/>
      </p:nvGrpSpPr>
      <p:grpSpPr>
        <a:xfrm>
          <a:off x="0" y="0"/>
          <a:ext cx="0" cy="0"/>
          <a:chOff x="0" y="0"/>
          <a:chExt cx="0" cy="0"/>
        </a:xfrm>
      </p:grpSpPr>
      <p:sp>
        <p:nvSpPr>
          <p:cNvPr id="16" name="Supporting Image">
            <a:extLst>
              <a:ext uri="{FF2B5EF4-FFF2-40B4-BE49-F238E27FC236}">
                <a16:creationId xmlns:a16="http://schemas.microsoft.com/office/drawing/2014/main" id="{6D2E268B-D32D-172D-4E90-C7D250280073}"/>
              </a:ext>
            </a:extLst>
          </p:cNvPr>
          <p:cNvSpPr>
            <a:spLocks noGrp="1"/>
          </p:cNvSpPr>
          <p:nvPr>
            <p:ph type="pic" sz="quarter" idx="22"/>
          </p:nvPr>
        </p:nvSpPr>
        <p:spPr>
          <a:xfrm>
            <a:off x="571501" y="1658868"/>
            <a:ext cx="1936308" cy="1177097"/>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2" name="Title"/>
          <p:cNvSpPr>
            <a:spLocks noGrp="1"/>
          </p:cNvSpPr>
          <p:nvPr>
            <p:ph type="title" orient="vert" hasCustomPrompt="1"/>
          </p:nvPr>
        </p:nvSpPr>
        <p:spPr>
          <a:xfrm>
            <a:off x="576073" y="571500"/>
            <a:ext cx="9180576" cy="706363"/>
          </a:xfrm>
        </p:spPr>
        <p:txBody>
          <a:bodyPr vert="horz"/>
          <a:lstStyle>
            <a:lvl1pPr>
              <a:defRPr sz="3200"/>
            </a:lvl1pPr>
          </a:lstStyle>
          <a:p>
            <a:r>
              <a:rPr lang="en-US"/>
              <a:t>Title goes here FedEx Sans Light 32 pt.</a:t>
            </a:r>
          </a:p>
        </p:txBody>
      </p:sp>
      <p:sp>
        <p:nvSpPr>
          <p:cNvPr id="3" name="Text Placeholder"/>
          <p:cNvSpPr>
            <a:spLocks noGrp="1"/>
          </p:cNvSpPr>
          <p:nvPr>
            <p:ph type="body" orient="vert" idx="1" hasCustomPrompt="1"/>
          </p:nvPr>
        </p:nvSpPr>
        <p:spPr>
          <a:xfrm>
            <a:off x="2915478" y="1658868"/>
            <a:ext cx="8705022" cy="1177098"/>
          </a:xfrm>
        </p:spPr>
        <p:txBody>
          <a:bodyPr vert="horz"/>
          <a:lstStyle>
            <a:lvl4pPr marL="0" indent="0">
              <a:buNone/>
              <a:defRPr/>
            </a:lvl4pPr>
          </a:lstStyle>
          <a:p>
            <a:pPr lvl="1"/>
            <a:r>
              <a:rPr lang="en-US"/>
              <a:t>Subheading</a:t>
            </a:r>
          </a:p>
          <a:p>
            <a:pPr lvl="2"/>
            <a:r>
              <a:rPr lang="en-US"/>
              <a:t>Lorem Ipsum dolor sit </a:t>
            </a:r>
            <a:r>
              <a:rPr lang="en-US" err="1"/>
              <a:t>amet</a:t>
            </a:r>
            <a:endParaRPr lang="en-US"/>
          </a:p>
        </p:txBody>
      </p:sp>
      <p:sp>
        <p:nvSpPr>
          <p:cNvPr id="7" name="Footer Placeholder">
            <a:extLst>
              <a:ext uri="{FF2B5EF4-FFF2-40B4-BE49-F238E27FC236}">
                <a16:creationId xmlns:a16="http://schemas.microsoft.com/office/drawing/2014/main" id="{5FC064F9-276B-FB44-AF04-1A9C0E9785D5}"/>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496CD3D5-F39F-8647-9397-A2181F677636}"/>
              </a:ext>
            </a:extLst>
          </p:cNvPr>
          <p:cNvSpPr>
            <a:spLocks noGrp="1"/>
          </p:cNvSpPr>
          <p:nvPr>
            <p:ph type="sldNum" sz="quarter" idx="12"/>
          </p:nvPr>
        </p:nvSpPr>
        <p:spPr/>
        <p:txBody>
          <a:bodyPr/>
          <a:lstStyle/>
          <a:p>
            <a:fld id="{64B53FD8-04EE-4F67-B5CA-77D45BC12F90}" type="slidenum">
              <a:rPr lang="en-US" smtClean="0"/>
              <a:pPr/>
              <a:t>‹#›</a:t>
            </a:fld>
            <a:endParaRPr lang="en-US" sz="800"/>
          </a:p>
        </p:txBody>
      </p:sp>
      <p:pic>
        <p:nvPicPr>
          <p:cNvPr id="13" name="Picture 12" descr="A black and white triangle&#10;&#10;AI-generated content may be incorrect.">
            <a:extLst>
              <a:ext uri="{FF2B5EF4-FFF2-40B4-BE49-F238E27FC236}">
                <a16:creationId xmlns:a16="http://schemas.microsoft.com/office/drawing/2014/main" id="{E5F75F72-795C-F631-91DA-E0E4CEA2054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90467" y="2247416"/>
            <a:ext cx="554614" cy="623104"/>
          </a:xfrm>
          <a:prstGeom prst="rect">
            <a:avLst/>
          </a:prstGeom>
        </p:spPr>
      </p:pic>
      <p:sp>
        <p:nvSpPr>
          <p:cNvPr id="4" name="Supporting Image">
            <a:extLst>
              <a:ext uri="{FF2B5EF4-FFF2-40B4-BE49-F238E27FC236}">
                <a16:creationId xmlns:a16="http://schemas.microsoft.com/office/drawing/2014/main" id="{BD0E0AD5-DE0B-01CB-1F37-5A93CC1C2BEA}"/>
              </a:ext>
            </a:extLst>
          </p:cNvPr>
          <p:cNvSpPr>
            <a:spLocks noGrp="1"/>
          </p:cNvSpPr>
          <p:nvPr>
            <p:ph type="pic" sz="quarter" idx="23"/>
          </p:nvPr>
        </p:nvSpPr>
        <p:spPr>
          <a:xfrm>
            <a:off x="571500" y="3162989"/>
            <a:ext cx="1936308" cy="1177097"/>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5" name="Text Placeholder">
            <a:extLst>
              <a:ext uri="{FF2B5EF4-FFF2-40B4-BE49-F238E27FC236}">
                <a16:creationId xmlns:a16="http://schemas.microsoft.com/office/drawing/2014/main" id="{739FDAA3-99B4-C463-DD74-08E2D28B62A6}"/>
              </a:ext>
            </a:extLst>
          </p:cNvPr>
          <p:cNvSpPr>
            <a:spLocks noGrp="1"/>
          </p:cNvSpPr>
          <p:nvPr>
            <p:ph type="body" orient="vert" idx="24" hasCustomPrompt="1"/>
          </p:nvPr>
        </p:nvSpPr>
        <p:spPr>
          <a:xfrm>
            <a:off x="2915477" y="3162988"/>
            <a:ext cx="8705022" cy="1177097"/>
          </a:xfrm>
        </p:spPr>
        <p:txBody>
          <a:bodyPr vert="horz"/>
          <a:lstStyle>
            <a:lvl4pPr marL="0" indent="0">
              <a:buNone/>
              <a:defRPr/>
            </a:lvl4pPr>
          </a:lstStyle>
          <a:p>
            <a:pPr lvl="1"/>
            <a:r>
              <a:rPr lang="en-US"/>
              <a:t>Subheading</a:t>
            </a:r>
          </a:p>
          <a:p>
            <a:pPr lvl="2"/>
            <a:r>
              <a:rPr lang="en-US"/>
              <a:t>Lorem Ipsum dolor sit </a:t>
            </a:r>
            <a:r>
              <a:rPr lang="en-US" err="1"/>
              <a:t>amet</a:t>
            </a:r>
            <a:endParaRPr lang="en-US"/>
          </a:p>
        </p:txBody>
      </p:sp>
      <p:pic>
        <p:nvPicPr>
          <p:cNvPr id="6" name="Picture 5" descr="A black and white triangle&#10;&#10;AI-generated content may be incorrect.">
            <a:extLst>
              <a:ext uri="{FF2B5EF4-FFF2-40B4-BE49-F238E27FC236}">
                <a16:creationId xmlns:a16="http://schemas.microsoft.com/office/drawing/2014/main" id="{A5FDF33E-12B1-C048-F526-1922E38D8D6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90466" y="3751537"/>
            <a:ext cx="554614" cy="623104"/>
          </a:xfrm>
          <a:prstGeom prst="rect">
            <a:avLst/>
          </a:prstGeom>
        </p:spPr>
      </p:pic>
      <p:sp>
        <p:nvSpPr>
          <p:cNvPr id="9" name="Supporting Image">
            <a:extLst>
              <a:ext uri="{FF2B5EF4-FFF2-40B4-BE49-F238E27FC236}">
                <a16:creationId xmlns:a16="http://schemas.microsoft.com/office/drawing/2014/main" id="{A24A79B4-93A7-919A-D510-C7AF1A419734}"/>
              </a:ext>
            </a:extLst>
          </p:cNvPr>
          <p:cNvSpPr>
            <a:spLocks noGrp="1"/>
          </p:cNvSpPr>
          <p:nvPr>
            <p:ph type="pic" sz="quarter" idx="25"/>
          </p:nvPr>
        </p:nvSpPr>
        <p:spPr>
          <a:xfrm>
            <a:off x="571500" y="4667110"/>
            <a:ext cx="1936308" cy="1177097"/>
          </a:xfrm>
          <a:solidFill>
            <a:schemeClr val="accent6"/>
          </a:solidFill>
        </p:spPr>
        <p:txBody>
          <a:bodyPr vert="horz" wrap="square" lIns="0" tIns="0" rIns="0" bIns="0" rtlCol="0" anchor="ctr" anchorCtr="0">
            <a:noAutofit/>
          </a:bodyPr>
          <a:lstStyle>
            <a:lvl1pPr>
              <a:defRPr lang="en-US" sz="1400">
                <a:solidFill>
                  <a:schemeClr val="tx1"/>
                </a:solidFill>
              </a:defRPr>
            </a:lvl1pPr>
          </a:lstStyle>
          <a:p>
            <a:pPr lvl="0" algn="ctr"/>
            <a:r>
              <a:rPr lang="en-US"/>
              <a:t>Click icon to add picture</a:t>
            </a:r>
          </a:p>
        </p:txBody>
      </p:sp>
      <p:sp>
        <p:nvSpPr>
          <p:cNvPr id="10" name="Text Placeholder">
            <a:extLst>
              <a:ext uri="{FF2B5EF4-FFF2-40B4-BE49-F238E27FC236}">
                <a16:creationId xmlns:a16="http://schemas.microsoft.com/office/drawing/2014/main" id="{413D1C38-45C6-FEC4-D533-E39FF7B3FE9A}"/>
              </a:ext>
            </a:extLst>
          </p:cNvPr>
          <p:cNvSpPr>
            <a:spLocks noGrp="1"/>
          </p:cNvSpPr>
          <p:nvPr>
            <p:ph type="body" orient="vert" idx="26" hasCustomPrompt="1"/>
          </p:nvPr>
        </p:nvSpPr>
        <p:spPr>
          <a:xfrm>
            <a:off x="2915477" y="4667109"/>
            <a:ext cx="8705022" cy="1177097"/>
          </a:xfrm>
        </p:spPr>
        <p:txBody>
          <a:bodyPr vert="horz"/>
          <a:lstStyle>
            <a:lvl4pPr marL="0" indent="0">
              <a:buNone/>
              <a:defRPr/>
            </a:lvl4pPr>
          </a:lstStyle>
          <a:p>
            <a:pPr lvl="1"/>
            <a:r>
              <a:rPr lang="en-US"/>
              <a:t>Subheading</a:t>
            </a:r>
          </a:p>
          <a:p>
            <a:pPr lvl="2"/>
            <a:r>
              <a:rPr lang="en-US"/>
              <a:t>Lorem Ipsum dolor sit </a:t>
            </a:r>
            <a:r>
              <a:rPr lang="en-US" err="1"/>
              <a:t>amet</a:t>
            </a:r>
            <a:endParaRPr lang="en-US"/>
          </a:p>
        </p:txBody>
      </p:sp>
      <p:pic>
        <p:nvPicPr>
          <p:cNvPr id="11" name="Picture 10" descr="A black and white triangle&#10;&#10;AI-generated content may be incorrect.">
            <a:extLst>
              <a:ext uri="{FF2B5EF4-FFF2-40B4-BE49-F238E27FC236}">
                <a16:creationId xmlns:a16="http://schemas.microsoft.com/office/drawing/2014/main" id="{96BBBE69-4E61-F836-6633-ABD3FA9622E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90466" y="5255658"/>
            <a:ext cx="554614" cy="623104"/>
          </a:xfrm>
          <a:prstGeom prst="rect">
            <a:avLst/>
          </a:prstGeom>
        </p:spPr>
      </p:pic>
    </p:spTree>
    <p:extLst>
      <p:ext uri="{BB962C8B-B14F-4D97-AF65-F5344CB8AC3E}">
        <p14:creationId xmlns:p14="http://schemas.microsoft.com/office/powerpoint/2010/main" val="262050087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2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lvl1pPr>
              <a:defRPr sz="3800"/>
            </a:lvl1pPr>
          </a:lstStyle>
          <a:p>
            <a:r>
              <a:rPr lang="en-US"/>
              <a:t>Click to edit Master title style</a:t>
            </a:r>
          </a:p>
        </p:txBody>
      </p:sp>
      <p:sp>
        <p:nvSpPr>
          <p:cNvPr id="4" name="Text Placeholder 1">
            <a:extLst>
              <a:ext uri="{FF2B5EF4-FFF2-40B4-BE49-F238E27FC236}">
                <a16:creationId xmlns:a16="http://schemas.microsoft.com/office/drawing/2014/main" id="{04DEF99A-8B75-9D4B-B34F-63467AEBBC78}"/>
              </a:ext>
            </a:extLst>
          </p:cNvPr>
          <p:cNvSpPr>
            <a:spLocks noGrp="1"/>
          </p:cNvSpPr>
          <p:nvPr>
            <p:ph type="body" sz="quarter" idx="20"/>
          </p:nvPr>
        </p:nvSpPr>
        <p:spPr>
          <a:xfrm>
            <a:off x="571500" y="2604513"/>
            <a:ext cx="5410200" cy="3415287"/>
          </a:xfrm>
        </p:spPr>
        <p:txBody>
          <a:bodyPr/>
          <a:lstStyle>
            <a:lvl1pPr>
              <a:spcAft>
                <a:spcPts val="300"/>
              </a:spcAft>
              <a:defRPr sz="1600">
                <a:latin typeface="+mj-lt"/>
              </a:defRPr>
            </a:lvl1pPr>
            <a:lvl2pP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buFont typeface="Arial" panose="020B0604020202020204" pitchFamily="34" charset="0"/>
              <a:buChar char="•"/>
              <a:defRPr/>
            </a:lvl3pPr>
            <a:lvl5pPr>
              <a:spcAft>
                <a:spcPts val="600"/>
              </a:spcAft>
              <a:defRPr/>
            </a:lvl5pPr>
            <a:lvl6pPr>
              <a:spcAft>
                <a:spcPts val="600"/>
              </a:spcAft>
              <a:defRPr/>
            </a:lvl6pPr>
          </a:lstStyle>
          <a:p>
            <a:pPr lvl="0"/>
            <a:r>
              <a:rPr lang="en-US"/>
              <a:t>Click to edit Master text styles</a:t>
            </a:r>
          </a:p>
          <a:p>
            <a:pPr lvl="1"/>
            <a:r>
              <a:rPr lang="en-US"/>
              <a:t>Second level</a:t>
            </a:r>
          </a:p>
          <a:p>
            <a:pPr lvl="2"/>
            <a:r>
              <a:rPr lang="en-US"/>
              <a:t>Third level</a:t>
            </a:r>
          </a:p>
          <a:p>
            <a:pPr lvl="4"/>
            <a:r>
              <a:rPr lang="en-US"/>
              <a:t>Fourth level</a:t>
            </a:r>
          </a:p>
          <a:p>
            <a:pPr lvl="5"/>
            <a:r>
              <a:rPr lang="en-US"/>
              <a:t>Fifth level</a:t>
            </a:r>
          </a:p>
        </p:txBody>
      </p:sp>
      <p:sp>
        <p:nvSpPr>
          <p:cNvPr id="9" name="Icon Placeholder 1">
            <a:extLst>
              <a:ext uri="{FF2B5EF4-FFF2-40B4-BE49-F238E27FC236}">
                <a16:creationId xmlns:a16="http://schemas.microsoft.com/office/drawing/2014/main" id="{A8E02881-C2AA-2C44-902B-FF58905B6337}"/>
              </a:ext>
            </a:extLst>
          </p:cNvPr>
          <p:cNvSpPr>
            <a:spLocks noGrp="1"/>
          </p:cNvSpPr>
          <p:nvPr>
            <p:ph type="pic" sz="quarter" idx="17" hasCustomPrompt="1"/>
          </p:nvPr>
        </p:nvSpPr>
        <p:spPr>
          <a:xfrm>
            <a:off x="571500" y="1524000"/>
            <a:ext cx="813816" cy="813816"/>
          </a:xfrm>
          <a:prstGeom prst="rect">
            <a:avLst/>
          </a:prstGeom>
        </p:spPr>
        <p:txBody>
          <a:bodyPr anchor="ctr" anchorCtr="0"/>
          <a:lstStyle>
            <a:lvl1pPr algn="ctr">
              <a:defRPr sz="800"/>
            </a:lvl1pPr>
          </a:lstStyle>
          <a:p>
            <a:r>
              <a:rPr lang="en-US"/>
              <a:t>Place Icon Here</a:t>
            </a:r>
          </a:p>
        </p:txBody>
      </p:sp>
      <p:sp>
        <p:nvSpPr>
          <p:cNvPr id="16" name="Text Placeholder 2">
            <a:extLst>
              <a:ext uri="{FF2B5EF4-FFF2-40B4-BE49-F238E27FC236}">
                <a16:creationId xmlns:a16="http://schemas.microsoft.com/office/drawing/2014/main" id="{89676E2B-F266-3E4C-BEC3-CEBD1C0DB998}"/>
              </a:ext>
            </a:extLst>
          </p:cNvPr>
          <p:cNvSpPr>
            <a:spLocks noGrp="1"/>
          </p:cNvSpPr>
          <p:nvPr>
            <p:ph type="body" sz="quarter" idx="21"/>
          </p:nvPr>
        </p:nvSpPr>
        <p:spPr>
          <a:xfrm>
            <a:off x="6210300" y="2604513"/>
            <a:ext cx="5410200" cy="3415287"/>
          </a:xfrm>
        </p:spPr>
        <p:txBody>
          <a:bodyPr/>
          <a:lstStyle>
            <a:lvl1pPr>
              <a:spcAft>
                <a:spcPts val="300"/>
              </a:spcAft>
              <a:defRPr sz="1600">
                <a:latin typeface="+mj-lt"/>
              </a:defRPr>
            </a:lvl1pPr>
            <a:lvl2pP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buFont typeface="Arial" panose="020B0604020202020204" pitchFamily="34" charset="0"/>
              <a:buChar char="•"/>
              <a:defRPr/>
            </a:lvl3pPr>
            <a:lvl5pPr>
              <a:spcAft>
                <a:spcPts val="600"/>
              </a:spcAft>
              <a:defRPr/>
            </a:lvl5pPr>
            <a:lvl6pPr>
              <a:spcAft>
                <a:spcPts val="600"/>
              </a:spcAft>
              <a:defRPr/>
            </a:lvl6pPr>
          </a:lstStyle>
          <a:p>
            <a:pPr lvl="0"/>
            <a:r>
              <a:rPr lang="en-US"/>
              <a:t>Click to edit Master text styles</a:t>
            </a:r>
          </a:p>
          <a:p>
            <a:pPr lvl="1"/>
            <a:r>
              <a:rPr lang="en-US"/>
              <a:t>Second level</a:t>
            </a:r>
          </a:p>
          <a:p>
            <a:pPr lvl="2"/>
            <a:r>
              <a:rPr lang="en-US"/>
              <a:t>Third level</a:t>
            </a:r>
          </a:p>
          <a:p>
            <a:pPr lvl="4"/>
            <a:r>
              <a:rPr lang="en-US"/>
              <a:t>Fourth level</a:t>
            </a:r>
          </a:p>
          <a:p>
            <a:pPr lvl="5"/>
            <a:r>
              <a:rPr lang="en-US"/>
              <a:t>Fifth level</a:t>
            </a:r>
          </a:p>
        </p:txBody>
      </p:sp>
      <p:sp>
        <p:nvSpPr>
          <p:cNvPr id="15" name="Icon Placeholder 2">
            <a:extLst>
              <a:ext uri="{FF2B5EF4-FFF2-40B4-BE49-F238E27FC236}">
                <a16:creationId xmlns:a16="http://schemas.microsoft.com/office/drawing/2014/main" id="{103519B7-D1C6-F944-AB7B-98E0CADF9B9A}"/>
              </a:ext>
            </a:extLst>
          </p:cNvPr>
          <p:cNvSpPr>
            <a:spLocks noGrp="1"/>
          </p:cNvSpPr>
          <p:nvPr>
            <p:ph type="pic" sz="quarter" idx="19" hasCustomPrompt="1"/>
          </p:nvPr>
        </p:nvSpPr>
        <p:spPr>
          <a:xfrm>
            <a:off x="6210300" y="1523997"/>
            <a:ext cx="813816" cy="813816"/>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FD8E4AD9-C423-704A-BFC5-B959CA86E8BB}"/>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B57F2F9C-FF97-0C43-9E37-E6E5CA051914}"/>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7575580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3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lvl1pPr>
              <a:defRPr sz="3800"/>
            </a:lvl1pPr>
          </a:lstStyle>
          <a:p>
            <a:r>
              <a:rPr lang="en-US"/>
              <a:t>Click to edit Master title style</a:t>
            </a:r>
          </a:p>
        </p:txBody>
      </p:sp>
      <p:sp>
        <p:nvSpPr>
          <p:cNvPr id="11" name="Text Placeholder 1">
            <a:extLst>
              <a:ext uri="{FF2B5EF4-FFF2-40B4-BE49-F238E27FC236}">
                <a16:creationId xmlns:a16="http://schemas.microsoft.com/office/drawing/2014/main" id="{63979492-BC64-D346-BABC-09832381C20F}"/>
              </a:ext>
            </a:extLst>
          </p:cNvPr>
          <p:cNvSpPr>
            <a:spLocks noGrp="1"/>
          </p:cNvSpPr>
          <p:nvPr>
            <p:ph type="body" sz="quarter" idx="25"/>
          </p:nvPr>
        </p:nvSpPr>
        <p:spPr>
          <a:xfrm>
            <a:off x="571500" y="2604512"/>
            <a:ext cx="3505200" cy="3415287"/>
          </a:xfrm>
        </p:spPr>
        <p:txBody>
          <a:bodyPr/>
          <a:lstStyle>
            <a:lvl1pPr>
              <a:spcAft>
                <a:spcPts val="300"/>
              </a:spcAft>
              <a:defRPr sz="1600">
                <a:latin typeface="+mj-lt"/>
              </a:defRPr>
            </a:lvl1pPr>
            <a:lvl2pP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buFont typeface="Arial" panose="020B0604020202020204" pitchFamily="34" charset="0"/>
              <a:buChar char="•"/>
              <a:defRPr/>
            </a:lvl3pPr>
            <a:lvl4pPr>
              <a:buNone/>
              <a:defRPr lang="en-US" sz="1600" kern="1200" dirty="0">
                <a:solidFill>
                  <a:schemeClr val="tx1"/>
                </a:solidFill>
                <a:latin typeface="+mn-lt"/>
                <a:ea typeface="+mn-ea"/>
                <a:cs typeface="+mn-cs"/>
              </a:defRPr>
            </a:lvl4pPr>
            <a:lvl5pPr>
              <a:spcAft>
                <a:spcPts val="600"/>
              </a:spcAft>
              <a:defRPr/>
            </a:lvl5pPr>
            <a:lvl6pPr>
              <a:spcAft>
                <a:spcPts val="600"/>
              </a:spcAft>
              <a:defRPr sz="1200"/>
            </a:lvl6pPr>
            <a:lvl7pPr marL="11113" indent="0">
              <a:buNone/>
              <a:tabLst/>
              <a:defRPr sz="1600"/>
            </a:lvl7pPr>
          </a:lstStyle>
          <a:p>
            <a:pPr lvl="0"/>
            <a:r>
              <a:rPr lang="en-US"/>
              <a:t>Click to edit Master text styles</a:t>
            </a:r>
          </a:p>
          <a:p>
            <a:pPr lvl="1"/>
            <a:r>
              <a:rPr lang="en-US"/>
              <a:t>Second level</a:t>
            </a:r>
          </a:p>
          <a:p>
            <a:pPr lvl="2"/>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a:t>Fourth</a:t>
            </a:r>
          </a:p>
          <a:p>
            <a:pPr lvl="5"/>
            <a:r>
              <a:rPr lang="en-US"/>
              <a:t>Fourth level</a:t>
            </a:r>
          </a:p>
        </p:txBody>
      </p:sp>
      <p:sp>
        <p:nvSpPr>
          <p:cNvPr id="9" name="Icon Placeholder 1">
            <a:extLst>
              <a:ext uri="{FF2B5EF4-FFF2-40B4-BE49-F238E27FC236}">
                <a16:creationId xmlns:a16="http://schemas.microsoft.com/office/drawing/2014/main" id="{A8E02881-C2AA-2C44-902B-FF58905B6337}"/>
              </a:ext>
            </a:extLst>
          </p:cNvPr>
          <p:cNvSpPr>
            <a:spLocks noGrp="1"/>
          </p:cNvSpPr>
          <p:nvPr>
            <p:ph type="pic" sz="quarter" idx="17" hasCustomPrompt="1"/>
          </p:nvPr>
        </p:nvSpPr>
        <p:spPr>
          <a:xfrm>
            <a:off x="571500" y="1524000"/>
            <a:ext cx="813816" cy="813816"/>
          </a:xfrm>
          <a:prstGeom prst="rect">
            <a:avLst/>
          </a:prstGeom>
        </p:spPr>
        <p:txBody>
          <a:bodyPr anchor="ctr" anchorCtr="0"/>
          <a:lstStyle>
            <a:lvl1pPr algn="ctr">
              <a:defRPr sz="800"/>
            </a:lvl1pPr>
          </a:lstStyle>
          <a:p>
            <a:r>
              <a:rPr lang="en-US"/>
              <a:t>Place Icon Here</a:t>
            </a:r>
          </a:p>
        </p:txBody>
      </p:sp>
      <p:sp>
        <p:nvSpPr>
          <p:cNvPr id="17" name="Text Placeholder 2">
            <a:extLst>
              <a:ext uri="{FF2B5EF4-FFF2-40B4-BE49-F238E27FC236}">
                <a16:creationId xmlns:a16="http://schemas.microsoft.com/office/drawing/2014/main" id="{2E5181B1-59DD-C44F-BF39-F5FF8AEFB267}"/>
              </a:ext>
            </a:extLst>
          </p:cNvPr>
          <p:cNvSpPr>
            <a:spLocks noGrp="1"/>
          </p:cNvSpPr>
          <p:nvPr>
            <p:ph type="body" sz="quarter" idx="22"/>
          </p:nvPr>
        </p:nvSpPr>
        <p:spPr>
          <a:xfrm>
            <a:off x="4343400" y="2604513"/>
            <a:ext cx="3505200" cy="3415287"/>
          </a:xfrm>
        </p:spPr>
        <p:txBody>
          <a:bodyPr/>
          <a:lstStyle>
            <a:lvl1pPr>
              <a:spcAft>
                <a:spcPts val="300"/>
              </a:spcAft>
              <a:defRPr sz="1600">
                <a:latin typeface="+mj-lt"/>
              </a:defRPr>
            </a:lvl1pPr>
            <a:lvl2pP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buFont typeface="Arial" panose="020B0604020202020204" pitchFamily="34" charset="0"/>
              <a:buChar char="•"/>
              <a:defRPr/>
            </a:lvl3pPr>
            <a:lvl4pPr>
              <a:buNone/>
              <a:defRPr lang="en-US" sz="1600" kern="1200" dirty="0">
                <a:solidFill>
                  <a:schemeClr val="tx1"/>
                </a:solidFill>
                <a:latin typeface="+mn-lt"/>
                <a:ea typeface="+mn-ea"/>
                <a:cs typeface="+mn-cs"/>
              </a:defRPr>
            </a:lvl4pPr>
            <a:lvl5pPr>
              <a:spcAft>
                <a:spcPts val="600"/>
              </a:spcAft>
              <a:defRPr/>
            </a:lvl5pPr>
            <a:lvl6pPr>
              <a:spcAft>
                <a:spcPts val="600"/>
              </a:spcAft>
              <a:defRPr sz="1200"/>
            </a:lvl6pPr>
            <a:lvl7pPr marL="11113" indent="0">
              <a:buNone/>
              <a:tabLst/>
              <a:defRPr sz="1600"/>
            </a:lvl7pPr>
          </a:lstStyle>
          <a:p>
            <a:pPr lvl="0"/>
            <a:r>
              <a:rPr lang="en-US"/>
              <a:t>Click to edit Master text styles</a:t>
            </a:r>
          </a:p>
          <a:p>
            <a:pPr lvl="1"/>
            <a:r>
              <a:rPr lang="en-US"/>
              <a:t>Second level</a:t>
            </a:r>
          </a:p>
          <a:p>
            <a:pPr lvl="2"/>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a:t>Fourth</a:t>
            </a:r>
          </a:p>
          <a:p>
            <a:pPr lvl="5"/>
            <a:r>
              <a:rPr lang="en-US"/>
              <a:t>Fourth level</a:t>
            </a:r>
          </a:p>
        </p:txBody>
      </p:sp>
      <p:sp>
        <p:nvSpPr>
          <p:cNvPr id="14" name="Icon Placeholder 2">
            <a:extLst>
              <a:ext uri="{FF2B5EF4-FFF2-40B4-BE49-F238E27FC236}">
                <a16:creationId xmlns:a16="http://schemas.microsoft.com/office/drawing/2014/main" id="{2ACA6D07-F2D1-FF47-AE3A-0181E567828C}"/>
              </a:ext>
            </a:extLst>
          </p:cNvPr>
          <p:cNvSpPr>
            <a:spLocks noGrp="1"/>
          </p:cNvSpPr>
          <p:nvPr>
            <p:ph type="pic" sz="quarter" idx="18" hasCustomPrompt="1"/>
          </p:nvPr>
        </p:nvSpPr>
        <p:spPr>
          <a:xfrm>
            <a:off x="4345059" y="1524000"/>
            <a:ext cx="813816" cy="813816"/>
          </a:xfrm>
          <a:prstGeom prst="rect">
            <a:avLst/>
          </a:prstGeom>
        </p:spPr>
        <p:txBody>
          <a:bodyPr anchor="ctr" anchorCtr="0"/>
          <a:lstStyle>
            <a:lvl1pPr algn="ctr">
              <a:defRPr sz="800"/>
            </a:lvl1pPr>
          </a:lstStyle>
          <a:p>
            <a:r>
              <a:rPr lang="en-US"/>
              <a:t>Place Icon Here</a:t>
            </a:r>
          </a:p>
        </p:txBody>
      </p:sp>
      <p:sp>
        <p:nvSpPr>
          <p:cNvPr id="12" name="Text Placeholder 3">
            <a:extLst>
              <a:ext uri="{FF2B5EF4-FFF2-40B4-BE49-F238E27FC236}">
                <a16:creationId xmlns:a16="http://schemas.microsoft.com/office/drawing/2014/main" id="{F08C9186-8396-F945-8D04-E0ED77B889B8}"/>
              </a:ext>
            </a:extLst>
          </p:cNvPr>
          <p:cNvSpPr>
            <a:spLocks noGrp="1"/>
          </p:cNvSpPr>
          <p:nvPr>
            <p:ph type="body" sz="quarter" idx="26"/>
          </p:nvPr>
        </p:nvSpPr>
        <p:spPr>
          <a:xfrm>
            <a:off x="8115300" y="2604512"/>
            <a:ext cx="3505200" cy="3415287"/>
          </a:xfrm>
        </p:spPr>
        <p:txBody>
          <a:bodyPr/>
          <a:lstStyle>
            <a:lvl1pPr>
              <a:spcAft>
                <a:spcPts val="300"/>
              </a:spcAft>
              <a:defRPr sz="1600">
                <a:latin typeface="+mj-lt"/>
              </a:defRPr>
            </a:lvl1pPr>
            <a:lvl2pP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buFont typeface="Arial" panose="020B0604020202020204" pitchFamily="34" charset="0"/>
              <a:buChar char="•"/>
              <a:defRPr/>
            </a:lvl3pPr>
            <a:lvl4pPr>
              <a:buNone/>
              <a:defRPr lang="en-US" sz="1600" kern="1200" dirty="0">
                <a:solidFill>
                  <a:schemeClr val="tx1"/>
                </a:solidFill>
                <a:latin typeface="+mn-lt"/>
                <a:ea typeface="+mn-ea"/>
                <a:cs typeface="+mn-cs"/>
              </a:defRPr>
            </a:lvl4pPr>
            <a:lvl5pPr>
              <a:spcAft>
                <a:spcPts val="600"/>
              </a:spcAft>
              <a:defRPr/>
            </a:lvl5pPr>
            <a:lvl6pPr>
              <a:spcAft>
                <a:spcPts val="600"/>
              </a:spcAft>
              <a:defRPr sz="1200"/>
            </a:lvl6pPr>
            <a:lvl7pPr marL="11113" indent="0">
              <a:buNone/>
              <a:tabLst/>
              <a:defRPr sz="1600"/>
            </a:lvl7pPr>
          </a:lstStyle>
          <a:p>
            <a:pPr lvl="0"/>
            <a:r>
              <a:rPr lang="en-US"/>
              <a:t>Click to edit Master text styles</a:t>
            </a:r>
          </a:p>
          <a:p>
            <a:pPr lvl="1"/>
            <a:r>
              <a:rPr lang="en-US"/>
              <a:t>Second level</a:t>
            </a:r>
          </a:p>
          <a:p>
            <a:pPr lvl="2"/>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pPr>
            <a:r>
              <a:rPr lang="en-US"/>
              <a:t>Fourth</a:t>
            </a:r>
          </a:p>
          <a:p>
            <a:pPr lvl="5"/>
            <a:r>
              <a:rPr lang="en-US"/>
              <a:t>Fourth level</a:t>
            </a:r>
          </a:p>
        </p:txBody>
      </p:sp>
      <p:sp>
        <p:nvSpPr>
          <p:cNvPr id="15" name="Icon Placeholder 3">
            <a:extLst>
              <a:ext uri="{FF2B5EF4-FFF2-40B4-BE49-F238E27FC236}">
                <a16:creationId xmlns:a16="http://schemas.microsoft.com/office/drawing/2014/main" id="{103519B7-D1C6-F944-AB7B-98E0CADF9B9A}"/>
              </a:ext>
            </a:extLst>
          </p:cNvPr>
          <p:cNvSpPr>
            <a:spLocks noGrp="1"/>
          </p:cNvSpPr>
          <p:nvPr>
            <p:ph type="pic" sz="quarter" idx="19" hasCustomPrompt="1"/>
          </p:nvPr>
        </p:nvSpPr>
        <p:spPr>
          <a:xfrm>
            <a:off x="8115300" y="1523997"/>
            <a:ext cx="813816" cy="813816"/>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FD8E4AD9-C423-704A-BFC5-B959CA86E8BB}"/>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B57F2F9C-FF97-0C43-9E37-E6E5CA051914}"/>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73871554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4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sz="3800"/>
            </a:lvl1pPr>
          </a:lstStyle>
          <a:p>
            <a:r>
              <a:rPr lang="en-US"/>
              <a:t>Click to edit Master title style</a:t>
            </a:r>
          </a:p>
        </p:txBody>
      </p:sp>
      <p:sp>
        <p:nvSpPr>
          <p:cNvPr id="9" name="Icon Placeholder 1">
            <a:extLst>
              <a:ext uri="{FF2B5EF4-FFF2-40B4-BE49-F238E27FC236}">
                <a16:creationId xmlns:a16="http://schemas.microsoft.com/office/drawing/2014/main" id="{A8E02881-C2AA-2C44-902B-FF58905B6337}"/>
              </a:ext>
            </a:extLst>
          </p:cNvPr>
          <p:cNvSpPr>
            <a:spLocks noGrp="1"/>
          </p:cNvSpPr>
          <p:nvPr>
            <p:ph type="pic" sz="quarter" idx="17" hasCustomPrompt="1"/>
          </p:nvPr>
        </p:nvSpPr>
        <p:spPr>
          <a:xfrm>
            <a:off x="1917192" y="1524000"/>
            <a:ext cx="813816" cy="813816"/>
          </a:xfrm>
          <a:prstGeom prst="rect">
            <a:avLst/>
          </a:prstGeom>
        </p:spPr>
        <p:txBody>
          <a:bodyPr anchor="ctr" anchorCtr="0"/>
          <a:lstStyle>
            <a:lvl1pPr algn="ctr">
              <a:defRPr sz="800"/>
            </a:lvl1pPr>
          </a:lstStyle>
          <a:p>
            <a:r>
              <a:rPr lang="en-US"/>
              <a:t>Place Icon Here</a:t>
            </a:r>
          </a:p>
        </p:txBody>
      </p:sp>
      <p:sp>
        <p:nvSpPr>
          <p:cNvPr id="4" name="Text Placeholder 1">
            <a:extLst>
              <a:ext uri="{FF2B5EF4-FFF2-40B4-BE49-F238E27FC236}">
                <a16:creationId xmlns:a16="http://schemas.microsoft.com/office/drawing/2014/main" id="{04DEF99A-8B75-9D4B-B34F-63467AEBBC78}"/>
              </a:ext>
            </a:extLst>
          </p:cNvPr>
          <p:cNvSpPr>
            <a:spLocks noGrp="1"/>
          </p:cNvSpPr>
          <p:nvPr>
            <p:ph type="body" sz="quarter" idx="20"/>
          </p:nvPr>
        </p:nvSpPr>
        <p:spPr>
          <a:xfrm>
            <a:off x="571500" y="2604513"/>
            <a:ext cx="3505200" cy="3415287"/>
          </a:xfrm>
        </p:spPr>
        <p:txBody>
          <a:bodyPr/>
          <a:lstStyle>
            <a:lvl1pPr algn="ctr">
              <a:spcAft>
                <a:spcPts val="300"/>
              </a:spcAft>
              <a:defRPr sz="1600">
                <a:latin typeface="+mj-lt"/>
              </a:defRPr>
            </a:lvl1pPr>
            <a:lvl2pPr algn="ct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ctr">
              <a:spcAft>
                <a:spcPts val="600"/>
              </a:spcAft>
              <a:buFont typeface="Arial" panose="020B0604020202020204" pitchFamily="34" charset="0"/>
              <a:buNone/>
              <a:defRPr/>
            </a:lvl3pPr>
            <a:lvl5pPr algn="ctr">
              <a:spcAft>
                <a:spcPts val="600"/>
              </a:spcAft>
              <a:defRPr/>
            </a:lvl5pPr>
            <a:lvl6pPr algn="ctr">
              <a:spcAft>
                <a:spcPts val="600"/>
              </a:spcAft>
              <a:defRPr/>
            </a:lvl6pPr>
          </a:lstStyle>
          <a:p>
            <a:pPr lvl="0"/>
            <a:r>
              <a:rPr lang="en-US"/>
              <a:t>Click to edit Master text styles</a:t>
            </a:r>
          </a:p>
          <a:p>
            <a:pPr lvl="1"/>
            <a:r>
              <a:rPr lang="en-US"/>
              <a:t>Second level</a:t>
            </a:r>
          </a:p>
        </p:txBody>
      </p:sp>
      <p:sp>
        <p:nvSpPr>
          <p:cNvPr id="14" name="Icon Placeholder 2">
            <a:extLst>
              <a:ext uri="{FF2B5EF4-FFF2-40B4-BE49-F238E27FC236}">
                <a16:creationId xmlns:a16="http://schemas.microsoft.com/office/drawing/2014/main" id="{2ACA6D07-F2D1-FF47-AE3A-0181E567828C}"/>
              </a:ext>
            </a:extLst>
          </p:cNvPr>
          <p:cNvSpPr>
            <a:spLocks noGrp="1"/>
          </p:cNvSpPr>
          <p:nvPr>
            <p:ph type="pic" sz="quarter" idx="18" hasCustomPrompt="1"/>
          </p:nvPr>
        </p:nvSpPr>
        <p:spPr>
          <a:xfrm>
            <a:off x="5689092" y="1524000"/>
            <a:ext cx="813816" cy="813816"/>
          </a:xfrm>
          <a:prstGeom prst="rect">
            <a:avLst/>
          </a:prstGeom>
        </p:spPr>
        <p:txBody>
          <a:bodyPr anchor="ctr" anchorCtr="0"/>
          <a:lstStyle>
            <a:lvl1pPr algn="ctr">
              <a:defRPr sz="800"/>
            </a:lvl1pPr>
          </a:lstStyle>
          <a:p>
            <a:r>
              <a:rPr lang="en-US"/>
              <a:t>Place Icon Here</a:t>
            </a:r>
          </a:p>
        </p:txBody>
      </p:sp>
      <p:sp>
        <p:nvSpPr>
          <p:cNvPr id="17" name="Text Placeholder 2">
            <a:extLst>
              <a:ext uri="{FF2B5EF4-FFF2-40B4-BE49-F238E27FC236}">
                <a16:creationId xmlns:a16="http://schemas.microsoft.com/office/drawing/2014/main" id="{2E5181B1-59DD-C44F-BF39-F5FF8AEFB267}"/>
              </a:ext>
            </a:extLst>
          </p:cNvPr>
          <p:cNvSpPr>
            <a:spLocks noGrp="1"/>
          </p:cNvSpPr>
          <p:nvPr>
            <p:ph type="body" sz="quarter" idx="22"/>
          </p:nvPr>
        </p:nvSpPr>
        <p:spPr>
          <a:xfrm>
            <a:off x="4343400" y="2604513"/>
            <a:ext cx="3505200" cy="3415287"/>
          </a:xfrm>
        </p:spPr>
        <p:txBody>
          <a:bodyPr/>
          <a:lstStyle>
            <a:lvl1pPr algn="ctr">
              <a:spcAft>
                <a:spcPts val="300"/>
              </a:spcAft>
              <a:defRPr sz="1600">
                <a:latin typeface="+mj-lt"/>
              </a:defRPr>
            </a:lvl1pPr>
            <a:lvl2pPr algn="ct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ctr">
              <a:spcAft>
                <a:spcPts val="600"/>
              </a:spcAft>
              <a:buFont typeface="Arial" panose="020B0604020202020204" pitchFamily="34" charset="0"/>
              <a:buNone/>
              <a:defRPr/>
            </a:lvl3pPr>
            <a:lvl5pPr algn="ctr">
              <a:spcAft>
                <a:spcPts val="600"/>
              </a:spcAft>
              <a:defRPr/>
            </a:lvl5pPr>
            <a:lvl6pPr algn="ctr">
              <a:spcAft>
                <a:spcPts val="600"/>
              </a:spcAft>
              <a:defRPr/>
            </a:lvl6pPr>
          </a:lstStyle>
          <a:p>
            <a:pPr lvl="0"/>
            <a:r>
              <a:rPr lang="en-US"/>
              <a:t>Click to edit Master text styles</a:t>
            </a:r>
          </a:p>
          <a:p>
            <a:pPr lvl="1"/>
            <a:r>
              <a:rPr lang="en-US"/>
              <a:t>Second level</a:t>
            </a:r>
          </a:p>
        </p:txBody>
      </p:sp>
      <p:sp>
        <p:nvSpPr>
          <p:cNvPr id="15" name="Icon Placeholder 3">
            <a:extLst>
              <a:ext uri="{FF2B5EF4-FFF2-40B4-BE49-F238E27FC236}">
                <a16:creationId xmlns:a16="http://schemas.microsoft.com/office/drawing/2014/main" id="{103519B7-D1C6-F944-AB7B-98E0CADF9B9A}"/>
              </a:ext>
            </a:extLst>
          </p:cNvPr>
          <p:cNvSpPr>
            <a:spLocks noGrp="1"/>
          </p:cNvSpPr>
          <p:nvPr>
            <p:ph type="pic" sz="quarter" idx="19" hasCustomPrompt="1"/>
          </p:nvPr>
        </p:nvSpPr>
        <p:spPr>
          <a:xfrm>
            <a:off x="9460992" y="1524000"/>
            <a:ext cx="813816" cy="813816"/>
          </a:xfrm>
          <a:prstGeom prst="rect">
            <a:avLst/>
          </a:prstGeom>
        </p:spPr>
        <p:txBody>
          <a:bodyPr anchor="ctr" anchorCtr="0"/>
          <a:lstStyle>
            <a:lvl1pPr algn="ctr">
              <a:defRPr sz="800"/>
            </a:lvl1pPr>
          </a:lstStyle>
          <a:p>
            <a:r>
              <a:rPr lang="en-US"/>
              <a:t>Place Icon Here</a:t>
            </a:r>
          </a:p>
        </p:txBody>
      </p:sp>
      <p:sp>
        <p:nvSpPr>
          <p:cNvPr id="16" name="Text Placeholder 3">
            <a:extLst>
              <a:ext uri="{FF2B5EF4-FFF2-40B4-BE49-F238E27FC236}">
                <a16:creationId xmlns:a16="http://schemas.microsoft.com/office/drawing/2014/main" id="{89676E2B-F266-3E4C-BEC3-CEBD1C0DB998}"/>
              </a:ext>
            </a:extLst>
          </p:cNvPr>
          <p:cNvSpPr>
            <a:spLocks noGrp="1"/>
          </p:cNvSpPr>
          <p:nvPr>
            <p:ph type="body" sz="quarter" idx="21"/>
          </p:nvPr>
        </p:nvSpPr>
        <p:spPr>
          <a:xfrm>
            <a:off x="8115300" y="2604513"/>
            <a:ext cx="3505200" cy="3415287"/>
          </a:xfrm>
        </p:spPr>
        <p:txBody>
          <a:bodyPr/>
          <a:lstStyle>
            <a:lvl1pPr algn="ctr">
              <a:spcAft>
                <a:spcPts val="300"/>
              </a:spcAft>
              <a:defRPr sz="1600">
                <a:latin typeface="+mj-lt"/>
              </a:defRPr>
            </a:lvl1pPr>
            <a:lvl2pPr algn="ctr">
              <a:spcAft>
                <a:spcPts val="600"/>
              </a:spcAft>
              <a:defRPr sz="16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lgn="ctr">
              <a:spcAft>
                <a:spcPts val="600"/>
              </a:spcAft>
              <a:buFont typeface="Arial" panose="020B0604020202020204" pitchFamily="34" charset="0"/>
              <a:buChar char="•"/>
              <a:defRPr/>
            </a:lvl3pPr>
            <a:lvl5pPr algn="ctr">
              <a:spcAft>
                <a:spcPts val="600"/>
              </a:spcAft>
              <a:defRPr/>
            </a:lvl5pPr>
            <a:lvl6pPr algn="ctr">
              <a:spcAft>
                <a:spcPts val="600"/>
              </a:spcAft>
              <a:defRPr/>
            </a:lvl6pPr>
          </a:lstStyle>
          <a:p>
            <a:pPr lvl="0"/>
            <a:r>
              <a:rPr lang="en-US"/>
              <a:t>Click to edit Master text styles</a:t>
            </a:r>
          </a:p>
          <a:p>
            <a:pPr lvl="1"/>
            <a:r>
              <a:rPr lang="en-US"/>
              <a:t>Second level</a:t>
            </a:r>
          </a:p>
        </p:txBody>
      </p:sp>
      <p:sp>
        <p:nvSpPr>
          <p:cNvPr id="3" name="Footer Placeholder">
            <a:extLst>
              <a:ext uri="{FF2B5EF4-FFF2-40B4-BE49-F238E27FC236}">
                <a16:creationId xmlns:a16="http://schemas.microsoft.com/office/drawing/2014/main" id="{ADFAE516-67D0-7F47-907F-D6AA0D69226F}"/>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C224319F-9068-5846-BA46-C97E99A2EDD0}"/>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94457445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5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a:t>Click to edit Master title style</a:t>
            </a:r>
          </a:p>
        </p:txBody>
      </p:sp>
      <p:sp>
        <p:nvSpPr>
          <p:cNvPr id="16" name="Subheading Placeholder 1">
            <a:extLst>
              <a:ext uri="{FF2B5EF4-FFF2-40B4-BE49-F238E27FC236}">
                <a16:creationId xmlns:a16="http://schemas.microsoft.com/office/drawing/2014/main" id="{3A96055B-FAD3-9B4B-AD84-A5CDC5DC8C57}"/>
              </a:ext>
            </a:extLst>
          </p:cNvPr>
          <p:cNvSpPr>
            <a:spLocks noGrp="1"/>
          </p:cNvSpPr>
          <p:nvPr>
            <p:ph type="body" sz="quarter" idx="20"/>
          </p:nvPr>
        </p:nvSpPr>
        <p:spPr>
          <a:xfrm>
            <a:off x="571500" y="2604513"/>
            <a:ext cx="3505200" cy="339631"/>
          </a:xfrm>
          <a:prstGeom prst="rect">
            <a:avLst/>
          </a:prstGeom>
          <a:solidFill>
            <a:srgbClr val="4D148C"/>
          </a:soli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a:t>Click to edit Master text styles</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3031067"/>
            <a:ext cx="3505200" cy="2988734"/>
          </a:xfrm>
          <a:prstGeom prst="rect">
            <a:avLst/>
          </a:prstGeom>
        </p:spPr>
        <p:txBody>
          <a:bodyPr/>
          <a:lstStyle>
            <a:lvl1pPr algn="ctr">
              <a:spcAft>
                <a:spcPts val="600"/>
              </a:spcAft>
              <a:defRPr sz="1400"/>
            </a:lvl1pPr>
            <a:lvl2pPr marL="0" algn="ctr">
              <a:spcAft>
                <a:spcPts val="300"/>
              </a:spcAft>
              <a:defRPr sz="1400"/>
            </a:lvl2pPr>
            <a:lvl3pPr marL="0" algn="ctr">
              <a:spcAft>
                <a:spcPts val="600"/>
              </a:spcAft>
              <a:defRPr sz="1400"/>
            </a:lvl3pPr>
            <a:lvl4pPr algn="ctr">
              <a:defRPr/>
            </a:lvl4pPr>
            <a:lvl5pPr algn="ctr">
              <a:defRPr/>
            </a:lvl5pPr>
          </a:lstStyle>
          <a:p>
            <a:pPr lvl="0"/>
            <a:r>
              <a:rPr lang="en-US"/>
              <a:t>Click to edit Master text styles</a:t>
            </a:r>
          </a:p>
          <a:p>
            <a:pPr lvl="1"/>
            <a:r>
              <a:rPr lang="en-US"/>
              <a:t>Second level</a:t>
            </a:r>
          </a:p>
          <a:p>
            <a:pPr lvl="2"/>
            <a:r>
              <a:rPr lang="en-US"/>
              <a:t>Third level</a:t>
            </a:r>
          </a:p>
        </p:txBody>
      </p:sp>
      <p:sp>
        <p:nvSpPr>
          <p:cNvPr id="9" name="Icon Placeholder 1">
            <a:extLst>
              <a:ext uri="{FF2B5EF4-FFF2-40B4-BE49-F238E27FC236}">
                <a16:creationId xmlns:a16="http://schemas.microsoft.com/office/drawing/2014/main" id="{A8E02881-C2AA-2C44-902B-FF58905B6337}"/>
              </a:ext>
            </a:extLst>
          </p:cNvPr>
          <p:cNvSpPr>
            <a:spLocks noGrp="1"/>
          </p:cNvSpPr>
          <p:nvPr>
            <p:ph type="pic" sz="quarter" idx="17" hasCustomPrompt="1"/>
          </p:nvPr>
        </p:nvSpPr>
        <p:spPr>
          <a:xfrm>
            <a:off x="1917192" y="1524000"/>
            <a:ext cx="813816" cy="813816"/>
          </a:xfrm>
          <a:prstGeom prst="rect">
            <a:avLst/>
          </a:prstGeom>
        </p:spPr>
        <p:txBody>
          <a:bodyPr anchor="ctr" anchorCtr="0"/>
          <a:lstStyle>
            <a:lvl1pPr algn="ctr">
              <a:defRPr sz="800"/>
            </a:lvl1pPr>
          </a:lstStyle>
          <a:p>
            <a:r>
              <a:rPr lang="en-US"/>
              <a:t>Place Icon Here</a:t>
            </a:r>
          </a:p>
        </p:txBody>
      </p:sp>
      <p:sp>
        <p:nvSpPr>
          <p:cNvPr id="17" name="Subheading Placeholder 2">
            <a:extLst>
              <a:ext uri="{FF2B5EF4-FFF2-40B4-BE49-F238E27FC236}">
                <a16:creationId xmlns:a16="http://schemas.microsoft.com/office/drawing/2014/main" id="{05F670E2-997D-164F-85BE-34CF903E164B}"/>
              </a:ext>
            </a:extLst>
          </p:cNvPr>
          <p:cNvSpPr>
            <a:spLocks noGrp="1"/>
          </p:cNvSpPr>
          <p:nvPr>
            <p:ph type="body" sz="quarter" idx="21"/>
          </p:nvPr>
        </p:nvSpPr>
        <p:spPr>
          <a:xfrm>
            <a:off x="4343400" y="2580427"/>
            <a:ext cx="3505200" cy="368349"/>
          </a:xfrm>
          <a:prstGeom prst="rect">
            <a:avLst/>
          </a:prstGeom>
          <a:solidFill>
            <a:srgbClr val="4D148C"/>
          </a:soli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a:t>Click to edit Master text styles</a:t>
            </a:r>
          </a:p>
        </p:txBody>
      </p:sp>
      <p:sp>
        <p:nvSpPr>
          <p:cNvPr id="19" name="Text Placeholder 2">
            <a:extLst>
              <a:ext uri="{FF2B5EF4-FFF2-40B4-BE49-F238E27FC236}">
                <a16:creationId xmlns:a16="http://schemas.microsoft.com/office/drawing/2014/main" id="{DF23B25F-2458-CD4E-BFF3-1667AF666AAC}"/>
              </a:ext>
            </a:extLst>
          </p:cNvPr>
          <p:cNvSpPr>
            <a:spLocks noGrp="1"/>
          </p:cNvSpPr>
          <p:nvPr>
            <p:ph type="body" sz="quarter" idx="23"/>
          </p:nvPr>
        </p:nvSpPr>
        <p:spPr>
          <a:xfrm>
            <a:off x="4343400" y="3031067"/>
            <a:ext cx="3505200" cy="2988734"/>
          </a:xfrm>
          <a:prstGeom prst="rect">
            <a:avLst/>
          </a:prstGeom>
        </p:spPr>
        <p:txBody>
          <a:bodyPr/>
          <a:lstStyle>
            <a:lvl1pPr algn="ctr">
              <a:spcAft>
                <a:spcPts val="600"/>
              </a:spcAft>
              <a:defRPr sz="1400"/>
            </a:lvl1pPr>
            <a:lvl2pPr marL="0" algn="ctr">
              <a:spcAft>
                <a:spcPts val="300"/>
              </a:spcAft>
              <a:defRPr sz="1400"/>
            </a:lvl2pPr>
            <a:lvl3pPr marL="0" algn="ctr">
              <a:spcAft>
                <a:spcPts val="600"/>
              </a:spcAft>
              <a:defRPr sz="1400"/>
            </a:lvl3pPr>
            <a:lvl4pPr algn="ctr">
              <a:defRPr/>
            </a:lvl4pPr>
            <a:lvl5pPr algn="ctr">
              <a:defRPr/>
            </a:lvl5pPr>
          </a:lstStyle>
          <a:p>
            <a:pPr lvl="0"/>
            <a:r>
              <a:rPr lang="en-US"/>
              <a:t>Click to edit Master text styles</a:t>
            </a:r>
          </a:p>
          <a:p>
            <a:pPr lvl="1"/>
            <a:r>
              <a:rPr lang="en-US"/>
              <a:t>Second level</a:t>
            </a:r>
          </a:p>
          <a:p>
            <a:pPr lvl="2"/>
            <a:r>
              <a:rPr lang="en-US"/>
              <a:t>Third level</a:t>
            </a:r>
          </a:p>
        </p:txBody>
      </p:sp>
      <p:sp>
        <p:nvSpPr>
          <p:cNvPr id="14" name="Icon Placeholder 2">
            <a:extLst>
              <a:ext uri="{FF2B5EF4-FFF2-40B4-BE49-F238E27FC236}">
                <a16:creationId xmlns:a16="http://schemas.microsoft.com/office/drawing/2014/main" id="{2ACA6D07-F2D1-FF47-AE3A-0181E567828C}"/>
              </a:ext>
            </a:extLst>
          </p:cNvPr>
          <p:cNvSpPr>
            <a:spLocks noGrp="1"/>
          </p:cNvSpPr>
          <p:nvPr>
            <p:ph type="pic" sz="quarter" idx="18" hasCustomPrompt="1"/>
          </p:nvPr>
        </p:nvSpPr>
        <p:spPr>
          <a:xfrm>
            <a:off x="5689092" y="1524000"/>
            <a:ext cx="813816" cy="813816"/>
          </a:xfrm>
          <a:prstGeom prst="rect">
            <a:avLst/>
          </a:prstGeom>
        </p:spPr>
        <p:txBody>
          <a:bodyPr anchor="ctr" anchorCtr="0"/>
          <a:lstStyle>
            <a:lvl1pPr algn="ctr">
              <a:defRPr sz="800"/>
            </a:lvl1pPr>
          </a:lstStyle>
          <a:p>
            <a:r>
              <a:rPr lang="en-US"/>
              <a:t>Place Icon Here</a:t>
            </a:r>
          </a:p>
        </p:txBody>
      </p:sp>
      <p:sp>
        <p:nvSpPr>
          <p:cNvPr id="18" name="Subheading Placeholder 3">
            <a:extLst>
              <a:ext uri="{FF2B5EF4-FFF2-40B4-BE49-F238E27FC236}">
                <a16:creationId xmlns:a16="http://schemas.microsoft.com/office/drawing/2014/main" id="{D1AA34EE-06E2-4E41-9F2E-1CFAB2CCD1AD}"/>
              </a:ext>
            </a:extLst>
          </p:cNvPr>
          <p:cNvSpPr>
            <a:spLocks noGrp="1"/>
          </p:cNvSpPr>
          <p:nvPr>
            <p:ph type="body" sz="quarter" idx="22"/>
          </p:nvPr>
        </p:nvSpPr>
        <p:spPr>
          <a:xfrm>
            <a:off x="8115300" y="2580427"/>
            <a:ext cx="3505200" cy="368349"/>
          </a:xfrm>
          <a:prstGeom prst="rect">
            <a:avLst/>
          </a:prstGeom>
          <a:solidFill>
            <a:srgbClr val="4D148C"/>
          </a:soli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a:t>Click to edit Master text styles</a:t>
            </a:r>
          </a:p>
        </p:txBody>
      </p:sp>
      <p:sp>
        <p:nvSpPr>
          <p:cNvPr id="20" name="Text Placeholder 3">
            <a:extLst>
              <a:ext uri="{FF2B5EF4-FFF2-40B4-BE49-F238E27FC236}">
                <a16:creationId xmlns:a16="http://schemas.microsoft.com/office/drawing/2014/main" id="{54667AB3-DA44-E943-B908-789F17559C70}"/>
              </a:ext>
            </a:extLst>
          </p:cNvPr>
          <p:cNvSpPr>
            <a:spLocks noGrp="1"/>
          </p:cNvSpPr>
          <p:nvPr>
            <p:ph type="body" sz="quarter" idx="24"/>
          </p:nvPr>
        </p:nvSpPr>
        <p:spPr>
          <a:xfrm>
            <a:off x="8115300" y="3031066"/>
            <a:ext cx="3505200" cy="2988734"/>
          </a:xfrm>
          <a:prstGeom prst="rect">
            <a:avLst/>
          </a:prstGeom>
        </p:spPr>
        <p:txBody>
          <a:bodyPr/>
          <a:lstStyle>
            <a:lvl1pPr algn="ctr">
              <a:spcAft>
                <a:spcPts val="600"/>
              </a:spcAft>
              <a:defRPr sz="1400"/>
            </a:lvl1pPr>
            <a:lvl2pPr marL="0" algn="ctr">
              <a:spcAft>
                <a:spcPts val="300"/>
              </a:spcAft>
              <a:defRPr sz="1400"/>
            </a:lvl2pPr>
            <a:lvl3pPr marL="0" algn="ctr">
              <a:spcAft>
                <a:spcPts val="600"/>
              </a:spcAft>
              <a:defRPr sz="1400"/>
            </a:lvl3pPr>
            <a:lvl4pPr algn="ctr">
              <a:defRPr/>
            </a:lvl4pPr>
            <a:lvl5pPr algn="ctr">
              <a:defRPr/>
            </a:lvl5pPr>
          </a:lstStyle>
          <a:p>
            <a:pPr lvl="0"/>
            <a:r>
              <a:rPr lang="en-US"/>
              <a:t>Click to edit Master text styles</a:t>
            </a:r>
          </a:p>
          <a:p>
            <a:pPr lvl="1"/>
            <a:r>
              <a:rPr lang="en-US"/>
              <a:t>Second level</a:t>
            </a:r>
          </a:p>
          <a:p>
            <a:pPr lvl="2"/>
            <a:r>
              <a:rPr lang="en-US"/>
              <a:t>Third level</a:t>
            </a:r>
          </a:p>
        </p:txBody>
      </p:sp>
      <p:sp>
        <p:nvSpPr>
          <p:cNvPr id="15" name="Icon Placeholder 3">
            <a:extLst>
              <a:ext uri="{FF2B5EF4-FFF2-40B4-BE49-F238E27FC236}">
                <a16:creationId xmlns:a16="http://schemas.microsoft.com/office/drawing/2014/main" id="{103519B7-D1C6-F944-AB7B-98E0CADF9B9A}"/>
              </a:ext>
            </a:extLst>
          </p:cNvPr>
          <p:cNvSpPr>
            <a:spLocks noGrp="1"/>
          </p:cNvSpPr>
          <p:nvPr>
            <p:ph type="pic" sz="quarter" idx="19" hasCustomPrompt="1"/>
          </p:nvPr>
        </p:nvSpPr>
        <p:spPr>
          <a:xfrm>
            <a:off x="9460992" y="1524000"/>
            <a:ext cx="813816" cy="813816"/>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6F607319-3FE8-D140-8E24-55D35AD0BBFB}"/>
              </a:ext>
            </a:extLst>
          </p:cNvPr>
          <p:cNvSpPr>
            <a:spLocks noGrp="1"/>
          </p:cNvSpPr>
          <p:nvPr>
            <p:ph type="ftr" sz="quarter" idx="2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AC58D77F-F40D-7848-A925-A30DD3856A76}"/>
              </a:ext>
            </a:extLst>
          </p:cNvPr>
          <p:cNvSpPr>
            <a:spLocks noGrp="1"/>
          </p:cNvSpPr>
          <p:nvPr>
            <p:ph type="sldNum" sz="quarter" idx="2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0030317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6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604262"/>
            <a:ext cx="2560320" cy="3415538"/>
          </a:xfrm>
          <a:prstGeom prst="rect">
            <a:avLst/>
          </a:prstGeom>
        </p:spPr>
        <p:txBody>
          <a:bodyPr/>
          <a:lstStyle>
            <a:lvl1pPr>
              <a:spcAft>
                <a:spcPts val="600"/>
              </a:spcAft>
              <a:defRPr sz="1600"/>
            </a:lvl1pPr>
            <a:lvl2pPr marL="0">
              <a:defRPr sz="1400"/>
            </a:lvl2pPr>
            <a:lvl3pPr marL="0">
              <a:defRPr sz="1400"/>
            </a:lvl3pPr>
            <a:lvl4pPr>
              <a:defRPr sz="1400"/>
            </a:lvl4pPr>
            <a:lvl5pPr>
              <a:defRPr sz="1400"/>
            </a:lvl5pPr>
            <a:lvl6pPr marL="658368">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9" name="Icon Placeholder 1">
            <a:extLst>
              <a:ext uri="{FF2B5EF4-FFF2-40B4-BE49-F238E27FC236}">
                <a16:creationId xmlns:a16="http://schemas.microsoft.com/office/drawing/2014/main" id="{A1768D24-8953-FE41-8AB3-F7488D76F91C}"/>
              </a:ext>
            </a:extLst>
          </p:cNvPr>
          <p:cNvSpPr>
            <a:spLocks noGrp="1"/>
          </p:cNvSpPr>
          <p:nvPr>
            <p:ph type="pic" sz="quarter" idx="18" hasCustomPrompt="1"/>
          </p:nvPr>
        </p:nvSpPr>
        <p:spPr>
          <a:xfrm>
            <a:off x="571500" y="1524000"/>
            <a:ext cx="813816" cy="813816"/>
          </a:xfrm>
          <a:prstGeom prst="rect">
            <a:avLst/>
          </a:prstGeom>
        </p:spPr>
        <p:txBody>
          <a:bodyPr anchor="ctr" anchorCtr="0"/>
          <a:lstStyle>
            <a:lvl1pPr algn="ctr">
              <a:defRPr sz="800"/>
            </a:lvl1pPr>
          </a:lstStyle>
          <a:p>
            <a:r>
              <a:rPr lang="en-US"/>
              <a:t>Place Icon Here</a:t>
            </a:r>
          </a:p>
        </p:txBody>
      </p:sp>
      <p:sp>
        <p:nvSpPr>
          <p:cNvPr id="17" name="Text Placeholder 2">
            <a:extLst>
              <a:ext uri="{FF2B5EF4-FFF2-40B4-BE49-F238E27FC236}">
                <a16:creationId xmlns:a16="http://schemas.microsoft.com/office/drawing/2014/main" id="{0C4F7A9B-663F-0142-9E0F-F2CA5B3B7CAB}"/>
              </a:ext>
            </a:extLst>
          </p:cNvPr>
          <p:cNvSpPr>
            <a:spLocks noGrp="1"/>
          </p:cNvSpPr>
          <p:nvPr>
            <p:ph type="body" sz="quarter" idx="22"/>
          </p:nvPr>
        </p:nvSpPr>
        <p:spPr>
          <a:xfrm>
            <a:off x="3399367" y="2604262"/>
            <a:ext cx="2560320" cy="3415538"/>
          </a:xfrm>
          <a:prstGeom prst="rect">
            <a:avLst/>
          </a:prstGeom>
        </p:spPr>
        <p:txBody>
          <a:bodyPr/>
          <a:lstStyle>
            <a:lvl1pPr>
              <a:spcAft>
                <a:spcPts val="600"/>
              </a:spcAft>
              <a:defRPr sz="1600"/>
            </a:lvl1pPr>
            <a:lvl2pPr marL="0">
              <a:defRPr sz="1400"/>
            </a:lvl2pPr>
            <a:lvl3pPr marL="0">
              <a:defRPr sz="1400"/>
            </a:lvl3pPr>
            <a:lvl4pPr>
              <a:defRPr sz="1400"/>
            </a:lvl4pPr>
            <a:lvl5pPr>
              <a:defRPr sz="1400"/>
            </a:lvl5pPr>
            <a:lvl6pPr marL="658368">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3" name="Icon Placeholder 2">
            <a:extLst>
              <a:ext uri="{FF2B5EF4-FFF2-40B4-BE49-F238E27FC236}">
                <a16:creationId xmlns:a16="http://schemas.microsoft.com/office/drawing/2014/main" id="{AB18EDB3-C67E-024A-9904-7209F7224BB9}"/>
              </a:ext>
            </a:extLst>
          </p:cNvPr>
          <p:cNvSpPr>
            <a:spLocks noGrp="1"/>
          </p:cNvSpPr>
          <p:nvPr>
            <p:ph type="pic" sz="quarter" idx="19" hasCustomPrompt="1"/>
          </p:nvPr>
        </p:nvSpPr>
        <p:spPr>
          <a:xfrm>
            <a:off x="3399367" y="1524000"/>
            <a:ext cx="813816" cy="813816"/>
          </a:xfrm>
          <a:prstGeom prst="rect">
            <a:avLst/>
          </a:prstGeom>
        </p:spPr>
        <p:txBody>
          <a:bodyPr anchor="ctr" anchorCtr="0"/>
          <a:lstStyle>
            <a:lvl1pPr algn="ctr">
              <a:defRPr sz="800"/>
            </a:lvl1pPr>
          </a:lstStyle>
          <a:p>
            <a:r>
              <a:rPr lang="en-US"/>
              <a:t>Place Icon Here</a:t>
            </a:r>
          </a:p>
        </p:txBody>
      </p:sp>
      <p:sp>
        <p:nvSpPr>
          <p:cNvPr id="18" name="Text Placeholder 3">
            <a:extLst>
              <a:ext uri="{FF2B5EF4-FFF2-40B4-BE49-F238E27FC236}">
                <a16:creationId xmlns:a16="http://schemas.microsoft.com/office/drawing/2014/main" id="{0C3A3C1C-DD51-A84E-B98F-D895D84C21BD}"/>
              </a:ext>
            </a:extLst>
          </p:cNvPr>
          <p:cNvSpPr>
            <a:spLocks noGrp="1"/>
          </p:cNvSpPr>
          <p:nvPr>
            <p:ph type="body" sz="quarter" idx="23"/>
          </p:nvPr>
        </p:nvSpPr>
        <p:spPr>
          <a:xfrm>
            <a:off x="6227234" y="2604262"/>
            <a:ext cx="2560320" cy="3415538"/>
          </a:xfrm>
          <a:prstGeom prst="rect">
            <a:avLst/>
          </a:prstGeom>
        </p:spPr>
        <p:txBody>
          <a:bodyPr/>
          <a:lstStyle>
            <a:lvl1pPr>
              <a:spcAft>
                <a:spcPts val="600"/>
              </a:spcAft>
              <a:defRPr sz="1600"/>
            </a:lvl1pPr>
            <a:lvl2pPr marL="0">
              <a:defRPr sz="1400"/>
            </a:lvl2pPr>
            <a:lvl3pPr marL="0">
              <a:defRPr sz="1400"/>
            </a:lvl3pPr>
            <a:lvl4pPr>
              <a:defRPr sz="1400"/>
            </a:lvl4pPr>
            <a:lvl5pPr>
              <a:defRPr sz="1400"/>
            </a:lvl5pPr>
            <a:lvl6pPr marL="658368">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4" name="Icon Placeholder 3">
            <a:extLst>
              <a:ext uri="{FF2B5EF4-FFF2-40B4-BE49-F238E27FC236}">
                <a16:creationId xmlns:a16="http://schemas.microsoft.com/office/drawing/2014/main" id="{7137C490-7E2A-FF4C-B745-43B6561FFFA0}"/>
              </a:ext>
            </a:extLst>
          </p:cNvPr>
          <p:cNvSpPr>
            <a:spLocks noGrp="1"/>
          </p:cNvSpPr>
          <p:nvPr>
            <p:ph type="pic" sz="quarter" idx="20" hasCustomPrompt="1"/>
          </p:nvPr>
        </p:nvSpPr>
        <p:spPr>
          <a:xfrm>
            <a:off x="6227234" y="1524000"/>
            <a:ext cx="813816" cy="813816"/>
          </a:xfrm>
          <a:prstGeom prst="rect">
            <a:avLst/>
          </a:prstGeom>
        </p:spPr>
        <p:txBody>
          <a:bodyPr anchor="ctr" anchorCtr="0"/>
          <a:lstStyle>
            <a:lvl1pPr algn="ctr">
              <a:defRPr sz="800"/>
            </a:lvl1pPr>
          </a:lstStyle>
          <a:p>
            <a:r>
              <a:rPr lang="en-US"/>
              <a:t>Place Icon Here</a:t>
            </a:r>
          </a:p>
        </p:txBody>
      </p:sp>
      <p:sp>
        <p:nvSpPr>
          <p:cNvPr id="20" name="Text Placeholder 4">
            <a:extLst>
              <a:ext uri="{FF2B5EF4-FFF2-40B4-BE49-F238E27FC236}">
                <a16:creationId xmlns:a16="http://schemas.microsoft.com/office/drawing/2014/main" id="{1416A3D3-0B13-4E47-A888-AA28C9FA81D8}"/>
              </a:ext>
            </a:extLst>
          </p:cNvPr>
          <p:cNvSpPr>
            <a:spLocks noGrp="1"/>
          </p:cNvSpPr>
          <p:nvPr>
            <p:ph type="body" sz="quarter" idx="24"/>
          </p:nvPr>
        </p:nvSpPr>
        <p:spPr>
          <a:xfrm>
            <a:off x="9055100" y="2604262"/>
            <a:ext cx="2560320" cy="3415538"/>
          </a:xfrm>
          <a:prstGeom prst="rect">
            <a:avLst/>
          </a:prstGeom>
        </p:spPr>
        <p:txBody>
          <a:bodyPr/>
          <a:lstStyle>
            <a:lvl1pPr>
              <a:spcAft>
                <a:spcPts val="600"/>
              </a:spcAft>
              <a:defRPr sz="1600"/>
            </a:lvl1pPr>
            <a:lvl2pPr marL="0">
              <a:defRPr sz="1400"/>
            </a:lvl2pPr>
            <a:lvl3pPr marL="0">
              <a:defRPr sz="1400"/>
            </a:lvl3pPr>
            <a:lvl4pPr>
              <a:defRPr sz="1400"/>
            </a:lvl4pPr>
            <a:lvl5pPr>
              <a:defRPr sz="1400"/>
            </a:lvl5pPr>
            <a:lvl6pPr marL="658368">
              <a:defRPr sz="12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6" name="Icon Placeholder 4">
            <a:extLst>
              <a:ext uri="{FF2B5EF4-FFF2-40B4-BE49-F238E27FC236}">
                <a16:creationId xmlns:a16="http://schemas.microsoft.com/office/drawing/2014/main" id="{B77D19AC-3044-FE49-8F50-0FE4EF60F11A}"/>
              </a:ext>
            </a:extLst>
          </p:cNvPr>
          <p:cNvSpPr>
            <a:spLocks noGrp="1"/>
          </p:cNvSpPr>
          <p:nvPr>
            <p:ph type="pic" sz="quarter" idx="21" hasCustomPrompt="1"/>
          </p:nvPr>
        </p:nvSpPr>
        <p:spPr>
          <a:xfrm>
            <a:off x="9055100" y="1524000"/>
            <a:ext cx="813816" cy="813816"/>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5045A3C1-8BBF-0C45-858D-D61BF9E0A820}"/>
              </a:ext>
            </a:extLst>
          </p:cNvPr>
          <p:cNvSpPr>
            <a:spLocks noGrp="1"/>
          </p:cNvSpPr>
          <p:nvPr>
            <p:ph type="ftr" sz="quarter" idx="2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BBB1F185-7BB4-5840-A3F2-5F7A4EF1AAE1}"/>
              </a:ext>
            </a:extLst>
          </p:cNvPr>
          <p:cNvSpPr>
            <a:spLocks noGrp="1"/>
          </p:cNvSpPr>
          <p:nvPr>
            <p:ph type="sldNum" sz="quarter" idx="2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03275960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7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21" name="Text Placeholder 1">
            <a:extLst>
              <a:ext uri="{FF2B5EF4-FFF2-40B4-BE49-F238E27FC236}">
                <a16:creationId xmlns:a16="http://schemas.microsoft.com/office/drawing/2014/main" id="{174CA569-BA0E-FA49-940D-6FDE859D3045}"/>
              </a:ext>
            </a:extLst>
          </p:cNvPr>
          <p:cNvSpPr>
            <a:spLocks noGrp="1"/>
          </p:cNvSpPr>
          <p:nvPr>
            <p:ph type="body" sz="quarter" idx="28"/>
          </p:nvPr>
        </p:nvSpPr>
        <p:spPr>
          <a:xfrm>
            <a:off x="1377386" y="1527048"/>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2" name="Icon Placeholder 1">
            <a:extLst>
              <a:ext uri="{FF2B5EF4-FFF2-40B4-BE49-F238E27FC236}">
                <a16:creationId xmlns:a16="http://schemas.microsoft.com/office/drawing/2014/main" id="{780C051D-5946-634D-B30B-CB74E72E0E5B}"/>
              </a:ext>
            </a:extLst>
          </p:cNvPr>
          <p:cNvSpPr>
            <a:spLocks noGrp="1"/>
          </p:cNvSpPr>
          <p:nvPr>
            <p:ph type="pic" sz="quarter" idx="20" hasCustomPrompt="1"/>
          </p:nvPr>
        </p:nvSpPr>
        <p:spPr>
          <a:xfrm>
            <a:off x="571501" y="1527048"/>
            <a:ext cx="646734" cy="646734"/>
          </a:xfrm>
          <a:prstGeom prst="rect">
            <a:avLst/>
          </a:prstGeom>
        </p:spPr>
        <p:txBody>
          <a:bodyPr anchor="ctr" anchorCtr="0"/>
          <a:lstStyle>
            <a:lvl1pPr algn="ctr">
              <a:defRPr sz="800"/>
            </a:lvl1pPr>
          </a:lstStyle>
          <a:p>
            <a:r>
              <a:rPr lang="en-US"/>
              <a:t>Place Icon Here</a:t>
            </a:r>
          </a:p>
        </p:txBody>
      </p:sp>
      <p:sp>
        <p:nvSpPr>
          <p:cNvPr id="22" name="Text Placeholder 2">
            <a:extLst>
              <a:ext uri="{FF2B5EF4-FFF2-40B4-BE49-F238E27FC236}">
                <a16:creationId xmlns:a16="http://schemas.microsoft.com/office/drawing/2014/main" id="{635D70F2-E50D-5E49-A279-508E76F86F11}"/>
              </a:ext>
            </a:extLst>
          </p:cNvPr>
          <p:cNvSpPr>
            <a:spLocks noGrp="1"/>
          </p:cNvSpPr>
          <p:nvPr>
            <p:ph type="body" sz="quarter" idx="29"/>
          </p:nvPr>
        </p:nvSpPr>
        <p:spPr>
          <a:xfrm>
            <a:off x="5149286" y="1527048"/>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3" name="Icon Placeholder 2">
            <a:extLst>
              <a:ext uri="{FF2B5EF4-FFF2-40B4-BE49-F238E27FC236}">
                <a16:creationId xmlns:a16="http://schemas.microsoft.com/office/drawing/2014/main" id="{4C4DBA55-77CD-B84A-A0E2-460CBC9FA412}"/>
              </a:ext>
            </a:extLst>
          </p:cNvPr>
          <p:cNvSpPr>
            <a:spLocks noGrp="1"/>
          </p:cNvSpPr>
          <p:nvPr>
            <p:ph type="pic" sz="quarter" idx="21" hasCustomPrompt="1"/>
          </p:nvPr>
        </p:nvSpPr>
        <p:spPr>
          <a:xfrm>
            <a:off x="4343401" y="1527048"/>
            <a:ext cx="646734" cy="646734"/>
          </a:xfrm>
          <a:prstGeom prst="rect">
            <a:avLst/>
          </a:prstGeom>
        </p:spPr>
        <p:txBody>
          <a:bodyPr anchor="ctr" anchorCtr="0"/>
          <a:lstStyle>
            <a:lvl1pPr algn="ctr">
              <a:defRPr sz="800"/>
            </a:lvl1pPr>
          </a:lstStyle>
          <a:p>
            <a:r>
              <a:rPr lang="en-US"/>
              <a:t>Place Icon Here</a:t>
            </a:r>
          </a:p>
        </p:txBody>
      </p:sp>
      <p:sp>
        <p:nvSpPr>
          <p:cNvPr id="23" name="Text Placeholder 3">
            <a:extLst>
              <a:ext uri="{FF2B5EF4-FFF2-40B4-BE49-F238E27FC236}">
                <a16:creationId xmlns:a16="http://schemas.microsoft.com/office/drawing/2014/main" id="{A22FD243-2D47-8141-96A7-2FAB384C0278}"/>
              </a:ext>
            </a:extLst>
          </p:cNvPr>
          <p:cNvSpPr>
            <a:spLocks noGrp="1"/>
          </p:cNvSpPr>
          <p:nvPr>
            <p:ph type="body" sz="quarter" idx="30"/>
          </p:nvPr>
        </p:nvSpPr>
        <p:spPr>
          <a:xfrm>
            <a:off x="8921186" y="1527048"/>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7" name="Icon Placeholder 3">
            <a:extLst>
              <a:ext uri="{FF2B5EF4-FFF2-40B4-BE49-F238E27FC236}">
                <a16:creationId xmlns:a16="http://schemas.microsoft.com/office/drawing/2014/main" id="{6AA25295-63B2-564A-BAC0-FDEA80E49E06}"/>
              </a:ext>
            </a:extLst>
          </p:cNvPr>
          <p:cNvSpPr>
            <a:spLocks noGrp="1"/>
          </p:cNvSpPr>
          <p:nvPr>
            <p:ph type="pic" sz="quarter" idx="22" hasCustomPrompt="1"/>
          </p:nvPr>
        </p:nvSpPr>
        <p:spPr>
          <a:xfrm>
            <a:off x="8115301" y="1527048"/>
            <a:ext cx="646734" cy="646734"/>
          </a:xfrm>
          <a:prstGeom prst="rect">
            <a:avLst/>
          </a:prstGeom>
        </p:spPr>
        <p:txBody>
          <a:bodyPr anchor="ctr" anchorCtr="0"/>
          <a:lstStyle>
            <a:lvl1pPr algn="ctr">
              <a:defRPr sz="800"/>
            </a:lvl1pPr>
          </a:lstStyle>
          <a:p>
            <a:r>
              <a:rPr lang="en-US"/>
              <a:t>Place Icon Here</a:t>
            </a:r>
          </a:p>
        </p:txBody>
      </p:sp>
      <p:sp>
        <p:nvSpPr>
          <p:cNvPr id="24" name="Text Placeholder 4">
            <a:extLst>
              <a:ext uri="{FF2B5EF4-FFF2-40B4-BE49-F238E27FC236}">
                <a16:creationId xmlns:a16="http://schemas.microsoft.com/office/drawing/2014/main" id="{9E018FC8-9E01-8246-AAA7-F1E77F7C2C73}"/>
              </a:ext>
            </a:extLst>
          </p:cNvPr>
          <p:cNvSpPr>
            <a:spLocks noGrp="1"/>
          </p:cNvSpPr>
          <p:nvPr>
            <p:ph type="body" sz="quarter" idx="31"/>
          </p:nvPr>
        </p:nvSpPr>
        <p:spPr>
          <a:xfrm>
            <a:off x="1377386" y="3949896"/>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8" name="Icon Placeholder 4">
            <a:extLst>
              <a:ext uri="{FF2B5EF4-FFF2-40B4-BE49-F238E27FC236}">
                <a16:creationId xmlns:a16="http://schemas.microsoft.com/office/drawing/2014/main" id="{70D2EAC3-2A56-2A47-A2AF-B228AB0BB7C9}"/>
              </a:ext>
            </a:extLst>
          </p:cNvPr>
          <p:cNvSpPr>
            <a:spLocks noGrp="1"/>
          </p:cNvSpPr>
          <p:nvPr>
            <p:ph type="pic" sz="quarter" idx="23" hasCustomPrompt="1"/>
          </p:nvPr>
        </p:nvSpPr>
        <p:spPr>
          <a:xfrm>
            <a:off x="571501" y="3956291"/>
            <a:ext cx="646734" cy="646734"/>
          </a:xfrm>
          <a:prstGeom prst="rect">
            <a:avLst/>
          </a:prstGeom>
        </p:spPr>
        <p:txBody>
          <a:bodyPr anchor="ctr" anchorCtr="0"/>
          <a:lstStyle>
            <a:lvl1pPr algn="ctr">
              <a:defRPr sz="800"/>
            </a:lvl1pPr>
          </a:lstStyle>
          <a:p>
            <a:r>
              <a:rPr lang="en-US"/>
              <a:t>Place Icon Here</a:t>
            </a:r>
          </a:p>
        </p:txBody>
      </p:sp>
      <p:sp>
        <p:nvSpPr>
          <p:cNvPr id="25" name="Text Placeholder 5">
            <a:extLst>
              <a:ext uri="{FF2B5EF4-FFF2-40B4-BE49-F238E27FC236}">
                <a16:creationId xmlns:a16="http://schemas.microsoft.com/office/drawing/2014/main" id="{8AAD8E90-A75C-5A45-A2BC-C121117732FF}"/>
              </a:ext>
            </a:extLst>
          </p:cNvPr>
          <p:cNvSpPr>
            <a:spLocks noGrp="1"/>
          </p:cNvSpPr>
          <p:nvPr>
            <p:ph type="body" sz="quarter" idx="32"/>
          </p:nvPr>
        </p:nvSpPr>
        <p:spPr>
          <a:xfrm>
            <a:off x="5149286" y="3949896"/>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9" name="Icon Placeholder 5">
            <a:extLst>
              <a:ext uri="{FF2B5EF4-FFF2-40B4-BE49-F238E27FC236}">
                <a16:creationId xmlns:a16="http://schemas.microsoft.com/office/drawing/2014/main" id="{13B68248-C33A-1D45-8E0C-67133FB92CB6}"/>
              </a:ext>
            </a:extLst>
          </p:cNvPr>
          <p:cNvSpPr>
            <a:spLocks noGrp="1"/>
          </p:cNvSpPr>
          <p:nvPr>
            <p:ph type="pic" sz="quarter" idx="24" hasCustomPrompt="1"/>
          </p:nvPr>
        </p:nvSpPr>
        <p:spPr>
          <a:xfrm>
            <a:off x="4343401" y="3956291"/>
            <a:ext cx="646734" cy="646734"/>
          </a:xfrm>
          <a:prstGeom prst="rect">
            <a:avLst/>
          </a:prstGeom>
        </p:spPr>
        <p:txBody>
          <a:bodyPr anchor="ctr" anchorCtr="0"/>
          <a:lstStyle>
            <a:lvl1pPr algn="ctr">
              <a:defRPr sz="800"/>
            </a:lvl1pPr>
          </a:lstStyle>
          <a:p>
            <a:r>
              <a:rPr lang="en-US"/>
              <a:t>Place Icon Here</a:t>
            </a:r>
          </a:p>
        </p:txBody>
      </p:sp>
      <p:sp>
        <p:nvSpPr>
          <p:cNvPr id="26" name="Text Placeholder 6">
            <a:extLst>
              <a:ext uri="{FF2B5EF4-FFF2-40B4-BE49-F238E27FC236}">
                <a16:creationId xmlns:a16="http://schemas.microsoft.com/office/drawing/2014/main" id="{F68E545F-C0A5-C14C-B7A4-A9FCDB40C6B3}"/>
              </a:ext>
            </a:extLst>
          </p:cNvPr>
          <p:cNvSpPr>
            <a:spLocks noGrp="1"/>
          </p:cNvSpPr>
          <p:nvPr>
            <p:ph type="body" sz="quarter" idx="33"/>
          </p:nvPr>
        </p:nvSpPr>
        <p:spPr>
          <a:xfrm>
            <a:off x="8921186" y="3949896"/>
            <a:ext cx="2699314" cy="206990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20" name="Icon Placeholder 6">
            <a:extLst>
              <a:ext uri="{FF2B5EF4-FFF2-40B4-BE49-F238E27FC236}">
                <a16:creationId xmlns:a16="http://schemas.microsoft.com/office/drawing/2014/main" id="{D03084DE-13BE-384E-AABC-4EE22A7BF150}"/>
              </a:ext>
            </a:extLst>
          </p:cNvPr>
          <p:cNvSpPr>
            <a:spLocks noGrp="1"/>
          </p:cNvSpPr>
          <p:nvPr>
            <p:ph type="pic" sz="quarter" idx="25" hasCustomPrompt="1"/>
          </p:nvPr>
        </p:nvSpPr>
        <p:spPr>
          <a:xfrm>
            <a:off x="8115301" y="3956291"/>
            <a:ext cx="646734" cy="646734"/>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9822D191-93C9-B041-B436-9DBA62408D8A}"/>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C86593A7-ED31-A048-B05C-E0F1B236D703}"/>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96051579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8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28" name="Text Placeholder 1">
            <a:extLst>
              <a:ext uri="{FF2B5EF4-FFF2-40B4-BE49-F238E27FC236}">
                <a16:creationId xmlns:a16="http://schemas.microsoft.com/office/drawing/2014/main" id="{2ED9D322-9105-454D-B346-4EF72413480B}"/>
              </a:ext>
            </a:extLst>
          </p:cNvPr>
          <p:cNvSpPr>
            <a:spLocks noGrp="1"/>
          </p:cNvSpPr>
          <p:nvPr>
            <p:ph type="body" sz="quarter" idx="34"/>
          </p:nvPr>
        </p:nvSpPr>
        <p:spPr>
          <a:xfrm>
            <a:off x="1377386" y="1527048"/>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2" name="Icon Placeholder 1">
            <a:extLst>
              <a:ext uri="{FF2B5EF4-FFF2-40B4-BE49-F238E27FC236}">
                <a16:creationId xmlns:a16="http://schemas.microsoft.com/office/drawing/2014/main" id="{780C051D-5946-634D-B30B-CB74E72E0E5B}"/>
              </a:ext>
            </a:extLst>
          </p:cNvPr>
          <p:cNvSpPr>
            <a:spLocks noGrp="1"/>
          </p:cNvSpPr>
          <p:nvPr>
            <p:ph type="pic" sz="quarter" idx="20" hasCustomPrompt="1"/>
          </p:nvPr>
        </p:nvSpPr>
        <p:spPr>
          <a:xfrm>
            <a:off x="571501" y="1527048"/>
            <a:ext cx="646734" cy="646734"/>
          </a:xfrm>
          <a:prstGeom prst="rect">
            <a:avLst/>
          </a:prstGeom>
        </p:spPr>
        <p:txBody>
          <a:bodyPr anchor="ctr" anchorCtr="0"/>
          <a:lstStyle>
            <a:lvl1pPr algn="ctr">
              <a:defRPr sz="800"/>
            </a:lvl1pPr>
          </a:lstStyle>
          <a:p>
            <a:r>
              <a:rPr lang="en-US"/>
              <a:t>Place Icon Here</a:t>
            </a:r>
          </a:p>
        </p:txBody>
      </p:sp>
      <p:sp>
        <p:nvSpPr>
          <p:cNvPr id="29" name="Text Placeholder 2">
            <a:extLst>
              <a:ext uri="{FF2B5EF4-FFF2-40B4-BE49-F238E27FC236}">
                <a16:creationId xmlns:a16="http://schemas.microsoft.com/office/drawing/2014/main" id="{2CC1E69D-7CF3-4C41-A981-4FB73D4BAE38}"/>
              </a:ext>
            </a:extLst>
          </p:cNvPr>
          <p:cNvSpPr>
            <a:spLocks noGrp="1"/>
          </p:cNvSpPr>
          <p:nvPr>
            <p:ph type="body" sz="quarter" idx="35"/>
          </p:nvPr>
        </p:nvSpPr>
        <p:spPr>
          <a:xfrm>
            <a:off x="5149286" y="1527048"/>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3" name="Icon Placeholder 2">
            <a:extLst>
              <a:ext uri="{FF2B5EF4-FFF2-40B4-BE49-F238E27FC236}">
                <a16:creationId xmlns:a16="http://schemas.microsoft.com/office/drawing/2014/main" id="{4C4DBA55-77CD-B84A-A0E2-460CBC9FA412}"/>
              </a:ext>
            </a:extLst>
          </p:cNvPr>
          <p:cNvSpPr>
            <a:spLocks noGrp="1"/>
          </p:cNvSpPr>
          <p:nvPr>
            <p:ph type="pic" sz="quarter" idx="21" hasCustomPrompt="1"/>
          </p:nvPr>
        </p:nvSpPr>
        <p:spPr>
          <a:xfrm>
            <a:off x="4343401" y="1527048"/>
            <a:ext cx="646734" cy="646734"/>
          </a:xfrm>
          <a:prstGeom prst="rect">
            <a:avLst/>
          </a:prstGeom>
        </p:spPr>
        <p:txBody>
          <a:bodyPr anchor="ctr" anchorCtr="0"/>
          <a:lstStyle>
            <a:lvl1pPr algn="ctr">
              <a:defRPr sz="800"/>
            </a:lvl1pPr>
          </a:lstStyle>
          <a:p>
            <a:r>
              <a:rPr lang="en-US"/>
              <a:t>Place Icon Here</a:t>
            </a:r>
          </a:p>
        </p:txBody>
      </p:sp>
      <p:sp>
        <p:nvSpPr>
          <p:cNvPr id="30" name="Text Placeholder 3">
            <a:extLst>
              <a:ext uri="{FF2B5EF4-FFF2-40B4-BE49-F238E27FC236}">
                <a16:creationId xmlns:a16="http://schemas.microsoft.com/office/drawing/2014/main" id="{36EB20CB-F0F7-C742-8F07-B5C317FC826A}"/>
              </a:ext>
            </a:extLst>
          </p:cNvPr>
          <p:cNvSpPr>
            <a:spLocks noGrp="1"/>
          </p:cNvSpPr>
          <p:nvPr>
            <p:ph type="body" sz="quarter" idx="36"/>
          </p:nvPr>
        </p:nvSpPr>
        <p:spPr>
          <a:xfrm>
            <a:off x="8921186" y="1527048"/>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7" name="Icon Placeholder 3">
            <a:extLst>
              <a:ext uri="{FF2B5EF4-FFF2-40B4-BE49-F238E27FC236}">
                <a16:creationId xmlns:a16="http://schemas.microsoft.com/office/drawing/2014/main" id="{6AA25295-63B2-564A-BAC0-FDEA80E49E06}"/>
              </a:ext>
            </a:extLst>
          </p:cNvPr>
          <p:cNvSpPr>
            <a:spLocks noGrp="1"/>
          </p:cNvSpPr>
          <p:nvPr>
            <p:ph type="pic" sz="quarter" idx="22" hasCustomPrompt="1"/>
          </p:nvPr>
        </p:nvSpPr>
        <p:spPr>
          <a:xfrm>
            <a:off x="8115301" y="1527048"/>
            <a:ext cx="646734" cy="646734"/>
          </a:xfrm>
          <a:prstGeom prst="rect">
            <a:avLst/>
          </a:prstGeom>
        </p:spPr>
        <p:txBody>
          <a:bodyPr anchor="ctr" anchorCtr="0"/>
          <a:lstStyle>
            <a:lvl1pPr algn="ctr">
              <a:defRPr sz="800"/>
            </a:lvl1pPr>
          </a:lstStyle>
          <a:p>
            <a:r>
              <a:rPr lang="en-US"/>
              <a:t>Place Icon Here</a:t>
            </a:r>
          </a:p>
        </p:txBody>
      </p:sp>
      <p:sp>
        <p:nvSpPr>
          <p:cNvPr id="31" name="Text Placeholder 4">
            <a:extLst>
              <a:ext uri="{FF2B5EF4-FFF2-40B4-BE49-F238E27FC236}">
                <a16:creationId xmlns:a16="http://schemas.microsoft.com/office/drawing/2014/main" id="{2FC30E91-1082-5C44-B567-C7AA37F9D32C}"/>
              </a:ext>
            </a:extLst>
          </p:cNvPr>
          <p:cNvSpPr>
            <a:spLocks noGrp="1"/>
          </p:cNvSpPr>
          <p:nvPr>
            <p:ph type="body" sz="quarter" idx="37"/>
          </p:nvPr>
        </p:nvSpPr>
        <p:spPr>
          <a:xfrm>
            <a:off x="1377386" y="3122915"/>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8" name="Icon Placeholder 4">
            <a:extLst>
              <a:ext uri="{FF2B5EF4-FFF2-40B4-BE49-F238E27FC236}">
                <a16:creationId xmlns:a16="http://schemas.microsoft.com/office/drawing/2014/main" id="{70D2EAC3-2A56-2A47-A2AF-B228AB0BB7C9}"/>
              </a:ext>
            </a:extLst>
          </p:cNvPr>
          <p:cNvSpPr>
            <a:spLocks noGrp="1"/>
          </p:cNvSpPr>
          <p:nvPr>
            <p:ph type="pic" sz="quarter" idx="23" hasCustomPrompt="1"/>
          </p:nvPr>
        </p:nvSpPr>
        <p:spPr>
          <a:xfrm>
            <a:off x="571501" y="3122915"/>
            <a:ext cx="646734" cy="646734"/>
          </a:xfrm>
          <a:prstGeom prst="rect">
            <a:avLst/>
          </a:prstGeom>
        </p:spPr>
        <p:txBody>
          <a:bodyPr anchor="ctr" anchorCtr="0"/>
          <a:lstStyle>
            <a:lvl1pPr algn="ctr">
              <a:defRPr sz="800"/>
            </a:lvl1pPr>
          </a:lstStyle>
          <a:p>
            <a:r>
              <a:rPr lang="en-US"/>
              <a:t>Place Icon Here</a:t>
            </a:r>
          </a:p>
        </p:txBody>
      </p:sp>
      <p:sp>
        <p:nvSpPr>
          <p:cNvPr id="32" name="Text Placeholder 5">
            <a:extLst>
              <a:ext uri="{FF2B5EF4-FFF2-40B4-BE49-F238E27FC236}">
                <a16:creationId xmlns:a16="http://schemas.microsoft.com/office/drawing/2014/main" id="{993620FF-3690-6D42-AFCF-9280D8D5BB1B}"/>
              </a:ext>
            </a:extLst>
          </p:cNvPr>
          <p:cNvSpPr>
            <a:spLocks noGrp="1"/>
          </p:cNvSpPr>
          <p:nvPr>
            <p:ph type="body" sz="quarter" idx="38"/>
          </p:nvPr>
        </p:nvSpPr>
        <p:spPr>
          <a:xfrm>
            <a:off x="5149286" y="3122915"/>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9" name="Icon Placeholder 5">
            <a:extLst>
              <a:ext uri="{FF2B5EF4-FFF2-40B4-BE49-F238E27FC236}">
                <a16:creationId xmlns:a16="http://schemas.microsoft.com/office/drawing/2014/main" id="{13B68248-C33A-1D45-8E0C-67133FB92CB6}"/>
              </a:ext>
            </a:extLst>
          </p:cNvPr>
          <p:cNvSpPr>
            <a:spLocks noGrp="1"/>
          </p:cNvSpPr>
          <p:nvPr>
            <p:ph type="pic" sz="quarter" idx="24" hasCustomPrompt="1"/>
          </p:nvPr>
        </p:nvSpPr>
        <p:spPr>
          <a:xfrm>
            <a:off x="4343401" y="3122915"/>
            <a:ext cx="646734" cy="646734"/>
          </a:xfrm>
          <a:prstGeom prst="rect">
            <a:avLst/>
          </a:prstGeom>
        </p:spPr>
        <p:txBody>
          <a:bodyPr anchor="ctr" anchorCtr="0"/>
          <a:lstStyle>
            <a:lvl1pPr algn="ctr">
              <a:defRPr sz="800"/>
            </a:lvl1pPr>
          </a:lstStyle>
          <a:p>
            <a:r>
              <a:rPr lang="en-US"/>
              <a:t>Place Icon Here</a:t>
            </a:r>
          </a:p>
        </p:txBody>
      </p:sp>
      <p:sp>
        <p:nvSpPr>
          <p:cNvPr id="20" name="Icon Placeholder 6">
            <a:extLst>
              <a:ext uri="{FF2B5EF4-FFF2-40B4-BE49-F238E27FC236}">
                <a16:creationId xmlns:a16="http://schemas.microsoft.com/office/drawing/2014/main" id="{D03084DE-13BE-384E-AABC-4EE22A7BF150}"/>
              </a:ext>
            </a:extLst>
          </p:cNvPr>
          <p:cNvSpPr>
            <a:spLocks noGrp="1"/>
          </p:cNvSpPr>
          <p:nvPr>
            <p:ph type="pic" sz="quarter" idx="25" hasCustomPrompt="1"/>
          </p:nvPr>
        </p:nvSpPr>
        <p:spPr>
          <a:xfrm>
            <a:off x="8115301" y="3122915"/>
            <a:ext cx="646734" cy="646734"/>
          </a:xfrm>
          <a:prstGeom prst="rect">
            <a:avLst/>
          </a:prstGeom>
        </p:spPr>
        <p:txBody>
          <a:bodyPr anchor="ctr" anchorCtr="0"/>
          <a:lstStyle>
            <a:lvl1pPr algn="ctr">
              <a:defRPr sz="800"/>
            </a:lvl1pPr>
          </a:lstStyle>
          <a:p>
            <a:r>
              <a:rPr lang="en-US"/>
              <a:t>Place Icon Here</a:t>
            </a:r>
          </a:p>
        </p:txBody>
      </p:sp>
      <p:sp>
        <p:nvSpPr>
          <p:cNvPr id="33" name="Text Placeholder 6">
            <a:extLst>
              <a:ext uri="{FF2B5EF4-FFF2-40B4-BE49-F238E27FC236}">
                <a16:creationId xmlns:a16="http://schemas.microsoft.com/office/drawing/2014/main" id="{44B97945-A2A1-EE4E-A23A-AFCEC60C39AB}"/>
              </a:ext>
            </a:extLst>
          </p:cNvPr>
          <p:cNvSpPr>
            <a:spLocks noGrp="1"/>
          </p:cNvSpPr>
          <p:nvPr>
            <p:ph type="body" sz="quarter" idx="39"/>
          </p:nvPr>
        </p:nvSpPr>
        <p:spPr>
          <a:xfrm>
            <a:off x="8921186" y="3122915"/>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34" name="Text Placeholder 7">
            <a:extLst>
              <a:ext uri="{FF2B5EF4-FFF2-40B4-BE49-F238E27FC236}">
                <a16:creationId xmlns:a16="http://schemas.microsoft.com/office/drawing/2014/main" id="{9DFDCD06-77A1-1C49-8CB2-BBB23364ED69}"/>
              </a:ext>
            </a:extLst>
          </p:cNvPr>
          <p:cNvSpPr>
            <a:spLocks noGrp="1"/>
          </p:cNvSpPr>
          <p:nvPr>
            <p:ph type="body" sz="quarter" idx="40"/>
          </p:nvPr>
        </p:nvSpPr>
        <p:spPr>
          <a:xfrm>
            <a:off x="1400830" y="4705324"/>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23" name="Icon Placeholder 7">
            <a:extLst>
              <a:ext uri="{FF2B5EF4-FFF2-40B4-BE49-F238E27FC236}">
                <a16:creationId xmlns:a16="http://schemas.microsoft.com/office/drawing/2014/main" id="{484D938E-62D9-FB4E-9764-2DA72E82F912}"/>
              </a:ext>
            </a:extLst>
          </p:cNvPr>
          <p:cNvSpPr>
            <a:spLocks noGrp="1"/>
          </p:cNvSpPr>
          <p:nvPr>
            <p:ph type="pic" sz="quarter" idx="27" hasCustomPrompt="1"/>
          </p:nvPr>
        </p:nvSpPr>
        <p:spPr>
          <a:xfrm>
            <a:off x="571502" y="4705324"/>
            <a:ext cx="646734" cy="646734"/>
          </a:xfrm>
          <a:prstGeom prst="rect">
            <a:avLst/>
          </a:prstGeom>
        </p:spPr>
        <p:txBody>
          <a:bodyPr anchor="ctr" anchorCtr="0"/>
          <a:lstStyle>
            <a:lvl1pPr algn="ctr">
              <a:defRPr sz="800"/>
            </a:lvl1pPr>
          </a:lstStyle>
          <a:p>
            <a:r>
              <a:rPr lang="en-US"/>
              <a:t>Place Icon Here</a:t>
            </a:r>
          </a:p>
        </p:txBody>
      </p:sp>
      <p:sp>
        <p:nvSpPr>
          <p:cNvPr id="35" name="Text Placeholder 8">
            <a:extLst>
              <a:ext uri="{FF2B5EF4-FFF2-40B4-BE49-F238E27FC236}">
                <a16:creationId xmlns:a16="http://schemas.microsoft.com/office/drawing/2014/main" id="{DDC46696-809A-B748-8347-541F60751C5B}"/>
              </a:ext>
            </a:extLst>
          </p:cNvPr>
          <p:cNvSpPr>
            <a:spLocks noGrp="1"/>
          </p:cNvSpPr>
          <p:nvPr>
            <p:ph type="body" sz="quarter" idx="41"/>
          </p:nvPr>
        </p:nvSpPr>
        <p:spPr>
          <a:xfrm>
            <a:off x="5172730" y="4705324"/>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25" name="Icon Placeholder 8">
            <a:extLst>
              <a:ext uri="{FF2B5EF4-FFF2-40B4-BE49-F238E27FC236}">
                <a16:creationId xmlns:a16="http://schemas.microsoft.com/office/drawing/2014/main" id="{559AE61C-6D5A-164A-84FD-88A64636C012}"/>
              </a:ext>
            </a:extLst>
          </p:cNvPr>
          <p:cNvSpPr>
            <a:spLocks noGrp="1"/>
          </p:cNvSpPr>
          <p:nvPr>
            <p:ph type="pic" sz="quarter" idx="29" hasCustomPrompt="1"/>
          </p:nvPr>
        </p:nvSpPr>
        <p:spPr>
          <a:xfrm>
            <a:off x="4343402" y="4705324"/>
            <a:ext cx="646734" cy="646734"/>
          </a:xfrm>
          <a:prstGeom prst="rect">
            <a:avLst/>
          </a:prstGeom>
        </p:spPr>
        <p:txBody>
          <a:bodyPr anchor="ctr" anchorCtr="0"/>
          <a:lstStyle>
            <a:lvl1pPr algn="ctr">
              <a:defRPr sz="800"/>
            </a:lvl1pPr>
          </a:lstStyle>
          <a:p>
            <a:r>
              <a:rPr lang="en-US"/>
              <a:t>Place Icon Here</a:t>
            </a:r>
          </a:p>
        </p:txBody>
      </p:sp>
      <p:sp>
        <p:nvSpPr>
          <p:cNvPr id="36" name="Text Placeholder 9">
            <a:extLst>
              <a:ext uri="{FF2B5EF4-FFF2-40B4-BE49-F238E27FC236}">
                <a16:creationId xmlns:a16="http://schemas.microsoft.com/office/drawing/2014/main" id="{F38BF9C6-6764-8741-AA1C-59ED13A4B1DA}"/>
              </a:ext>
            </a:extLst>
          </p:cNvPr>
          <p:cNvSpPr>
            <a:spLocks noGrp="1"/>
          </p:cNvSpPr>
          <p:nvPr>
            <p:ph type="body" sz="quarter" idx="42"/>
          </p:nvPr>
        </p:nvSpPr>
        <p:spPr>
          <a:xfrm>
            <a:off x="8944630" y="4705324"/>
            <a:ext cx="2699314" cy="128016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tx1"/>
                </a:solidFill>
                <a:latin typeface="+mn-lt"/>
                <a:ea typeface="+mn-ea"/>
                <a:cs typeface="+mn-cs"/>
              </a:defRPr>
            </a:lvl4pPr>
            <a:lvl5pPr>
              <a:spcAft>
                <a:spcPts val="600"/>
              </a:spcAft>
              <a:defRPr sz="1400"/>
            </a:lvl5pPr>
          </a:lstStyle>
          <a:p>
            <a:pPr lvl="0"/>
            <a:r>
              <a:rPr lang="en-US"/>
              <a:t>Click to edit Master text styles</a:t>
            </a:r>
          </a:p>
          <a:p>
            <a:pPr lvl="1"/>
            <a:r>
              <a:rPr lang="en-US"/>
              <a:t>Second level</a:t>
            </a:r>
          </a:p>
          <a:p>
            <a:pPr marL="236538" lvl="3" indent="-225425"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628650" lvl="4" indent="-277813"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27" name="Icon Placeholder 9">
            <a:extLst>
              <a:ext uri="{FF2B5EF4-FFF2-40B4-BE49-F238E27FC236}">
                <a16:creationId xmlns:a16="http://schemas.microsoft.com/office/drawing/2014/main" id="{DFC32131-F3D9-E24F-8730-D999491DE58A}"/>
              </a:ext>
            </a:extLst>
          </p:cNvPr>
          <p:cNvSpPr>
            <a:spLocks noGrp="1"/>
          </p:cNvSpPr>
          <p:nvPr>
            <p:ph type="pic" sz="quarter" idx="31" hasCustomPrompt="1"/>
          </p:nvPr>
        </p:nvSpPr>
        <p:spPr>
          <a:xfrm>
            <a:off x="8115302" y="4705324"/>
            <a:ext cx="646734" cy="646734"/>
          </a:xfrm>
          <a:prstGeom prst="rect">
            <a:avLst/>
          </a:prstGeom>
        </p:spPr>
        <p:txBody>
          <a:bodyPr anchor="ctr" anchorCtr="0"/>
          <a:lstStyle>
            <a:lvl1pPr algn="ctr">
              <a:defRPr sz="800"/>
            </a:lvl1pPr>
          </a:lstStyle>
          <a:p>
            <a:r>
              <a:rPr lang="en-US"/>
              <a:t>Place Icon Here</a:t>
            </a:r>
          </a:p>
        </p:txBody>
      </p:sp>
      <p:sp>
        <p:nvSpPr>
          <p:cNvPr id="3" name="Footer Placeholder">
            <a:extLst>
              <a:ext uri="{FF2B5EF4-FFF2-40B4-BE49-F238E27FC236}">
                <a16:creationId xmlns:a16="http://schemas.microsoft.com/office/drawing/2014/main" id="{DA144509-DDC3-224D-B24F-D89E583FBA46}"/>
              </a:ext>
            </a:extLst>
          </p:cNvPr>
          <p:cNvSpPr>
            <a:spLocks noGrp="1"/>
          </p:cNvSpPr>
          <p:nvPr>
            <p:ph type="ftr" sz="quarter" idx="32"/>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B1613DB0-28E1-2E4B-8670-E27A2AB59EE1}"/>
              </a:ext>
            </a:extLst>
          </p:cNvPr>
          <p:cNvSpPr>
            <a:spLocks noGrp="1"/>
          </p:cNvSpPr>
          <p:nvPr>
            <p:ph type="sldNum" sz="quarter" idx="33"/>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58256337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9_Highly Visual">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BE8671B-C61A-4276-DEE9-13B7BEAFCE9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5009"/>
            <a:ext cx="12192000" cy="6858000"/>
          </a:xfrm>
          <a:prstGeom prst="rect">
            <a:avLst/>
          </a:prstGeom>
        </p:spPr>
      </p:pic>
      <p:sp>
        <p:nvSpPr>
          <p:cNvPr id="7" name="Title / Gradient Overlay">
            <a:extLst>
              <a:ext uri="{FF2B5EF4-FFF2-40B4-BE49-F238E27FC236}">
                <a16:creationId xmlns:a16="http://schemas.microsoft.com/office/drawing/2014/main" id="{C9F9C139-7837-FB4C-AC30-2472354304F5}"/>
              </a:ext>
            </a:extLst>
          </p:cNvPr>
          <p:cNvSpPr>
            <a:spLocks noGrp="1"/>
          </p:cNvSpPr>
          <p:nvPr>
            <p:ph type="body" sz="quarter" idx="15"/>
          </p:nvPr>
        </p:nvSpPr>
        <p:spPr>
          <a:xfrm>
            <a:off x="571500" y="0"/>
            <a:ext cx="5410200" cy="6858000"/>
          </a:xfrm>
          <a:solidFill>
            <a:srgbClr val="4D148C">
              <a:alpha val="89804"/>
            </a:srgbClr>
          </a:solidFill>
        </p:spPr>
        <p:txBody>
          <a:bodyPr lIns="182880" tIns="548640" rIns="365760" bIns="365760"/>
          <a:lstStyle>
            <a:lvl1pPr marL="301625" indent="0" algn="l">
              <a:lnSpc>
                <a:spcPct val="110000"/>
              </a:lnSpc>
              <a:spcAft>
                <a:spcPts val="600"/>
              </a:spcAft>
              <a:tabLst/>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spcAft>
                <a:spcPts val="600"/>
              </a:spcAft>
              <a:defRPr sz="1600" b="0">
                <a:solidFill>
                  <a:schemeClr val="bg1"/>
                </a:solidFill>
              </a:defRPr>
            </a:lvl2pPr>
            <a:lvl3pPr algn="l">
              <a:spcAft>
                <a:spcPts val="600"/>
              </a:spcAft>
              <a:defRPr sz="1600">
                <a:solidFill>
                  <a:schemeClr val="bg1"/>
                </a:solidFill>
              </a:defRPr>
            </a:lvl3pPr>
            <a:lvl4pPr algn="ctr">
              <a:defRPr>
                <a:solidFill>
                  <a:schemeClr val="bg1"/>
                </a:solidFill>
              </a:defRPr>
            </a:lvl4pPr>
            <a:lvl5pPr algn="ctr">
              <a:defRPr>
                <a:solidFill>
                  <a:schemeClr val="bg1"/>
                </a:solidFill>
              </a:defRPr>
            </a:lvl5pPr>
          </a:lstStyle>
          <a:p>
            <a:pPr lvl="0"/>
            <a:r>
              <a:rPr lang="en-US"/>
              <a:t>Click to edit Master text styles</a:t>
            </a:r>
          </a:p>
        </p:txBody>
      </p:sp>
      <p:sp>
        <p:nvSpPr>
          <p:cNvPr id="8" name="Text Placeholder 1">
            <a:extLst>
              <a:ext uri="{FF2B5EF4-FFF2-40B4-BE49-F238E27FC236}">
                <a16:creationId xmlns:a16="http://schemas.microsoft.com/office/drawing/2014/main" id="{1E2F984B-DA83-B446-BAF5-F0475861B11A}"/>
              </a:ext>
            </a:extLst>
          </p:cNvPr>
          <p:cNvSpPr>
            <a:spLocks noGrp="1"/>
          </p:cNvSpPr>
          <p:nvPr>
            <p:ph type="body" sz="quarter" idx="16" hasCustomPrompt="1"/>
          </p:nvPr>
        </p:nvSpPr>
        <p:spPr>
          <a:xfrm>
            <a:off x="1972213" y="2060742"/>
            <a:ext cx="3476087" cy="950976"/>
          </a:xfrm>
        </p:spPr>
        <p:txBody>
          <a:bodyPr/>
          <a:lstStyle>
            <a:lvl1pPr>
              <a:spcAft>
                <a:spcPts val="300"/>
              </a:spcAft>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9" name="Icon Placeholder 1">
            <a:extLst>
              <a:ext uri="{FF2B5EF4-FFF2-40B4-BE49-F238E27FC236}">
                <a16:creationId xmlns:a16="http://schemas.microsoft.com/office/drawing/2014/main" id="{7E5A5C3D-9C42-1045-AFD0-024D6D956DA7}"/>
              </a:ext>
            </a:extLst>
          </p:cNvPr>
          <p:cNvSpPr>
            <a:spLocks noGrp="1"/>
          </p:cNvSpPr>
          <p:nvPr>
            <p:ph type="pic" sz="quarter" idx="20" hasCustomPrompt="1"/>
          </p:nvPr>
        </p:nvSpPr>
        <p:spPr>
          <a:xfrm>
            <a:off x="1074357" y="2086142"/>
            <a:ext cx="646734" cy="646734"/>
          </a:xfrm>
        </p:spPr>
        <p:txBody>
          <a:bodyPr anchor="ctr" anchorCtr="0"/>
          <a:lstStyle>
            <a:lvl1pPr algn="ctr">
              <a:defRPr sz="800">
                <a:solidFill>
                  <a:schemeClr val="bg1"/>
                </a:solidFill>
              </a:defRPr>
            </a:lvl1pPr>
          </a:lstStyle>
          <a:p>
            <a:r>
              <a:rPr lang="en-US"/>
              <a:t>Place Icon Here</a:t>
            </a:r>
          </a:p>
        </p:txBody>
      </p:sp>
      <p:sp>
        <p:nvSpPr>
          <p:cNvPr id="14" name="Text Placeholder 2">
            <a:extLst>
              <a:ext uri="{FF2B5EF4-FFF2-40B4-BE49-F238E27FC236}">
                <a16:creationId xmlns:a16="http://schemas.microsoft.com/office/drawing/2014/main" id="{3BA28F6B-C771-7B45-A924-37C5E7F4D6CE}"/>
              </a:ext>
            </a:extLst>
          </p:cNvPr>
          <p:cNvSpPr>
            <a:spLocks noGrp="1"/>
          </p:cNvSpPr>
          <p:nvPr>
            <p:ph type="body" sz="quarter" idx="28" hasCustomPrompt="1"/>
          </p:nvPr>
        </p:nvSpPr>
        <p:spPr>
          <a:xfrm>
            <a:off x="1972212" y="3633444"/>
            <a:ext cx="3476087" cy="950976"/>
          </a:xfrm>
        </p:spPr>
        <p:txBody>
          <a:bodyPr/>
          <a:lstStyle>
            <a:lvl1pPr>
              <a:spcAft>
                <a:spcPts val="300"/>
              </a:spcAft>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1" name="Icon Placeholder 2">
            <a:extLst>
              <a:ext uri="{FF2B5EF4-FFF2-40B4-BE49-F238E27FC236}">
                <a16:creationId xmlns:a16="http://schemas.microsoft.com/office/drawing/2014/main" id="{081ED309-6950-8744-9B9A-5602FF9B4FE7}"/>
              </a:ext>
            </a:extLst>
          </p:cNvPr>
          <p:cNvSpPr>
            <a:spLocks noGrp="1"/>
          </p:cNvSpPr>
          <p:nvPr>
            <p:ph type="pic" sz="quarter" idx="23" hasCustomPrompt="1"/>
          </p:nvPr>
        </p:nvSpPr>
        <p:spPr>
          <a:xfrm>
            <a:off x="1074357" y="3658844"/>
            <a:ext cx="646734" cy="646734"/>
          </a:xfrm>
        </p:spPr>
        <p:txBody>
          <a:bodyPr anchor="ctr" anchorCtr="0"/>
          <a:lstStyle>
            <a:lvl1pPr algn="ctr">
              <a:defRPr sz="800">
                <a:solidFill>
                  <a:schemeClr val="bg1"/>
                </a:solidFill>
              </a:defRPr>
            </a:lvl1pPr>
          </a:lstStyle>
          <a:p>
            <a:r>
              <a:rPr lang="en-US"/>
              <a:t>Place Icon Here</a:t>
            </a:r>
          </a:p>
        </p:txBody>
      </p:sp>
      <p:sp>
        <p:nvSpPr>
          <p:cNvPr id="15" name="Text Placeholder 3">
            <a:extLst>
              <a:ext uri="{FF2B5EF4-FFF2-40B4-BE49-F238E27FC236}">
                <a16:creationId xmlns:a16="http://schemas.microsoft.com/office/drawing/2014/main" id="{2F293DB1-AE8A-4E43-8E0E-0EF4EF9D718D}"/>
              </a:ext>
            </a:extLst>
          </p:cNvPr>
          <p:cNvSpPr>
            <a:spLocks noGrp="1"/>
          </p:cNvSpPr>
          <p:nvPr>
            <p:ph type="body" sz="quarter" idx="29" hasCustomPrompt="1"/>
          </p:nvPr>
        </p:nvSpPr>
        <p:spPr>
          <a:xfrm>
            <a:off x="1972211" y="5206146"/>
            <a:ext cx="3476087" cy="953354"/>
          </a:xfrm>
        </p:spPr>
        <p:txBody>
          <a:bodyPr/>
          <a:lstStyle>
            <a:lvl1pPr>
              <a:spcAft>
                <a:spcPts val="300"/>
              </a:spcAft>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3" name="Icon Placeholder 3">
            <a:extLst>
              <a:ext uri="{FF2B5EF4-FFF2-40B4-BE49-F238E27FC236}">
                <a16:creationId xmlns:a16="http://schemas.microsoft.com/office/drawing/2014/main" id="{9D4146EE-32DA-4D4C-BC24-C0E36EF2FF12}"/>
              </a:ext>
            </a:extLst>
          </p:cNvPr>
          <p:cNvSpPr>
            <a:spLocks noGrp="1"/>
          </p:cNvSpPr>
          <p:nvPr>
            <p:ph type="pic" sz="quarter" idx="27" hasCustomPrompt="1"/>
          </p:nvPr>
        </p:nvSpPr>
        <p:spPr>
          <a:xfrm>
            <a:off x="1074357" y="5231546"/>
            <a:ext cx="646734" cy="646734"/>
          </a:xfrm>
        </p:spPr>
        <p:txBody>
          <a:bodyPr anchor="ctr" anchorCtr="0"/>
          <a:lstStyle>
            <a:lvl1pPr algn="ctr">
              <a:defRPr sz="800">
                <a:solidFill>
                  <a:schemeClr val="bg1"/>
                </a:solidFill>
              </a:defRPr>
            </a:lvl1pPr>
          </a:lstStyle>
          <a:p>
            <a:r>
              <a:rPr lang="en-US"/>
              <a:t>Place Icon Here</a:t>
            </a:r>
          </a:p>
        </p:txBody>
      </p:sp>
      <p:sp>
        <p:nvSpPr>
          <p:cNvPr id="4" name="Slide Number Placeholder">
            <a:extLst>
              <a:ext uri="{FF2B5EF4-FFF2-40B4-BE49-F238E27FC236}">
                <a16:creationId xmlns:a16="http://schemas.microsoft.com/office/drawing/2014/main" id="{BE3BAEFB-13DE-9C4C-93A8-C3C0871FD70A}"/>
              </a:ext>
            </a:extLst>
          </p:cNvPr>
          <p:cNvSpPr>
            <a:spLocks noGrp="1"/>
          </p:cNvSpPr>
          <p:nvPr>
            <p:ph type="sldNum" sz="quarter" idx="31"/>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903504273"/>
      </p:ext>
    </p:extLst>
  </p:cSld>
  <p:clrMapOvr>
    <a:masterClrMapping/>
  </p:clrMapOvr>
  <p:extLst>
    <p:ext uri="{DCECCB84-F9BA-43D5-87BE-67443E8EF086}">
      <p15:sldGuideLst xmlns:p15="http://schemas.microsoft.com/office/powerpoint/2012/main">
        <p15:guide id="1" pos="672">
          <p15:clr>
            <a:srgbClr val="FBAE40"/>
          </p15:clr>
        </p15:guide>
        <p15:guide id="2" pos="343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20_Highly Visual">
    <p:spTree>
      <p:nvGrpSpPr>
        <p:cNvPr id="1" name=""/>
        <p:cNvGrpSpPr/>
        <p:nvPr/>
      </p:nvGrpSpPr>
      <p:grpSpPr>
        <a:xfrm>
          <a:off x="0" y="0"/>
          <a:ext cx="0" cy="0"/>
          <a:chOff x="0" y="0"/>
          <a:chExt cx="0" cy="0"/>
        </a:xfrm>
      </p:grpSpPr>
      <p:sp>
        <p:nvSpPr>
          <p:cNvPr id="6" name="Supporting Image">
            <a:extLst>
              <a:ext uri="{FF2B5EF4-FFF2-40B4-BE49-F238E27FC236}">
                <a16:creationId xmlns:a16="http://schemas.microsoft.com/office/drawing/2014/main" id="{51D4D0E4-B6F1-9649-AC34-5B323E04FFA3}"/>
              </a:ext>
            </a:extLst>
          </p:cNvPr>
          <p:cNvSpPr>
            <a:spLocks noGrp="1"/>
          </p:cNvSpPr>
          <p:nvPr>
            <p:ph type="pic" sz="quarter" idx="12"/>
          </p:nvPr>
        </p:nvSpPr>
        <p:spPr>
          <a:xfrm>
            <a:off x="0" y="0"/>
            <a:ext cx="12192000" cy="6858000"/>
          </a:xfrm>
          <a:solidFill>
            <a:schemeClr val="accent6"/>
          </a:solidFill>
        </p:spPr>
        <p:txBody>
          <a:bodyPr anchor="ctr" anchorCtr="0"/>
          <a:lstStyle>
            <a:lvl1pPr algn="ctr">
              <a:defRPr sz="1400"/>
            </a:lvl1pPr>
          </a:lstStyle>
          <a:p>
            <a:endParaRPr lang="en-US"/>
          </a:p>
        </p:txBody>
      </p:sp>
      <p:sp>
        <p:nvSpPr>
          <p:cNvPr id="7" name="Title / Gradient Overlay">
            <a:extLst>
              <a:ext uri="{FF2B5EF4-FFF2-40B4-BE49-F238E27FC236}">
                <a16:creationId xmlns:a16="http://schemas.microsoft.com/office/drawing/2014/main" id="{C9F9C139-7837-FB4C-AC30-2472354304F5}"/>
              </a:ext>
            </a:extLst>
          </p:cNvPr>
          <p:cNvSpPr>
            <a:spLocks noGrp="1"/>
          </p:cNvSpPr>
          <p:nvPr>
            <p:ph type="body" sz="quarter" idx="15"/>
          </p:nvPr>
        </p:nvSpPr>
        <p:spPr>
          <a:xfrm>
            <a:off x="571500" y="0"/>
            <a:ext cx="5410200" cy="6858000"/>
          </a:xfrm>
          <a:solidFill>
            <a:srgbClr val="4D148C">
              <a:alpha val="89804"/>
            </a:srgbClr>
          </a:solidFill>
        </p:spPr>
        <p:txBody>
          <a:bodyPr lIns="182880" tIns="548640" rIns="365760" bIns="365760"/>
          <a:lstStyle>
            <a:lvl1pPr marL="301625" indent="0" algn="l">
              <a:lnSpc>
                <a:spcPct val="110000"/>
              </a:lnSpc>
              <a:spcAft>
                <a:spcPts val="600"/>
              </a:spcAft>
              <a:tabLst/>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spcAft>
                <a:spcPts val="600"/>
              </a:spcAft>
              <a:defRPr sz="1600" b="0">
                <a:solidFill>
                  <a:schemeClr val="bg1"/>
                </a:solidFill>
              </a:defRPr>
            </a:lvl2pPr>
            <a:lvl3pPr algn="l">
              <a:spcAft>
                <a:spcPts val="600"/>
              </a:spcAft>
              <a:defRPr sz="1600">
                <a:solidFill>
                  <a:schemeClr val="bg1"/>
                </a:solidFill>
              </a:defRPr>
            </a:lvl3pPr>
            <a:lvl4pPr algn="ctr">
              <a:defRPr>
                <a:solidFill>
                  <a:schemeClr val="bg1"/>
                </a:solidFill>
              </a:defRPr>
            </a:lvl4pPr>
            <a:lvl5pPr algn="ctr">
              <a:defRPr>
                <a:solidFill>
                  <a:schemeClr val="bg1"/>
                </a:solidFill>
              </a:defRPr>
            </a:lvl5pPr>
          </a:lstStyle>
          <a:p>
            <a:pPr lvl="0"/>
            <a:r>
              <a:rPr lang="en-US"/>
              <a:t>Click to edit Master text styles</a:t>
            </a:r>
          </a:p>
        </p:txBody>
      </p:sp>
      <p:sp>
        <p:nvSpPr>
          <p:cNvPr id="8" name="Text Placeholder 1">
            <a:extLst>
              <a:ext uri="{FF2B5EF4-FFF2-40B4-BE49-F238E27FC236}">
                <a16:creationId xmlns:a16="http://schemas.microsoft.com/office/drawing/2014/main" id="{1E2F984B-DA83-B446-BAF5-F0475861B11A}"/>
              </a:ext>
            </a:extLst>
          </p:cNvPr>
          <p:cNvSpPr>
            <a:spLocks noGrp="1"/>
          </p:cNvSpPr>
          <p:nvPr>
            <p:ph type="body" sz="quarter" idx="16" hasCustomPrompt="1"/>
          </p:nvPr>
        </p:nvSpPr>
        <p:spPr>
          <a:xfrm>
            <a:off x="1972213" y="2060742"/>
            <a:ext cx="3476087" cy="950976"/>
          </a:xfrm>
        </p:spPr>
        <p:txBody>
          <a:bodyPr/>
          <a:lstStyle>
            <a:lvl1pPr>
              <a:spcAft>
                <a:spcPts val="300"/>
              </a:spcAft>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9" name="Icon Placeholder 1">
            <a:extLst>
              <a:ext uri="{FF2B5EF4-FFF2-40B4-BE49-F238E27FC236}">
                <a16:creationId xmlns:a16="http://schemas.microsoft.com/office/drawing/2014/main" id="{7E5A5C3D-9C42-1045-AFD0-024D6D956DA7}"/>
              </a:ext>
            </a:extLst>
          </p:cNvPr>
          <p:cNvSpPr>
            <a:spLocks noGrp="1"/>
          </p:cNvSpPr>
          <p:nvPr>
            <p:ph type="pic" sz="quarter" idx="20" hasCustomPrompt="1"/>
          </p:nvPr>
        </p:nvSpPr>
        <p:spPr>
          <a:xfrm>
            <a:off x="1074357" y="2086142"/>
            <a:ext cx="646734" cy="646734"/>
          </a:xfrm>
        </p:spPr>
        <p:txBody>
          <a:bodyPr anchor="ctr" anchorCtr="0"/>
          <a:lstStyle>
            <a:lvl1pPr algn="ctr">
              <a:defRPr sz="800">
                <a:solidFill>
                  <a:schemeClr val="bg1"/>
                </a:solidFill>
              </a:defRPr>
            </a:lvl1pPr>
          </a:lstStyle>
          <a:p>
            <a:r>
              <a:rPr lang="en-US"/>
              <a:t>Place Icon Here</a:t>
            </a:r>
          </a:p>
        </p:txBody>
      </p:sp>
      <p:sp>
        <p:nvSpPr>
          <p:cNvPr id="14" name="Text Placeholder 2">
            <a:extLst>
              <a:ext uri="{FF2B5EF4-FFF2-40B4-BE49-F238E27FC236}">
                <a16:creationId xmlns:a16="http://schemas.microsoft.com/office/drawing/2014/main" id="{3BA28F6B-C771-7B45-A924-37C5E7F4D6CE}"/>
              </a:ext>
            </a:extLst>
          </p:cNvPr>
          <p:cNvSpPr>
            <a:spLocks noGrp="1"/>
          </p:cNvSpPr>
          <p:nvPr>
            <p:ph type="body" sz="quarter" idx="28" hasCustomPrompt="1"/>
          </p:nvPr>
        </p:nvSpPr>
        <p:spPr>
          <a:xfrm>
            <a:off x="1972212" y="3633444"/>
            <a:ext cx="3476087" cy="950976"/>
          </a:xfrm>
        </p:spPr>
        <p:txBody>
          <a:bodyPr/>
          <a:lstStyle>
            <a:lvl1pPr>
              <a:spcAft>
                <a:spcPts val="300"/>
              </a:spcAft>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1" name="Icon Placeholder 2">
            <a:extLst>
              <a:ext uri="{FF2B5EF4-FFF2-40B4-BE49-F238E27FC236}">
                <a16:creationId xmlns:a16="http://schemas.microsoft.com/office/drawing/2014/main" id="{081ED309-6950-8744-9B9A-5602FF9B4FE7}"/>
              </a:ext>
            </a:extLst>
          </p:cNvPr>
          <p:cNvSpPr>
            <a:spLocks noGrp="1"/>
          </p:cNvSpPr>
          <p:nvPr>
            <p:ph type="pic" sz="quarter" idx="23" hasCustomPrompt="1"/>
          </p:nvPr>
        </p:nvSpPr>
        <p:spPr>
          <a:xfrm>
            <a:off x="1074357" y="3658844"/>
            <a:ext cx="646734" cy="646734"/>
          </a:xfrm>
        </p:spPr>
        <p:txBody>
          <a:bodyPr anchor="ctr" anchorCtr="0"/>
          <a:lstStyle>
            <a:lvl1pPr algn="ctr">
              <a:defRPr sz="800">
                <a:solidFill>
                  <a:schemeClr val="bg1"/>
                </a:solidFill>
              </a:defRPr>
            </a:lvl1pPr>
          </a:lstStyle>
          <a:p>
            <a:r>
              <a:rPr lang="en-US"/>
              <a:t>Place Icon Here</a:t>
            </a:r>
          </a:p>
        </p:txBody>
      </p:sp>
      <p:sp>
        <p:nvSpPr>
          <p:cNvPr id="15" name="Text Placeholder 3">
            <a:extLst>
              <a:ext uri="{FF2B5EF4-FFF2-40B4-BE49-F238E27FC236}">
                <a16:creationId xmlns:a16="http://schemas.microsoft.com/office/drawing/2014/main" id="{2F293DB1-AE8A-4E43-8E0E-0EF4EF9D718D}"/>
              </a:ext>
            </a:extLst>
          </p:cNvPr>
          <p:cNvSpPr>
            <a:spLocks noGrp="1"/>
          </p:cNvSpPr>
          <p:nvPr>
            <p:ph type="body" sz="quarter" idx="29" hasCustomPrompt="1"/>
          </p:nvPr>
        </p:nvSpPr>
        <p:spPr>
          <a:xfrm>
            <a:off x="1972211" y="5206146"/>
            <a:ext cx="3476087" cy="953354"/>
          </a:xfrm>
        </p:spPr>
        <p:txBody>
          <a:bodyPr/>
          <a:lstStyle>
            <a:lvl1pPr>
              <a:spcAft>
                <a:spcPts val="300"/>
              </a:spcAft>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spcAft>
                <a:spcPts val="300"/>
              </a:spcAft>
              <a:defRPr sz="1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3" name="Icon Placeholder 3">
            <a:extLst>
              <a:ext uri="{FF2B5EF4-FFF2-40B4-BE49-F238E27FC236}">
                <a16:creationId xmlns:a16="http://schemas.microsoft.com/office/drawing/2014/main" id="{9D4146EE-32DA-4D4C-BC24-C0E36EF2FF12}"/>
              </a:ext>
            </a:extLst>
          </p:cNvPr>
          <p:cNvSpPr>
            <a:spLocks noGrp="1"/>
          </p:cNvSpPr>
          <p:nvPr>
            <p:ph type="pic" sz="quarter" idx="27" hasCustomPrompt="1"/>
          </p:nvPr>
        </p:nvSpPr>
        <p:spPr>
          <a:xfrm>
            <a:off x="1074357" y="5231546"/>
            <a:ext cx="646734" cy="646734"/>
          </a:xfrm>
        </p:spPr>
        <p:txBody>
          <a:bodyPr anchor="ctr" anchorCtr="0"/>
          <a:lstStyle>
            <a:lvl1pPr algn="ctr">
              <a:defRPr sz="800">
                <a:solidFill>
                  <a:schemeClr val="bg1"/>
                </a:solidFill>
              </a:defRPr>
            </a:lvl1pPr>
          </a:lstStyle>
          <a:p>
            <a:r>
              <a:rPr lang="en-US"/>
              <a:t>Place Icon Here</a:t>
            </a:r>
          </a:p>
        </p:txBody>
      </p:sp>
      <p:sp>
        <p:nvSpPr>
          <p:cNvPr id="4" name="Slide Number Placeholder">
            <a:extLst>
              <a:ext uri="{FF2B5EF4-FFF2-40B4-BE49-F238E27FC236}">
                <a16:creationId xmlns:a16="http://schemas.microsoft.com/office/drawing/2014/main" id="{BE3BAEFB-13DE-9C4C-93A8-C3C0871FD70A}"/>
              </a:ext>
            </a:extLst>
          </p:cNvPr>
          <p:cNvSpPr>
            <a:spLocks noGrp="1"/>
          </p:cNvSpPr>
          <p:nvPr>
            <p:ph type="sldNum" sz="quarter" idx="31"/>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028531786"/>
      </p:ext>
    </p:extLst>
  </p:cSld>
  <p:clrMapOvr>
    <a:masterClrMapping/>
  </p:clrMapOvr>
  <p:extLst>
    <p:ext uri="{DCECCB84-F9BA-43D5-87BE-67443E8EF086}">
      <p15:sldGuideLst xmlns:p15="http://schemas.microsoft.com/office/powerpoint/2012/main">
        <p15:guide id="1" pos="672">
          <p15:clr>
            <a:srgbClr val="FBAE40"/>
          </p15:clr>
        </p15:guide>
        <p15:guide id="2" pos="343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1_Highly Visual">
    <p:spTree>
      <p:nvGrpSpPr>
        <p:cNvPr id="1" name=""/>
        <p:cNvGrpSpPr/>
        <p:nvPr/>
      </p:nvGrpSpPr>
      <p:grpSpPr>
        <a:xfrm>
          <a:off x="0" y="0"/>
          <a:ext cx="0" cy="0"/>
          <a:chOff x="0" y="0"/>
          <a:chExt cx="0" cy="0"/>
        </a:xfrm>
      </p:grpSpPr>
      <p:pic>
        <p:nvPicPr>
          <p:cNvPr id="6" name="Picture 5" descr="A person holding a clipboard and a person standing next to a truck&#10;&#10;AI-generated content may be incorrect.">
            <a:extLst>
              <a:ext uri="{FF2B5EF4-FFF2-40B4-BE49-F238E27FC236}">
                <a16:creationId xmlns:a16="http://schemas.microsoft.com/office/drawing/2014/main" id="{37FDC9F7-8C1E-58BB-FAC4-4080200070C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4114797" cy="6858000"/>
          </a:xfrm>
          <a:prstGeom prst="rect">
            <a:avLst/>
          </a:prstGeom>
        </p:spPr>
      </p:pic>
      <p:sp>
        <p:nvSpPr>
          <p:cNvPr id="10" name="Text Placeholder 1">
            <a:extLst>
              <a:ext uri="{FF2B5EF4-FFF2-40B4-BE49-F238E27FC236}">
                <a16:creationId xmlns:a16="http://schemas.microsoft.com/office/drawing/2014/main" id="{AB39FC8A-2F3C-3143-ADCC-261FD6E45515}"/>
              </a:ext>
            </a:extLst>
          </p:cNvPr>
          <p:cNvSpPr>
            <a:spLocks noGrp="1"/>
          </p:cNvSpPr>
          <p:nvPr>
            <p:ph type="body" sz="quarter" idx="16" hasCustomPrompt="1"/>
          </p:nvPr>
        </p:nvSpPr>
        <p:spPr>
          <a:xfrm>
            <a:off x="4505484" y="2159194"/>
            <a:ext cx="3182961" cy="1155590"/>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1" name="Icon Placeholder 1">
            <a:extLst>
              <a:ext uri="{FF2B5EF4-FFF2-40B4-BE49-F238E27FC236}">
                <a16:creationId xmlns:a16="http://schemas.microsoft.com/office/drawing/2014/main" id="{03360D9F-F030-4D49-960B-F9CFD38F1B82}"/>
              </a:ext>
            </a:extLst>
          </p:cNvPr>
          <p:cNvSpPr>
            <a:spLocks noGrp="1"/>
          </p:cNvSpPr>
          <p:nvPr>
            <p:ph type="pic" sz="quarter" idx="20" hasCustomPrompt="1"/>
          </p:nvPr>
        </p:nvSpPr>
        <p:spPr>
          <a:xfrm>
            <a:off x="5776212" y="1294541"/>
            <a:ext cx="646734" cy="646734"/>
          </a:xfrm>
        </p:spPr>
        <p:txBody>
          <a:bodyPr anchor="ctr" anchorCtr="0"/>
          <a:lstStyle>
            <a:lvl1pPr algn="ctr">
              <a:defRPr sz="800">
                <a:solidFill>
                  <a:schemeClr val="tx1"/>
                </a:solidFill>
              </a:defRPr>
            </a:lvl1pPr>
          </a:lstStyle>
          <a:p>
            <a:r>
              <a:rPr lang="en-US"/>
              <a:t>Place Icon Here</a:t>
            </a:r>
          </a:p>
        </p:txBody>
      </p:sp>
      <p:sp>
        <p:nvSpPr>
          <p:cNvPr id="12" name="Text Placeholder 2">
            <a:extLst>
              <a:ext uri="{FF2B5EF4-FFF2-40B4-BE49-F238E27FC236}">
                <a16:creationId xmlns:a16="http://schemas.microsoft.com/office/drawing/2014/main" id="{FB8E29EC-88CC-1F4E-BD51-8E4C4B9ECC92}"/>
              </a:ext>
            </a:extLst>
          </p:cNvPr>
          <p:cNvSpPr>
            <a:spLocks noGrp="1"/>
          </p:cNvSpPr>
          <p:nvPr>
            <p:ph type="body" sz="quarter" idx="28" hasCustomPrompt="1"/>
          </p:nvPr>
        </p:nvSpPr>
        <p:spPr>
          <a:xfrm>
            <a:off x="8272871" y="2159194"/>
            <a:ext cx="3182962" cy="1155588"/>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3" name="Icon Placeholder 2">
            <a:extLst>
              <a:ext uri="{FF2B5EF4-FFF2-40B4-BE49-F238E27FC236}">
                <a16:creationId xmlns:a16="http://schemas.microsoft.com/office/drawing/2014/main" id="{E0E9C40A-C5AA-CE4C-8C92-7F19F0915C75}"/>
              </a:ext>
            </a:extLst>
          </p:cNvPr>
          <p:cNvSpPr>
            <a:spLocks noGrp="1"/>
          </p:cNvSpPr>
          <p:nvPr>
            <p:ph type="pic" sz="quarter" idx="23" hasCustomPrompt="1"/>
          </p:nvPr>
        </p:nvSpPr>
        <p:spPr>
          <a:xfrm>
            <a:off x="9540985" y="1294541"/>
            <a:ext cx="646734" cy="646734"/>
          </a:xfrm>
        </p:spPr>
        <p:txBody>
          <a:bodyPr anchor="ctr" anchorCtr="0"/>
          <a:lstStyle>
            <a:lvl1pPr algn="ctr">
              <a:defRPr sz="800">
                <a:solidFill>
                  <a:schemeClr val="tx1"/>
                </a:solidFill>
              </a:defRPr>
            </a:lvl1pPr>
          </a:lstStyle>
          <a:p>
            <a:r>
              <a:rPr lang="en-US"/>
              <a:t>Place Icon Here</a:t>
            </a:r>
          </a:p>
        </p:txBody>
      </p:sp>
      <p:sp>
        <p:nvSpPr>
          <p:cNvPr id="15" name="Text Placeholder 3">
            <a:extLst>
              <a:ext uri="{FF2B5EF4-FFF2-40B4-BE49-F238E27FC236}">
                <a16:creationId xmlns:a16="http://schemas.microsoft.com/office/drawing/2014/main" id="{78F0A9FC-1630-3842-90AE-8CBA42EF5519}"/>
              </a:ext>
            </a:extLst>
          </p:cNvPr>
          <p:cNvSpPr>
            <a:spLocks noGrp="1"/>
          </p:cNvSpPr>
          <p:nvPr>
            <p:ph type="body" sz="quarter" idx="29" hasCustomPrompt="1"/>
          </p:nvPr>
        </p:nvSpPr>
        <p:spPr>
          <a:xfrm>
            <a:off x="4505484" y="4950083"/>
            <a:ext cx="3182958" cy="1155591"/>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4" name="Icon Placeholder 3">
            <a:extLst>
              <a:ext uri="{FF2B5EF4-FFF2-40B4-BE49-F238E27FC236}">
                <a16:creationId xmlns:a16="http://schemas.microsoft.com/office/drawing/2014/main" id="{B3F16183-CB16-3C4E-97C8-DE164EE8F38D}"/>
              </a:ext>
            </a:extLst>
          </p:cNvPr>
          <p:cNvSpPr>
            <a:spLocks noGrp="1"/>
          </p:cNvSpPr>
          <p:nvPr>
            <p:ph type="pic" sz="quarter" idx="27" hasCustomPrompt="1"/>
          </p:nvPr>
        </p:nvSpPr>
        <p:spPr>
          <a:xfrm>
            <a:off x="5777958" y="4017531"/>
            <a:ext cx="646734" cy="646734"/>
          </a:xfrm>
        </p:spPr>
        <p:txBody>
          <a:bodyPr anchor="ctr" anchorCtr="0"/>
          <a:lstStyle>
            <a:lvl1pPr algn="ctr">
              <a:defRPr sz="800">
                <a:solidFill>
                  <a:schemeClr val="tx1"/>
                </a:solidFill>
              </a:defRPr>
            </a:lvl1pPr>
          </a:lstStyle>
          <a:p>
            <a:r>
              <a:rPr lang="en-US"/>
              <a:t>Place Icon Here</a:t>
            </a:r>
          </a:p>
        </p:txBody>
      </p:sp>
      <p:sp>
        <p:nvSpPr>
          <p:cNvPr id="17" name="Text Placeholder 4">
            <a:extLst>
              <a:ext uri="{FF2B5EF4-FFF2-40B4-BE49-F238E27FC236}">
                <a16:creationId xmlns:a16="http://schemas.microsoft.com/office/drawing/2014/main" id="{4B48C579-2CAD-6B40-8ADA-6CED0D5D7D5E}"/>
              </a:ext>
            </a:extLst>
          </p:cNvPr>
          <p:cNvSpPr>
            <a:spLocks noGrp="1"/>
          </p:cNvSpPr>
          <p:nvPr>
            <p:ph type="body" sz="quarter" idx="31" hasCustomPrompt="1"/>
          </p:nvPr>
        </p:nvSpPr>
        <p:spPr>
          <a:xfrm>
            <a:off x="8253820" y="4940413"/>
            <a:ext cx="3221064" cy="1155587"/>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6" name="Icon Placeholder 4">
            <a:extLst>
              <a:ext uri="{FF2B5EF4-FFF2-40B4-BE49-F238E27FC236}">
                <a16:creationId xmlns:a16="http://schemas.microsoft.com/office/drawing/2014/main" id="{B9D370B0-2612-7844-AABE-B74E05D4161E}"/>
              </a:ext>
            </a:extLst>
          </p:cNvPr>
          <p:cNvSpPr>
            <a:spLocks noGrp="1"/>
          </p:cNvSpPr>
          <p:nvPr>
            <p:ph type="pic" sz="quarter" idx="30" hasCustomPrompt="1"/>
          </p:nvPr>
        </p:nvSpPr>
        <p:spPr>
          <a:xfrm>
            <a:off x="9540985" y="4015110"/>
            <a:ext cx="646734" cy="646734"/>
          </a:xfrm>
        </p:spPr>
        <p:txBody>
          <a:bodyPr anchor="ctr" anchorCtr="0"/>
          <a:lstStyle>
            <a:lvl1pPr algn="ctr">
              <a:defRPr sz="800">
                <a:solidFill>
                  <a:schemeClr val="tx1"/>
                </a:solidFill>
              </a:defRPr>
            </a:lvl1pPr>
          </a:lstStyle>
          <a:p>
            <a:r>
              <a:rPr lang="en-US"/>
              <a:t>Place Icon Here</a:t>
            </a:r>
          </a:p>
        </p:txBody>
      </p:sp>
      <p:sp>
        <p:nvSpPr>
          <p:cNvPr id="2" name="Footer Placeholder">
            <a:extLst>
              <a:ext uri="{FF2B5EF4-FFF2-40B4-BE49-F238E27FC236}">
                <a16:creationId xmlns:a16="http://schemas.microsoft.com/office/drawing/2014/main" id="{6E058DAA-80A8-7C4B-BFF9-07552342DBC5}"/>
              </a:ext>
            </a:extLst>
          </p:cNvPr>
          <p:cNvSpPr>
            <a:spLocks noGrp="1"/>
          </p:cNvSpPr>
          <p:nvPr>
            <p:ph type="ftr" sz="quarter" idx="32"/>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3" name="Slide Number Placeholder">
            <a:extLst>
              <a:ext uri="{FF2B5EF4-FFF2-40B4-BE49-F238E27FC236}">
                <a16:creationId xmlns:a16="http://schemas.microsoft.com/office/drawing/2014/main" id="{DBC34E5B-7C47-574B-9179-9F63CC3F0608}"/>
              </a:ext>
            </a:extLst>
          </p:cNvPr>
          <p:cNvSpPr>
            <a:spLocks noGrp="1"/>
          </p:cNvSpPr>
          <p:nvPr>
            <p:ph type="sldNum" sz="quarter" idx="33"/>
          </p:nvPr>
        </p:nvSpPr>
        <p:spPr/>
        <p:txBody>
          <a:bodyPr/>
          <a:lstStyle/>
          <a:p>
            <a:fld id="{64B53FD8-04EE-4F67-B5CA-77D45BC12F90}" type="slidenum">
              <a:rPr lang="en-US" smtClean="0"/>
              <a:pPr/>
              <a:t>‹#›</a:t>
            </a:fld>
            <a:endParaRPr lang="en-US" sz="800"/>
          </a:p>
        </p:txBody>
      </p:sp>
      <p:cxnSp>
        <p:nvCxnSpPr>
          <p:cNvPr id="4" name="Divider 1">
            <a:extLst>
              <a:ext uri="{FF2B5EF4-FFF2-40B4-BE49-F238E27FC236}">
                <a16:creationId xmlns:a16="http://schemas.microsoft.com/office/drawing/2014/main" id="{2D022398-D653-374C-96B3-34B84E349BD6}"/>
              </a:ext>
            </a:extLst>
          </p:cNvPr>
          <p:cNvCxnSpPr>
            <a:cxnSpLocks/>
          </p:cNvCxnSpPr>
          <p:nvPr/>
        </p:nvCxnSpPr>
        <p:spPr>
          <a:xfrm>
            <a:off x="7952566" y="1294541"/>
            <a:ext cx="1" cy="483025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Divider 2">
            <a:extLst>
              <a:ext uri="{FF2B5EF4-FFF2-40B4-BE49-F238E27FC236}">
                <a16:creationId xmlns:a16="http://schemas.microsoft.com/office/drawing/2014/main" id="{7A125827-CF50-244C-B62F-489EB8EE76AF}"/>
              </a:ext>
            </a:extLst>
          </p:cNvPr>
          <p:cNvCxnSpPr>
            <a:cxnSpLocks/>
          </p:cNvCxnSpPr>
          <p:nvPr/>
        </p:nvCxnSpPr>
        <p:spPr>
          <a:xfrm flipH="1">
            <a:off x="4505484" y="3672185"/>
            <a:ext cx="695035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574357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22_Highly Visual">
    <p:spTree>
      <p:nvGrpSpPr>
        <p:cNvPr id="1" name=""/>
        <p:cNvGrpSpPr/>
        <p:nvPr/>
      </p:nvGrpSpPr>
      <p:grpSpPr>
        <a:xfrm>
          <a:off x="0" y="0"/>
          <a:ext cx="0" cy="0"/>
          <a:chOff x="0" y="0"/>
          <a:chExt cx="0" cy="0"/>
        </a:xfrm>
      </p:grpSpPr>
      <p:sp>
        <p:nvSpPr>
          <p:cNvPr id="9" name="Supporting Image">
            <a:extLst>
              <a:ext uri="{FF2B5EF4-FFF2-40B4-BE49-F238E27FC236}">
                <a16:creationId xmlns:a16="http://schemas.microsoft.com/office/drawing/2014/main" id="{F5DBB154-68BE-394C-9D23-5A60C3F17883}"/>
              </a:ext>
            </a:extLst>
          </p:cNvPr>
          <p:cNvSpPr>
            <a:spLocks noGrp="1"/>
          </p:cNvSpPr>
          <p:nvPr>
            <p:ph type="pic" sz="quarter" idx="15" hasCustomPrompt="1"/>
          </p:nvPr>
        </p:nvSpPr>
        <p:spPr>
          <a:xfrm>
            <a:off x="0" y="0"/>
            <a:ext cx="4076700" cy="6858000"/>
          </a:xfrm>
          <a:solidFill>
            <a:schemeClr val="accent6"/>
          </a:solidFill>
        </p:spPr>
        <p:txBody>
          <a:bodyPr tIns="0" anchor="ctr" anchorCtr="0"/>
          <a:lstStyle>
            <a:lvl1pPr algn="ctr">
              <a:defRPr sz="1400"/>
            </a:lvl1pPr>
          </a:lstStyle>
          <a:p>
            <a:r>
              <a:rPr lang="en-US"/>
              <a:t>Picture</a:t>
            </a:r>
          </a:p>
        </p:txBody>
      </p:sp>
      <p:sp>
        <p:nvSpPr>
          <p:cNvPr id="10" name="Text Placeholder 1">
            <a:extLst>
              <a:ext uri="{FF2B5EF4-FFF2-40B4-BE49-F238E27FC236}">
                <a16:creationId xmlns:a16="http://schemas.microsoft.com/office/drawing/2014/main" id="{AB39FC8A-2F3C-3143-ADCC-261FD6E45515}"/>
              </a:ext>
            </a:extLst>
          </p:cNvPr>
          <p:cNvSpPr>
            <a:spLocks noGrp="1"/>
          </p:cNvSpPr>
          <p:nvPr>
            <p:ph type="body" sz="quarter" idx="16" hasCustomPrompt="1"/>
          </p:nvPr>
        </p:nvSpPr>
        <p:spPr>
          <a:xfrm>
            <a:off x="4522418" y="2220809"/>
            <a:ext cx="3182961" cy="1155590"/>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1" name="Icon Placeholder 1">
            <a:extLst>
              <a:ext uri="{FF2B5EF4-FFF2-40B4-BE49-F238E27FC236}">
                <a16:creationId xmlns:a16="http://schemas.microsoft.com/office/drawing/2014/main" id="{03360D9F-F030-4D49-960B-F9CFD38F1B82}"/>
              </a:ext>
            </a:extLst>
          </p:cNvPr>
          <p:cNvSpPr>
            <a:spLocks noGrp="1"/>
          </p:cNvSpPr>
          <p:nvPr>
            <p:ph type="pic" sz="quarter" idx="20" hasCustomPrompt="1"/>
          </p:nvPr>
        </p:nvSpPr>
        <p:spPr>
          <a:xfrm>
            <a:off x="5793146" y="1356156"/>
            <a:ext cx="646734" cy="646734"/>
          </a:xfrm>
        </p:spPr>
        <p:txBody>
          <a:bodyPr anchor="ctr" anchorCtr="0"/>
          <a:lstStyle>
            <a:lvl1pPr algn="ctr">
              <a:defRPr sz="800">
                <a:solidFill>
                  <a:schemeClr val="tx1"/>
                </a:solidFill>
              </a:defRPr>
            </a:lvl1pPr>
          </a:lstStyle>
          <a:p>
            <a:r>
              <a:rPr lang="en-US"/>
              <a:t>Place Icon Here</a:t>
            </a:r>
          </a:p>
        </p:txBody>
      </p:sp>
      <p:sp>
        <p:nvSpPr>
          <p:cNvPr id="12" name="Text Placeholder 2">
            <a:extLst>
              <a:ext uri="{FF2B5EF4-FFF2-40B4-BE49-F238E27FC236}">
                <a16:creationId xmlns:a16="http://schemas.microsoft.com/office/drawing/2014/main" id="{FB8E29EC-88CC-1F4E-BD51-8E4C4B9ECC92}"/>
              </a:ext>
            </a:extLst>
          </p:cNvPr>
          <p:cNvSpPr>
            <a:spLocks noGrp="1"/>
          </p:cNvSpPr>
          <p:nvPr>
            <p:ph type="body" sz="quarter" idx="28" hasCustomPrompt="1"/>
          </p:nvPr>
        </p:nvSpPr>
        <p:spPr>
          <a:xfrm>
            <a:off x="8289805" y="2220809"/>
            <a:ext cx="3182962" cy="1155588"/>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3" name="Icon Placeholder 2">
            <a:extLst>
              <a:ext uri="{FF2B5EF4-FFF2-40B4-BE49-F238E27FC236}">
                <a16:creationId xmlns:a16="http://schemas.microsoft.com/office/drawing/2014/main" id="{E0E9C40A-C5AA-CE4C-8C92-7F19F0915C75}"/>
              </a:ext>
            </a:extLst>
          </p:cNvPr>
          <p:cNvSpPr>
            <a:spLocks noGrp="1"/>
          </p:cNvSpPr>
          <p:nvPr>
            <p:ph type="pic" sz="quarter" idx="23" hasCustomPrompt="1"/>
          </p:nvPr>
        </p:nvSpPr>
        <p:spPr>
          <a:xfrm>
            <a:off x="9557919" y="1356156"/>
            <a:ext cx="646734" cy="646734"/>
          </a:xfrm>
        </p:spPr>
        <p:txBody>
          <a:bodyPr anchor="ctr" anchorCtr="0"/>
          <a:lstStyle>
            <a:lvl1pPr algn="ctr">
              <a:defRPr sz="800">
                <a:solidFill>
                  <a:schemeClr val="tx1"/>
                </a:solidFill>
              </a:defRPr>
            </a:lvl1pPr>
          </a:lstStyle>
          <a:p>
            <a:r>
              <a:rPr lang="en-US"/>
              <a:t>Place Icon Here</a:t>
            </a:r>
          </a:p>
        </p:txBody>
      </p:sp>
      <p:sp>
        <p:nvSpPr>
          <p:cNvPr id="15" name="Text Placeholder 3">
            <a:extLst>
              <a:ext uri="{FF2B5EF4-FFF2-40B4-BE49-F238E27FC236}">
                <a16:creationId xmlns:a16="http://schemas.microsoft.com/office/drawing/2014/main" id="{78F0A9FC-1630-3842-90AE-8CBA42EF5519}"/>
              </a:ext>
            </a:extLst>
          </p:cNvPr>
          <p:cNvSpPr>
            <a:spLocks noGrp="1"/>
          </p:cNvSpPr>
          <p:nvPr>
            <p:ph type="body" sz="quarter" idx="29" hasCustomPrompt="1"/>
          </p:nvPr>
        </p:nvSpPr>
        <p:spPr>
          <a:xfrm>
            <a:off x="4522418" y="5011698"/>
            <a:ext cx="3182958" cy="1155591"/>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4" name="Icon Placeholder 3">
            <a:extLst>
              <a:ext uri="{FF2B5EF4-FFF2-40B4-BE49-F238E27FC236}">
                <a16:creationId xmlns:a16="http://schemas.microsoft.com/office/drawing/2014/main" id="{B3F16183-CB16-3C4E-97C8-DE164EE8F38D}"/>
              </a:ext>
            </a:extLst>
          </p:cNvPr>
          <p:cNvSpPr>
            <a:spLocks noGrp="1"/>
          </p:cNvSpPr>
          <p:nvPr>
            <p:ph type="pic" sz="quarter" idx="27" hasCustomPrompt="1"/>
          </p:nvPr>
        </p:nvSpPr>
        <p:spPr>
          <a:xfrm>
            <a:off x="5794892" y="4079146"/>
            <a:ext cx="646734" cy="646734"/>
          </a:xfrm>
        </p:spPr>
        <p:txBody>
          <a:bodyPr anchor="ctr" anchorCtr="0"/>
          <a:lstStyle>
            <a:lvl1pPr algn="ctr">
              <a:defRPr sz="800">
                <a:solidFill>
                  <a:schemeClr val="tx1"/>
                </a:solidFill>
              </a:defRPr>
            </a:lvl1pPr>
          </a:lstStyle>
          <a:p>
            <a:r>
              <a:rPr lang="en-US"/>
              <a:t>Place Icon Here</a:t>
            </a:r>
          </a:p>
        </p:txBody>
      </p:sp>
      <p:sp>
        <p:nvSpPr>
          <p:cNvPr id="17" name="Text Placeholder 4">
            <a:extLst>
              <a:ext uri="{FF2B5EF4-FFF2-40B4-BE49-F238E27FC236}">
                <a16:creationId xmlns:a16="http://schemas.microsoft.com/office/drawing/2014/main" id="{4B48C579-2CAD-6B40-8ADA-6CED0D5D7D5E}"/>
              </a:ext>
            </a:extLst>
          </p:cNvPr>
          <p:cNvSpPr>
            <a:spLocks noGrp="1"/>
          </p:cNvSpPr>
          <p:nvPr>
            <p:ph type="body" sz="quarter" idx="31" hasCustomPrompt="1"/>
          </p:nvPr>
        </p:nvSpPr>
        <p:spPr>
          <a:xfrm>
            <a:off x="8270754" y="5002028"/>
            <a:ext cx="3221064" cy="1155587"/>
          </a:xfrm>
        </p:spPr>
        <p:txBody>
          <a:bodyPr/>
          <a:lstStyle>
            <a:lvl1pPr algn="ctr">
              <a:spcAft>
                <a:spcPts val="30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defRPr sz="1400">
                <a:solidFill>
                  <a:schemeClr val="bg1"/>
                </a:solidFill>
              </a:defRPr>
            </a:lvl3pPr>
            <a:lvl4pPr algn="ctr">
              <a:spcAft>
                <a:spcPts val="300"/>
              </a:spcAft>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Subheading goes here</a:t>
            </a:r>
          </a:p>
          <a:p>
            <a:pPr lvl="1"/>
            <a:r>
              <a:rPr lang="en-US"/>
              <a:t>Supporting text goes here</a:t>
            </a:r>
          </a:p>
          <a:p>
            <a:pPr lvl="3"/>
            <a:r>
              <a:rPr lang="en-US"/>
              <a:t>Bullet point option</a:t>
            </a:r>
          </a:p>
        </p:txBody>
      </p:sp>
      <p:sp>
        <p:nvSpPr>
          <p:cNvPr id="16" name="Icon Placeholder 4">
            <a:extLst>
              <a:ext uri="{FF2B5EF4-FFF2-40B4-BE49-F238E27FC236}">
                <a16:creationId xmlns:a16="http://schemas.microsoft.com/office/drawing/2014/main" id="{B9D370B0-2612-7844-AABE-B74E05D4161E}"/>
              </a:ext>
            </a:extLst>
          </p:cNvPr>
          <p:cNvSpPr>
            <a:spLocks noGrp="1"/>
          </p:cNvSpPr>
          <p:nvPr>
            <p:ph type="pic" sz="quarter" idx="30" hasCustomPrompt="1"/>
          </p:nvPr>
        </p:nvSpPr>
        <p:spPr>
          <a:xfrm>
            <a:off x="9557919" y="4076725"/>
            <a:ext cx="646734" cy="646734"/>
          </a:xfrm>
        </p:spPr>
        <p:txBody>
          <a:bodyPr anchor="ctr" anchorCtr="0"/>
          <a:lstStyle>
            <a:lvl1pPr algn="ctr">
              <a:defRPr sz="800">
                <a:solidFill>
                  <a:schemeClr val="tx1"/>
                </a:solidFill>
              </a:defRPr>
            </a:lvl1pPr>
          </a:lstStyle>
          <a:p>
            <a:r>
              <a:rPr lang="en-US"/>
              <a:t>Place Icon Here</a:t>
            </a:r>
          </a:p>
        </p:txBody>
      </p:sp>
      <p:sp>
        <p:nvSpPr>
          <p:cNvPr id="2" name="Footer Placeholder">
            <a:extLst>
              <a:ext uri="{FF2B5EF4-FFF2-40B4-BE49-F238E27FC236}">
                <a16:creationId xmlns:a16="http://schemas.microsoft.com/office/drawing/2014/main" id="{6E058DAA-80A8-7C4B-BFF9-07552342DBC5}"/>
              </a:ext>
            </a:extLst>
          </p:cNvPr>
          <p:cNvSpPr>
            <a:spLocks noGrp="1"/>
          </p:cNvSpPr>
          <p:nvPr>
            <p:ph type="ftr" sz="quarter" idx="32"/>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3" name="Slide Number Placeholder">
            <a:extLst>
              <a:ext uri="{FF2B5EF4-FFF2-40B4-BE49-F238E27FC236}">
                <a16:creationId xmlns:a16="http://schemas.microsoft.com/office/drawing/2014/main" id="{DBC34E5B-7C47-574B-9179-9F63CC3F0608}"/>
              </a:ext>
            </a:extLst>
          </p:cNvPr>
          <p:cNvSpPr>
            <a:spLocks noGrp="1"/>
          </p:cNvSpPr>
          <p:nvPr>
            <p:ph type="sldNum" sz="quarter" idx="33"/>
          </p:nvPr>
        </p:nvSpPr>
        <p:spPr/>
        <p:txBody>
          <a:bodyPr/>
          <a:lstStyle/>
          <a:p>
            <a:fld id="{64B53FD8-04EE-4F67-B5CA-77D45BC12F90}" type="slidenum">
              <a:rPr lang="en-US" smtClean="0"/>
              <a:pPr/>
              <a:t>‹#›</a:t>
            </a:fld>
            <a:endParaRPr lang="en-US" sz="800"/>
          </a:p>
        </p:txBody>
      </p:sp>
      <p:cxnSp>
        <p:nvCxnSpPr>
          <p:cNvPr id="4" name="Divider 1">
            <a:extLst>
              <a:ext uri="{FF2B5EF4-FFF2-40B4-BE49-F238E27FC236}">
                <a16:creationId xmlns:a16="http://schemas.microsoft.com/office/drawing/2014/main" id="{2D022398-D653-374C-96B3-34B84E349BD6}"/>
              </a:ext>
            </a:extLst>
          </p:cNvPr>
          <p:cNvCxnSpPr>
            <a:cxnSpLocks/>
          </p:cNvCxnSpPr>
          <p:nvPr/>
        </p:nvCxnSpPr>
        <p:spPr>
          <a:xfrm>
            <a:off x="7969501" y="1524000"/>
            <a:ext cx="0" cy="4662407"/>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Divider 2">
            <a:extLst>
              <a:ext uri="{FF2B5EF4-FFF2-40B4-BE49-F238E27FC236}">
                <a16:creationId xmlns:a16="http://schemas.microsoft.com/office/drawing/2014/main" id="{7A125827-CF50-244C-B62F-489EB8EE76AF}"/>
              </a:ext>
            </a:extLst>
          </p:cNvPr>
          <p:cNvCxnSpPr>
            <a:cxnSpLocks/>
          </p:cNvCxnSpPr>
          <p:nvPr/>
        </p:nvCxnSpPr>
        <p:spPr>
          <a:xfrm flipH="1">
            <a:off x="4522418" y="3849300"/>
            <a:ext cx="695035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071418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3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9D262D2E-0E98-6648-92FE-A4F87B845444}"/>
              </a:ext>
            </a:extLst>
          </p:cNvPr>
          <p:cNvSpPr>
            <a:spLocks noGrp="1"/>
          </p:cNvSpPr>
          <p:nvPr>
            <p:ph type="title"/>
          </p:nvPr>
        </p:nvSpPr>
        <p:spPr>
          <a:xfrm>
            <a:off x="1038231" y="571499"/>
            <a:ext cx="10115539" cy="603504"/>
          </a:xfrm>
        </p:spPr>
        <p:txBody>
          <a:bodyPr/>
          <a:lstStyle>
            <a:lvl1pPr algn="ctr">
              <a:defRPr/>
            </a:lvl1pPr>
          </a:lstStyle>
          <a:p>
            <a:r>
              <a:rPr lang="en-US"/>
              <a:t>Click to edit Master title style</a:t>
            </a:r>
          </a:p>
        </p:txBody>
      </p:sp>
      <p:sp>
        <p:nvSpPr>
          <p:cNvPr id="10" name="Text Placeholder 1">
            <a:extLst>
              <a:ext uri="{FF2B5EF4-FFF2-40B4-BE49-F238E27FC236}">
                <a16:creationId xmlns:a16="http://schemas.microsoft.com/office/drawing/2014/main" id="{AB39FC8A-2F3C-3143-ADCC-261FD6E45515}"/>
              </a:ext>
            </a:extLst>
          </p:cNvPr>
          <p:cNvSpPr>
            <a:spLocks noGrp="1"/>
          </p:cNvSpPr>
          <p:nvPr>
            <p:ph type="body" sz="quarter" idx="16" hasCustomPrompt="1"/>
          </p:nvPr>
        </p:nvSpPr>
        <p:spPr>
          <a:xfrm>
            <a:off x="581667" y="1527048"/>
            <a:ext cx="2335152" cy="1825390"/>
          </a:xfrm>
        </p:spPr>
        <p:txBody>
          <a:bodyPr/>
          <a:lstStyle>
            <a:lvl1pPr algn="l">
              <a:lnSpc>
                <a:spcPct val="110000"/>
              </a:lnSpc>
              <a:spcAft>
                <a:spcPts val="0"/>
              </a:spcAft>
              <a:defRPr sz="54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spcAft>
                <a:spcPts val="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defRPr sz="1400">
                <a:solidFill>
                  <a:schemeClr val="tx1"/>
                </a:solidFill>
              </a:defRPr>
            </a:lvl3pPr>
            <a:lvl4pPr algn="l">
              <a:spcAft>
                <a:spcPts val="300"/>
              </a:spcAft>
              <a:buFont typeface="Arial" panose="020B0604020202020204" pitchFamily="34" charset="0"/>
              <a:buChar cha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00</a:t>
            </a:r>
          </a:p>
          <a:p>
            <a:pPr lvl="1"/>
            <a:r>
              <a:rPr lang="en-US"/>
              <a:t>Subheading goes here</a:t>
            </a:r>
          </a:p>
          <a:p>
            <a:pPr lvl="2"/>
            <a:r>
              <a:rPr lang="en-US"/>
              <a:t>Second level</a:t>
            </a:r>
          </a:p>
          <a:p>
            <a:pPr lvl="3"/>
            <a:r>
              <a:rPr lang="en-US"/>
              <a:t>Third level</a:t>
            </a:r>
          </a:p>
        </p:txBody>
      </p:sp>
      <p:sp>
        <p:nvSpPr>
          <p:cNvPr id="18" name="Text Placeholder 2">
            <a:extLst>
              <a:ext uri="{FF2B5EF4-FFF2-40B4-BE49-F238E27FC236}">
                <a16:creationId xmlns:a16="http://schemas.microsoft.com/office/drawing/2014/main" id="{07A06FFD-505B-9B49-AD5B-35C32C8D6FBF}"/>
              </a:ext>
            </a:extLst>
          </p:cNvPr>
          <p:cNvSpPr>
            <a:spLocks noGrp="1"/>
          </p:cNvSpPr>
          <p:nvPr>
            <p:ph type="body" sz="quarter" idx="32" hasCustomPrompt="1"/>
          </p:nvPr>
        </p:nvSpPr>
        <p:spPr>
          <a:xfrm>
            <a:off x="3550401" y="1527048"/>
            <a:ext cx="2333634" cy="1825390"/>
          </a:xfrm>
        </p:spPr>
        <p:txBody>
          <a:bodyPr/>
          <a:lstStyle>
            <a:lvl1pPr algn="l">
              <a:lnSpc>
                <a:spcPct val="110000"/>
              </a:lnSpc>
              <a:spcAft>
                <a:spcPts val="0"/>
              </a:spcAft>
              <a:defRPr sz="54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spcAft>
                <a:spcPts val="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defRPr sz="1400">
                <a:solidFill>
                  <a:schemeClr val="tx1"/>
                </a:solidFill>
              </a:defRPr>
            </a:lvl3pPr>
            <a:lvl4pPr algn="l">
              <a:spcAft>
                <a:spcPts val="300"/>
              </a:spcAft>
              <a:buFont typeface="Arial" panose="020B0604020202020204" pitchFamily="34" charset="0"/>
              <a:buChar cha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00</a:t>
            </a:r>
          </a:p>
          <a:p>
            <a:pPr lvl="1"/>
            <a:r>
              <a:rPr lang="en-US"/>
              <a:t>Subheading goes here</a:t>
            </a:r>
          </a:p>
          <a:p>
            <a:pPr lvl="2"/>
            <a:r>
              <a:rPr lang="en-US"/>
              <a:t>Second level</a:t>
            </a:r>
          </a:p>
          <a:p>
            <a:pPr lvl="3"/>
            <a:r>
              <a:rPr lang="en-US"/>
              <a:t>Third level</a:t>
            </a:r>
          </a:p>
        </p:txBody>
      </p:sp>
      <p:sp>
        <p:nvSpPr>
          <p:cNvPr id="21" name="Text Placeholder 3">
            <a:extLst>
              <a:ext uri="{FF2B5EF4-FFF2-40B4-BE49-F238E27FC236}">
                <a16:creationId xmlns:a16="http://schemas.microsoft.com/office/drawing/2014/main" id="{B89D5F54-BD56-2C43-8D29-A7788F89FFE1}"/>
              </a:ext>
            </a:extLst>
          </p:cNvPr>
          <p:cNvSpPr>
            <a:spLocks noGrp="1"/>
          </p:cNvSpPr>
          <p:nvPr>
            <p:ph type="body" sz="quarter" idx="34" hasCustomPrompt="1"/>
          </p:nvPr>
        </p:nvSpPr>
        <p:spPr>
          <a:xfrm>
            <a:off x="581667" y="4045067"/>
            <a:ext cx="2335150" cy="1825390"/>
          </a:xfrm>
        </p:spPr>
        <p:txBody>
          <a:bodyPr/>
          <a:lstStyle>
            <a:lvl1pPr algn="l">
              <a:lnSpc>
                <a:spcPct val="110000"/>
              </a:lnSpc>
              <a:spcAft>
                <a:spcPts val="0"/>
              </a:spcAft>
              <a:defRPr sz="54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spcAft>
                <a:spcPts val="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defRPr sz="1400">
                <a:solidFill>
                  <a:schemeClr val="tx1"/>
                </a:solidFill>
              </a:defRPr>
            </a:lvl3pPr>
            <a:lvl4pPr algn="l">
              <a:spcAft>
                <a:spcPts val="300"/>
              </a:spcAft>
              <a:buFont typeface="Arial" panose="020B0604020202020204" pitchFamily="34" charset="0"/>
              <a:buChar cha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00</a:t>
            </a:r>
          </a:p>
          <a:p>
            <a:pPr lvl="1"/>
            <a:r>
              <a:rPr lang="en-US"/>
              <a:t>Subheading goes here</a:t>
            </a:r>
          </a:p>
          <a:p>
            <a:pPr lvl="2"/>
            <a:r>
              <a:rPr lang="en-US"/>
              <a:t>Second level</a:t>
            </a:r>
          </a:p>
          <a:p>
            <a:pPr lvl="3"/>
            <a:r>
              <a:rPr lang="en-US"/>
              <a:t>Third level</a:t>
            </a:r>
          </a:p>
        </p:txBody>
      </p:sp>
      <p:sp>
        <p:nvSpPr>
          <p:cNvPr id="20" name="Text Placeholder 4">
            <a:extLst>
              <a:ext uri="{FF2B5EF4-FFF2-40B4-BE49-F238E27FC236}">
                <a16:creationId xmlns:a16="http://schemas.microsoft.com/office/drawing/2014/main" id="{C0D343B5-67C3-1946-8978-B601AED68CE4}"/>
              </a:ext>
            </a:extLst>
          </p:cNvPr>
          <p:cNvSpPr>
            <a:spLocks noGrp="1"/>
          </p:cNvSpPr>
          <p:nvPr>
            <p:ph type="body" sz="quarter" idx="33" hasCustomPrompt="1"/>
          </p:nvPr>
        </p:nvSpPr>
        <p:spPr>
          <a:xfrm>
            <a:off x="3550401" y="4045067"/>
            <a:ext cx="2352684" cy="1825390"/>
          </a:xfrm>
        </p:spPr>
        <p:txBody>
          <a:bodyPr/>
          <a:lstStyle>
            <a:lvl1pPr algn="l">
              <a:lnSpc>
                <a:spcPct val="110000"/>
              </a:lnSpc>
              <a:spcAft>
                <a:spcPts val="0"/>
              </a:spcAft>
              <a:defRPr sz="54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l">
              <a:spcAft>
                <a:spcPts val="0"/>
              </a:spcAft>
              <a:defRPr sz="14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defRPr sz="1400">
                <a:solidFill>
                  <a:schemeClr val="tx1"/>
                </a:solidFill>
              </a:defRPr>
            </a:lvl3pPr>
            <a:lvl4pPr algn="l">
              <a:spcAft>
                <a:spcPts val="300"/>
              </a:spcAft>
              <a:buFont typeface="Arial" panose="020B0604020202020204" pitchFamily="34" charset="0"/>
              <a:buChar cha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sz="1400"/>
            </a:lvl5pPr>
          </a:lstStyle>
          <a:p>
            <a:pPr lvl="0"/>
            <a:r>
              <a:rPr lang="en-US"/>
              <a:t>00</a:t>
            </a:r>
          </a:p>
          <a:p>
            <a:pPr lvl="1"/>
            <a:r>
              <a:rPr lang="en-US"/>
              <a:t>Subheading goes here</a:t>
            </a:r>
          </a:p>
          <a:p>
            <a:pPr lvl="2"/>
            <a:r>
              <a:rPr lang="en-US"/>
              <a:t>Second level</a:t>
            </a:r>
          </a:p>
          <a:p>
            <a:pPr lvl="3"/>
            <a:r>
              <a:rPr lang="en-US"/>
              <a:t>Third level</a:t>
            </a:r>
          </a:p>
        </p:txBody>
      </p:sp>
      <p:sp>
        <p:nvSpPr>
          <p:cNvPr id="22" name="Content Placeholder 1">
            <a:extLst>
              <a:ext uri="{FF2B5EF4-FFF2-40B4-BE49-F238E27FC236}">
                <a16:creationId xmlns:a16="http://schemas.microsoft.com/office/drawing/2014/main" id="{750930DB-CF2E-2F43-8FC2-AC912579AE63}"/>
              </a:ext>
            </a:extLst>
          </p:cNvPr>
          <p:cNvSpPr>
            <a:spLocks noGrp="1"/>
          </p:cNvSpPr>
          <p:nvPr>
            <p:ph sz="quarter" idx="17"/>
          </p:nvPr>
        </p:nvSpPr>
        <p:spPr>
          <a:xfrm>
            <a:off x="6282006" y="1527049"/>
            <a:ext cx="5338494" cy="4343408"/>
          </a:xfrm>
        </p:spPr>
        <p:txBody>
          <a:bodyPr/>
          <a:lstStyle>
            <a:lvl2pPr>
              <a:spcAft>
                <a:spcPts val="300"/>
              </a:spcAf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 name="Footer Placeholder">
            <a:extLst>
              <a:ext uri="{FF2B5EF4-FFF2-40B4-BE49-F238E27FC236}">
                <a16:creationId xmlns:a16="http://schemas.microsoft.com/office/drawing/2014/main" id="{BB7E96A9-D49A-E64B-BAA4-AC5DA6356C71}"/>
              </a:ext>
            </a:extLst>
          </p:cNvPr>
          <p:cNvSpPr>
            <a:spLocks noGrp="1"/>
          </p:cNvSpPr>
          <p:nvPr>
            <p:ph type="ftr" sz="quarter" idx="3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530A59C9-839D-4147-9ACB-53854DCE627A}"/>
              </a:ext>
            </a:extLst>
          </p:cNvPr>
          <p:cNvSpPr>
            <a:spLocks noGrp="1"/>
          </p:cNvSpPr>
          <p:nvPr>
            <p:ph type="sldNum" sz="quarter" idx="36"/>
          </p:nvPr>
        </p:nvSpPr>
        <p:spPr/>
        <p:txBody>
          <a:bodyPr/>
          <a:lstStyle/>
          <a:p>
            <a:fld id="{64B53FD8-04EE-4F67-B5CA-77D45BC12F90}" type="slidenum">
              <a:rPr lang="en-US" smtClean="0"/>
              <a:pPr/>
              <a:t>‹#›</a:t>
            </a:fld>
            <a:endParaRPr lang="en-US" sz="800"/>
          </a:p>
        </p:txBody>
      </p:sp>
      <p:cxnSp>
        <p:nvCxnSpPr>
          <p:cNvPr id="4" name="Divider 1">
            <a:extLst>
              <a:ext uri="{FF2B5EF4-FFF2-40B4-BE49-F238E27FC236}">
                <a16:creationId xmlns:a16="http://schemas.microsoft.com/office/drawing/2014/main" id="{2D022398-D653-374C-96B3-34B84E349BD6}"/>
              </a:ext>
            </a:extLst>
          </p:cNvPr>
          <p:cNvCxnSpPr>
            <a:cxnSpLocks/>
          </p:cNvCxnSpPr>
          <p:nvPr/>
        </p:nvCxnSpPr>
        <p:spPr>
          <a:xfrm>
            <a:off x="3230094" y="1524003"/>
            <a:ext cx="0" cy="463539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9" name="Divider 2">
            <a:extLst>
              <a:ext uri="{FF2B5EF4-FFF2-40B4-BE49-F238E27FC236}">
                <a16:creationId xmlns:a16="http://schemas.microsoft.com/office/drawing/2014/main" id="{7A125827-CF50-244C-B62F-489EB8EE76AF}"/>
              </a:ext>
            </a:extLst>
          </p:cNvPr>
          <p:cNvCxnSpPr>
            <a:cxnSpLocks/>
          </p:cNvCxnSpPr>
          <p:nvPr/>
        </p:nvCxnSpPr>
        <p:spPr>
          <a:xfrm flipH="1">
            <a:off x="604817" y="3702141"/>
            <a:ext cx="5338493"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767800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24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585216"/>
          </a:xfrm>
        </p:spPr>
        <p:txBody>
          <a:bodyPr/>
          <a:lstStyle/>
          <a:p>
            <a:r>
              <a:rPr lang="en-US"/>
              <a:t>Click to edit Master title style</a:t>
            </a:r>
          </a:p>
        </p:txBody>
      </p:sp>
      <p:sp>
        <p:nvSpPr>
          <p:cNvPr id="6" name="Text Placeholder ">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1524000"/>
            <a:ext cx="72771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all-out Placeholder / Color Block">
            <a:extLst>
              <a:ext uri="{FF2B5EF4-FFF2-40B4-BE49-F238E27FC236}">
                <a16:creationId xmlns:a16="http://schemas.microsoft.com/office/drawing/2014/main" id="{A8B82D2E-491E-CA4F-9FC7-B4754E24658A}"/>
              </a:ext>
            </a:extLst>
          </p:cNvPr>
          <p:cNvSpPr>
            <a:spLocks noGrp="1"/>
          </p:cNvSpPr>
          <p:nvPr>
            <p:ph type="body" sz="quarter" idx="15" hasCustomPrompt="1"/>
          </p:nvPr>
        </p:nvSpPr>
        <p:spPr>
          <a:xfrm>
            <a:off x="8077200" y="1524000"/>
            <a:ext cx="3543300" cy="2724150"/>
          </a:xfrm>
          <a:solidFill>
            <a:schemeClr val="tx2"/>
          </a:solidFill>
        </p:spPr>
        <p:txBody>
          <a:bodyPr lIns="182880" tIns="91440" rIns="182880" bIns="365760"/>
          <a:lstStyle>
            <a:lvl1pPr algn="ctr">
              <a:spcAft>
                <a:spcPts val="0"/>
              </a:spcAft>
              <a:defRPr sz="72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Aft>
                <a:spcPts val="300"/>
              </a:spcAft>
              <a:defRPr sz="16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spcAft>
                <a:spcPts val="600"/>
              </a:spcAft>
              <a:defRPr sz="1400">
                <a:solidFill>
                  <a:schemeClr val="bg1"/>
                </a:solidFill>
              </a:defRPr>
            </a:lvl3pPr>
            <a:lvl4pPr algn="ctr">
              <a:defRPr>
                <a:solidFill>
                  <a:schemeClr val="bg1"/>
                </a:solidFill>
              </a:defRPr>
            </a:lvl4pPr>
            <a:lvl5pPr algn="ctr">
              <a:defRPr>
                <a:solidFill>
                  <a:schemeClr val="bg1"/>
                </a:solidFill>
              </a:defRPr>
            </a:lvl5pPr>
          </a:lstStyle>
          <a:p>
            <a:pPr lvl="0"/>
            <a:r>
              <a:rPr lang="en-US"/>
              <a:t>000</a:t>
            </a:r>
          </a:p>
          <a:p>
            <a:pPr lvl="1"/>
            <a:r>
              <a:rPr lang="en-US"/>
              <a:t>Subheading goes here</a:t>
            </a:r>
          </a:p>
          <a:p>
            <a:pPr lvl="2"/>
            <a:r>
              <a:rPr lang="en-US"/>
              <a:t>Body copy goes here</a:t>
            </a:r>
          </a:p>
        </p:txBody>
      </p:sp>
      <p:sp>
        <p:nvSpPr>
          <p:cNvPr id="3" name="Footer Placeholder">
            <a:extLst>
              <a:ext uri="{FF2B5EF4-FFF2-40B4-BE49-F238E27FC236}">
                <a16:creationId xmlns:a16="http://schemas.microsoft.com/office/drawing/2014/main" id="{EEC82761-D1D5-534F-901C-ABDBBD04272C}"/>
              </a:ext>
            </a:extLst>
          </p:cNvPr>
          <p:cNvSpPr>
            <a:spLocks noGrp="1"/>
          </p:cNvSpPr>
          <p:nvPr>
            <p:ph type="ftr" sz="quarter" idx="1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6070554E-803B-2445-A122-40070256C24B}"/>
              </a:ext>
            </a:extLst>
          </p:cNvPr>
          <p:cNvSpPr>
            <a:spLocks noGrp="1"/>
          </p:cNvSpPr>
          <p:nvPr>
            <p:ph type="sldNum" sz="quarter" idx="1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94057997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25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499"/>
            <a:ext cx="7278624" cy="1106424"/>
          </a:xfrm>
        </p:spPr>
        <p:txBody>
          <a:bodyPr/>
          <a:lstStyle/>
          <a:p>
            <a:r>
              <a:rPr lang="en-US"/>
              <a:t>Click to edit Master title style</a:t>
            </a:r>
          </a:p>
        </p:txBody>
      </p:sp>
      <p:sp>
        <p:nvSpPr>
          <p:cNvPr id="6" name="Body Text Placeholder ">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057400"/>
            <a:ext cx="72771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all-out Placeholder / Color Block">
            <a:extLst>
              <a:ext uri="{FF2B5EF4-FFF2-40B4-BE49-F238E27FC236}">
                <a16:creationId xmlns:a16="http://schemas.microsoft.com/office/drawing/2014/main" id="{11AF955F-D9AC-8E4F-A93B-76764BDD856F}"/>
              </a:ext>
            </a:extLst>
          </p:cNvPr>
          <p:cNvSpPr>
            <a:spLocks noGrp="1"/>
          </p:cNvSpPr>
          <p:nvPr>
            <p:ph type="body" sz="quarter" idx="15" hasCustomPrompt="1"/>
          </p:nvPr>
        </p:nvSpPr>
        <p:spPr>
          <a:xfrm>
            <a:off x="8077200" y="0"/>
            <a:ext cx="4114800" cy="6858000"/>
          </a:xfrm>
          <a:solidFill>
            <a:schemeClr val="tx2"/>
          </a:solidFill>
        </p:spPr>
        <p:txBody>
          <a:bodyPr lIns="182880" tIns="2093976" rIns="182880" bIns="365760"/>
          <a:lstStyle>
            <a:lvl1pPr algn="ctr">
              <a:spcAft>
                <a:spcPts val="0"/>
              </a:spcAft>
              <a:defRPr sz="72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Aft>
                <a:spcPts val="300"/>
              </a:spcAft>
              <a:defRPr sz="1600"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spcAft>
                <a:spcPts val="600"/>
              </a:spcAft>
              <a:defRPr sz="1400">
                <a:solidFill>
                  <a:schemeClr val="bg1"/>
                </a:solidFill>
              </a:defRPr>
            </a:lvl3pPr>
            <a:lvl4pPr algn="ctr">
              <a:defRPr>
                <a:solidFill>
                  <a:schemeClr val="bg1"/>
                </a:solidFill>
              </a:defRPr>
            </a:lvl4pPr>
            <a:lvl5pPr algn="ctr">
              <a:defRPr>
                <a:solidFill>
                  <a:schemeClr val="bg1"/>
                </a:solidFill>
              </a:defRPr>
            </a:lvl5pPr>
          </a:lstStyle>
          <a:p>
            <a:pPr lvl="0"/>
            <a:r>
              <a:rPr lang="en-US"/>
              <a:t>000</a:t>
            </a:r>
          </a:p>
          <a:p>
            <a:pPr lvl="1"/>
            <a:r>
              <a:rPr lang="en-US"/>
              <a:t>Subheading goes here</a:t>
            </a:r>
          </a:p>
          <a:p>
            <a:pPr lvl="2"/>
            <a:r>
              <a:rPr lang="en-US"/>
              <a:t>Body copy goes here</a:t>
            </a:r>
          </a:p>
        </p:txBody>
      </p:sp>
      <p:sp>
        <p:nvSpPr>
          <p:cNvPr id="3" name="Footer Placeholder">
            <a:extLst>
              <a:ext uri="{FF2B5EF4-FFF2-40B4-BE49-F238E27FC236}">
                <a16:creationId xmlns:a16="http://schemas.microsoft.com/office/drawing/2014/main" id="{71F47EDF-3B08-9645-A1C7-A2498DFF4B1F}"/>
              </a:ext>
            </a:extLst>
          </p:cNvPr>
          <p:cNvSpPr>
            <a:spLocks noGrp="1"/>
          </p:cNvSpPr>
          <p:nvPr>
            <p:ph type="ftr" sz="quarter" idx="1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76371DA9-56D4-7F41-AA00-55D34066E76C}"/>
              </a:ext>
            </a:extLst>
          </p:cNvPr>
          <p:cNvSpPr>
            <a:spLocks noGrp="1"/>
          </p:cNvSpPr>
          <p:nvPr>
            <p:ph type="sldNum" sz="quarter" idx="17"/>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9279920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6_Highly Visual">
    <p:spTree>
      <p:nvGrpSpPr>
        <p:cNvPr id="1" name=""/>
        <p:cNvGrpSpPr/>
        <p:nvPr/>
      </p:nvGrpSpPr>
      <p:grpSpPr>
        <a:xfrm>
          <a:off x="0" y="0"/>
          <a:ext cx="0" cy="0"/>
          <a:chOff x="0" y="0"/>
          <a:chExt cx="0" cy="0"/>
        </a:xfrm>
      </p:grpSpPr>
      <p:sp>
        <p:nvSpPr>
          <p:cNvPr id="3" name="Call-out Color Block">
            <a:extLst>
              <a:ext uri="{FF2B5EF4-FFF2-40B4-BE49-F238E27FC236}">
                <a16:creationId xmlns:a16="http://schemas.microsoft.com/office/drawing/2014/main" id="{986217E7-3B51-D54B-BD79-939ABCCAEBDD}"/>
              </a:ext>
            </a:extLst>
          </p:cNvPr>
          <p:cNvSpPr/>
          <p:nvPr/>
        </p:nvSpPr>
        <p:spPr>
          <a:xfrm>
            <a:off x="8077200" y="0"/>
            <a:ext cx="4114800" cy="6858000"/>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499"/>
            <a:ext cx="7278624" cy="1106424"/>
          </a:xfrm>
        </p:spPr>
        <p:txBody>
          <a:bodyPr/>
          <a:lstStyle>
            <a:lvl1pPr>
              <a:lnSpc>
                <a:spcPct val="110000"/>
              </a:lnSpc>
              <a:defRPr/>
            </a:lvl1pPr>
          </a:lstStyle>
          <a:p>
            <a:r>
              <a:rPr lang="en-US"/>
              <a:t>Click to edit Master title style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057400"/>
            <a:ext cx="72771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heading / Body Placeholder 1">
            <a:extLst>
              <a:ext uri="{FF2B5EF4-FFF2-40B4-BE49-F238E27FC236}">
                <a16:creationId xmlns:a16="http://schemas.microsoft.com/office/drawing/2014/main" id="{94EE03AF-A15F-0447-871B-AE3B4EC8DEDF}"/>
              </a:ext>
            </a:extLst>
          </p:cNvPr>
          <p:cNvSpPr>
            <a:spLocks noGrp="1"/>
          </p:cNvSpPr>
          <p:nvPr>
            <p:ph type="body" sz="quarter" idx="18" hasCustomPrompt="1"/>
          </p:nvPr>
        </p:nvSpPr>
        <p:spPr>
          <a:xfrm>
            <a:off x="8737600" y="1410749"/>
            <a:ext cx="2794000" cy="584618"/>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a:t>Subheading goes here</a:t>
            </a:r>
          </a:p>
          <a:p>
            <a:pPr lvl="1"/>
            <a:r>
              <a:rPr lang="en-US"/>
              <a:t>Body copy goes here</a:t>
            </a:r>
          </a:p>
        </p:txBody>
      </p:sp>
      <p:sp>
        <p:nvSpPr>
          <p:cNvPr id="9" name="Icon Placeholder 1">
            <a:extLst>
              <a:ext uri="{FF2B5EF4-FFF2-40B4-BE49-F238E27FC236}">
                <a16:creationId xmlns:a16="http://schemas.microsoft.com/office/drawing/2014/main" id="{55F8726B-2D48-C441-B805-D43A9960D00B}"/>
              </a:ext>
            </a:extLst>
          </p:cNvPr>
          <p:cNvSpPr>
            <a:spLocks noGrp="1" noChangeAspect="1"/>
          </p:cNvSpPr>
          <p:nvPr>
            <p:ph type="pic" sz="quarter" idx="19" hasCustomPrompt="1"/>
          </p:nvPr>
        </p:nvSpPr>
        <p:spPr>
          <a:xfrm>
            <a:off x="9809988" y="594069"/>
            <a:ext cx="649224" cy="649224"/>
          </a:xfrm>
        </p:spPr>
        <p:txBody>
          <a:bodyPr tIns="0" anchor="ctr" anchorCtr="0"/>
          <a:lstStyle>
            <a:lvl1pPr algn="ctr">
              <a:defRPr sz="800">
                <a:solidFill>
                  <a:schemeClr val="bg1"/>
                </a:solidFill>
              </a:defRPr>
            </a:lvl1pPr>
          </a:lstStyle>
          <a:p>
            <a:r>
              <a:rPr lang="en-US"/>
              <a:t>Place Icon Here</a:t>
            </a:r>
          </a:p>
        </p:txBody>
      </p:sp>
      <p:sp>
        <p:nvSpPr>
          <p:cNvPr id="20" name="Subheading / Body Placeholder 2">
            <a:extLst>
              <a:ext uri="{FF2B5EF4-FFF2-40B4-BE49-F238E27FC236}">
                <a16:creationId xmlns:a16="http://schemas.microsoft.com/office/drawing/2014/main" id="{F06FF516-9EB6-0D41-8E48-2EB03D99F8F3}"/>
              </a:ext>
            </a:extLst>
          </p:cNvPr>
          <p:cNvSpPr>
            <a:spLocks noGrp="1"/>
          </p:cNvSpPr>
          <p:nvPr>
            <p:ph type="body" sz="quarter" idx="23" hasCustomPrompt="1"/>
          </p:nvPr>
        </p:nvSpPr>
        <p:spPr>
          <a:xfrm>
            <a:off x="8737600" y="3404055"/>
            <a:ext cx="2794000" cy="584619"/>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a:t>Subheading goes here</a:t>
            </a:r>
          </a:p>
          <a:p>
            <a:pPr lvl="1"/>
            <a:r>
              <a:rPr lang="en-US"/>
              <a:t>Body copy goes here</a:t>
            </a:r>
          </a:p>
        </p:txBody>
      </p:sp>
      <p:sp>
        <p:nvSpPr>
          <p:cNvPr id="19" name="Icon Placeholder 2">
            <a:extLst>
              <a:ext uri="{FF2B5EF4-FFF2-40B4-BE49-F238E27FC236}">
                <a16:creationId xmlns:a16="http://schemas.microsoft.com/office/drawing/2014/main" id="{758C68BE-680C-AA46-ADD2-5A6E446B8648}"/>
              </a:ext>
            </a:extLst>
          </p:cNvPr>
          <p:cNvSpPr>
            <a:spLocks noGrp="1" noChangeAspect="1"/>
          </p:cNvSpPr>
          <p:nvPr>
            <p:ph type="pic" sz="quarter" idx="22" hasCustomPrompt="1"/>
          </p:nvPr>
        </p:nvSpPr>
        <p:spPr>
          <a:xfrm>
            <a:off x="9809988" y="2587376"/>
            <a:ext cx="649224" cy="649224"/>
          </a:xfrm>
        </p:spPr>
        <p:txBody>
          <a:bodyPr tIns="0" anchor="ctr" anchorCtr="0"/>
          <a:lstStyle>
            <a:lvl1pPr algn="ctr">
              <a:defRPr sz="800">
                <a:solidFill>
                  <a:schemeClr val="bg1"/>
                </a:solidFill>
              </a:defRPr>
            </a:lvl1pPr>
          </a:lstStyle>
          <a:p>
            <a:r>
              <a:rPr lang="en-US"/>
              <a:t>Place Icon Here</a:t>
            </a:r>
          </a:p>
        </p:txBody>
      </p:sp>
      <p:sp>
        <p:nvSpPr>
          <p:cNvPr id="18" name="Subheading / Body Placeholder 3">
            <a:extLst>
              <a:ext uri="{FF2B5EF4-FFF2-40B4-BE49-F238E27FC236}">
                <a16:creationId xmlns:a16="http://schemas.microsoft.com/office/drawing/2014/main" id="{5A7F05BD-C42F-1B46-ACB7-3B0E02BDE961}"/>
              </a:ext>
            </a:extLst>
          </p:cNvPr>
          <p:cNvSpPr>
            <a:spLocks noGrp="1"/>
          </p:cNvSpPr>
          <p:nvPr>
            <p:ph type="body" sz="quarter" idx="21" hasCustomPrompt="1"/>
          </p:nvPr>
        </p:nvSpPr>
        <p:spPr>
          <a:xfrm>
            <a:off x="8737600" y="5397363"/>
            <a:ext cx="2794000" cy="584619"/>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a:t>Subheading goes here</a:t>
            </a:r>
          </a:p>
          <a:p>
            <a:pPr lvl="1"/>
            <a:r>
              <a:rPr lang="en-US"/>
              <a:t>Body copy goes here</a:t>
            </a:r>
          </a:p>
        </p:txBody>
      </p:sp>
      <p:sp>
        <p:nvSpPr>
          <p:cNvPr id="17" name="Icon Placeholder 3">
            <a:extLst>
              <a:ext uri="{FF2B5EF4-FFF2-40B4-BE49-F238E27FC236}">
                <a16:creationId xmlns:a16="http://schemas.microsoft.com/office/drawing/2014/main" id="{3F7A53CE-B75C-E542-A689-465DA7D757D6}"/>
              </a:ext>
            </a:extLst>
          </p:cNvPr>
          <p:cNvSpPr>
            <a:spLocks noGrp="1" noChangeAspect="1"/>
          </p:cNvSpPr>
          <p:nvPr>
            <p:ph type="pic" sz="quarter" idx="20" hasCustomPrompt="1"/>
          </p:nvPr>
        </p:nvSpPr>
        <p:spPr>
          <a:xfrm>
            <a:off x="9809988" y="4580684"/>
            <a:ext cx="649224" cy="649224"/>
          </a:xfrm>
        </p:spPr>
        <p:txBody>
          <a:bodyPr tIns="0" anchor="ctr" anchorCtr="0"/>
          <a:lstStyle>
            <a:lvl1pPr algn="ctr">
              <a:defRPr sz="800">
                <a:solidFill>
                  <a:schemeClr val="bg1"/>
                </a:solidFill>
              </a:defRPr>
            </a:lvl1pPr>
          </a:lstStyle>
          <a:p>
            <a:r>
              <a:rPr lang="en-US"/>
              <a:t>Place Icon Here</a:t>
            </a:r>
          </a:p>
        </p:txBody>
      </p:sp>
      <p:sp>
        <p:nvSpPr>
          <p:cNvPr id="4" name="Footer Placeholder">
            <a:extLst>
              <a:ext uri="{FF2B5EF4-FFF2-40B4-BE49-F238E27FC236}">
                <a16:creationId xmlns:a16="http://schemas.microsoft.com/office/drawing/2014/main" id="{7CCE3A44-C7D6-B547-B689-A7943EA79A29}"/>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0248684D-8567-604C-B9CB-CE572C8FA43B}"/>
              </a:ext>
            </a:extLst>
          </p:cNvPr>
          <p:cNvSpPr>
            <a:spLocks noGrp="1"/>
          </p:cNvSpPr>
          <p:nvPr>
            <p:ph type="sldNum" sz="quarter" idx="2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359330451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27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14" name="Intro. Text Placeholder">
            <a:extLst>
              <a:ext uri="{FF2B5EF4-FFF2-40B4-BE49-F238E27FC236}">
                <a16:creationId xmlns:a16="http://schemas.microsoft.com/office/drawing/2014/main" id="{66145C7F-0FA4-2842-9EB9-94B2E2B9BDF6}"/>
              </a:ext>
            </a:extLst>
          </p:cNvPr>
          <p:cNvSpPr>
            <a:spLocks noGrp="1"/>
          </p:cNvSpPr>
          <p:nvPr>
            <p:ph type="body" sz="quarter" idx="19" hasCustomPrompt="1"/>
          </p:nvPr>
        </p:nvSpPr>
        <p:spPr>
          <a:xfrm>
            <a:off x="571500" y="1523999"/>
            <a:ext cx="9182100" cy="898689"/>
          </a:xfrm>
        </p:spPr>
        <p:txBody>
          <a:bodyPr/>
          <a:lstStyle>
            <a:lvl1pPr>
              <a:spcAft>
                <a:spcPts val="600"/>
              </a:spcAft>
              <a:defRPr/>
            </a:lvl1pPr>
          </a:lstStyle>
          <a:p>
            <a:pPr lvl="0"/>
            <a:r>
              <a:rPr lang="en-US"/>
              <a:t>Click to edit Master text styles slide</a:t>
            </a:r>
          </a:p>
          <a:p>
            <a:pPr lvl="1"/>
            <a:r>
              <a:rPr lang="en-US"/>
              <a:t>Second line</a:t>
            </a:r>
          </a:p>
        </p:txBody>
      </p:sp>
      <p:sp>
        <p:nvSpPr>
          <p:cNvPr id="9" name="Statistic Placeholder 1">
            <a:extLst>
              <a:ext uri="{FF2B5EF4-FFF2-40B4-BE49-F238E27FC236}">
                <a16:creationId xmlns:a16="http://schemas.microsoft.com/office/drawing/2014/main" id="{D8A15EFC-EEC3-5046-B5B1-70B806E77CEB}"/>
              </a:ext>
            </a:extLst>
          </p:cNvPr>
          <p:cNvSpPr>
            <a:spLocks noGrp="1"/>
          </p:cNvSpPr>
          <p:nvPr>
            <p:ph type="body" sz="quarter" idx="17" hasCustomPrompt="1"/>
          </p:nvPr>
        </p:nvSpPr>
        <p:spPr>
          <a:xfrm>
            <a:off x="571500" y="2789126"/>
            <a:ext cx="3505200" cy="1163523"/>
          </a:xfrm>
          <a:prstGeom prst="rect">
            <a:avLst/>
          </a:prstGeom>
        </p:spPr>
        <p:txBody>
          <a:bodyPr lIns="0" tIns="0" anchor="ctr">
            <a:noAutofit/>
          </a:bodyPr>
          <a:lstStyle>
            <a:lvl1pPr marL="0" indent="0" algn="ctr">
              <a:lnSpc>
                <a:spcPct val="110000"/>
              </a:lnSpc>
              <a:spcBef>
                <a:spcPts val="0"/>
              </a:spcBef>
              <a:spcAft>
                <a:spcPts val="0"/>
              </a:spcAft>
              <a:buNone/>
              <a:defRPr sz="8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lvl="0"/>
            <a:r>
              <a:rPr lang="en-US"/>
              <a:t>000</a:t>
            </a:r>
          </a:p>
        </p:txBody>
      </p:sp>
      <p:sp>
        <p:nvSpPr>
          <p:cNvPr id="12" name="Subheading / Body Placeholder 1">
            <a:extLst>
              <a:ext uri="{FF2B5EF4-FFF2-40B4-BE49-F238E27FC236}">
                <a16:creationId xmlns:a16="http://schemas.microsoft.com/office/drawing/2014/main" id="{DE34FB45-CC36-5F42-9870-1447C10193C9}"/>
              </a:ext>
            </a:extLst>
          </p:cNvPr>
          <p:cNvSpPr>
            <a:spLocks noGrp="1"/>
          </p:cNvSpPr>
          <p:nvPr>
            <p:ph type="body" sz="quarter" idx="18" hasCustomPrompt="1"/>
          </p:nvPr>
        </p:nvSpPr>
        <p:spPr>
          <a:xfrm>
            <a:off x="571500"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a:t>Subheading goes here</a:t>
            </a:r>
          </a:p>
          <a:p>
            <a:pPr lvl="1"/>
            <a:r>
              <a:rPr lang="en-US"/>
              <a:t>Second level</a:t>
            </a:r>
          </a:p>
        </p:txBody>
      </p:sp>
      <p:sp>
        <p:nvSpPr>
          <p:cNvPr id="15" name="Statistic Placeholder 2">
            <a:extLst>
              <a:ext uri="{FF2B5EF4-FFF2-40B4-BE49-F238E27FC236}">
                <a16:creationId xmlns:a16="http://schemas.microsoft.com/office/drawing/2014/main" id="{BE763705-A473-754E-8C08-F813C5331B88}"/>
              </a:ext>
            </a:extLst>
          </p:cNvPr>
          <p:cNvSpPr>
            <a:spLocks noGrp="1"/>
          </p:cNvSpPr>
          <p:nvPr>
            <p:ph type="body" sz="quarter" idx="20" hasCustomPrompt="1"/>
          </p:nvPr>
        </p:nvSpPr>
        <p:spPr>
          <a:xfrm>
            <a:off x="4343400" y="2789126"/>
            <a:ext cx="3505200" cy="1163523"/>
          </a:xfrm>
          <a:prstGeom prst="rect">
            <a:avLst/>
          </a:prstGeom>
        </p:spPr>
        <p:txBody>
          <a:bodyPr lIns="0" tIns="0" anchor="ctr">
            <a:noAutofit/>
          </a:bodyPr>
          <a:lstStyle>
            <a:lvl1pPr marL="0" indent="0" algn="ctr">
              <a:lnSpc>
                <a:spcPct val="110000"/>
              </a:lnSpc>
              <a:spcBef>
                <a:spcPts val="0"/>
              </a:spcBef>
              <a:spcAft>
                <a:spcPts val="0"/>
              </a:spcAft>
              <a:buNone/>
              <a:defRPr sz="8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lvl="0"/>
            <a:r>
              <a:rPr lang="en-US"/>
              <a:t>000</a:t>
            </a:r>
          </a:p>
        </p:txBody>
      </p:sp>
      <p:sp>
        <p:nvSpPr>
          <p:cNvPr id="19" name="Subheading / Body Placeholder 2">
            <a:extLst>
              <a:ext uri="{FF2B5EF4-FFF2-40B4-BE49-F238E27FC236}">
                <a16:creationId xmlns:a16="http://schemas.microsoft.com/office/drawing/2014/main" id="{529F5F4C-3FA6-434B-8869-46D30E422C10}"/>
              </a:ext>
            </a:extLst>
          </p:cNvPr>
          <p:cNvSpPr>
            <a:spLocks noGrp="1"/>
          </p:cNvSpPr>
          <p:nvPr>
            <p:ph type="body" sz="quarter" idx="22" hasCustomPrompt="1"/>
          </p:nvPr>
        </p:nvSpPr>
        <p:spPr>
          <a:xfrm>
            <a:off x="4343400"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a:t>Subheading goes here</a:t>
            </a:r>
          </a:p>
          <a:p>
            <a:pPr lvl="1"/>
            <a:r>
              <a:rPr lang="en-US"/>
              <a:t>Second level</a:t>
            </a:r>
          </a:p>
        </p:txBody>
      </p:sp>
      <p:sp>
        <p:nvSpPr>
          <p:cNvPr id="16" name="Statistic Placeholder 3">
            <a:extLst>
              <a:ext uri="{FF2B5EF4-FFF2-40B4-BE49-F238E27FC236}">
                <a16:creationId xmlns:a16="http://schemas.microsoft.com/office/drawing/2014/main" id="{86F31FFA-FD67-8049-B49E-12319093AE43}"/>
              </a:ext>
            </a:extLst>
          </p:cNvPr>
          <p:cNvSpPr>
            <a:spLocks noGrp="1"/>
          </p:cNvSpPr>
          <p:nvPr>
            <p:ph type="body" sz="quarter" idx="21" hasCustomPrompt="1"/>
          </p:nvPr>
        </p:nvSpPr>
        <p:spPr>
          <a:xfrm>
            <a:off x="8115300" y="2789126"/>
            <a:ext cx="3505200" cy="1163523"/>
          </a:xfrm>
          <a:prstGeom prst="rect">
            <a:avLst/>
          </a:prstGeom>
        </p:spPr>
        <p:txBody>
          <a:bodyPr lIns="0" tIns="0" anchor="ctr">
            <a:noAutofit/>
          </a:bodyPr>
          <a:lstStyle>
            <a:lvl1pPr marL="0" indent="0" algn="ctr">
              <a:lnSpc>
                <a:spcPct val="110000"/>
              </a:lnSpc>
              <a:spcBef>
                <a:spcPts val="0"/>
              </a:spcBef>
              <a:spcAft>
                <a:spcPts val="0"/>
              </a:spcAft>
              <a:buNone/>
              <a:defRPr sz="8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lvl="0"/>
            <a:r>
              <a:rPr lang="en-US"/>
              <a:t>000</a:t>
            </a:r>
          </a:p>
        </p:txBody>
      </p:sp>
      <p:sp>
        <p:nvSpPr>
          <p:cNvPr id="20" name="Subheading / Body Placeholder 3">
            <a:extLst>
              <a:ext uri="{FF2B5EF4-FFF2-40B4-BE49-F238E27FC236}">
                <a16:creationId xmlns:a16="http://schemas.microsoft.com/office/drawing/2014/main" id="{A190C844-6C9E-CA4E-9DFD-1D0CAC964A25}"/>
              </a:ext>
            </a:extLst>
          </p:cNvPr>
          <p:cNvSpPr>
            <a:spLocks noGrp="1"/>
          </p:cNvSpPr>
          <p:nvPr>
            <p:ph type="body" sz="quarter" idx="23" hasCustomPrompt="1"/>
          </p:nvPr>
        </p:nvSpPr>
        <p:spPr>
          <a:xfrm>
            <a:off x="8115302"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a:t>Subheading goes here</a:t>
            </a:r>
          </a:p>
          <a:p>
            <a:pPr lvl="1"/>
            <a:r>
              <a:rPr lang="en-US"/>
              <a:t>Second level</a:t>
            </a:r>
          </a:p>
        </p:txBody>
      </p:sp>
      <p:sp>
        <p:nvSpPr>
          <p:cNvPr id="18" name="Caption Placeholder 1">
            <a:extLst>
              <a:ext uri="{FF2B5EF4-FFF2-40B4-BE49-F238E27FC236}">
                <a16:creationId xmlns:a16="http://schemas.microsoft.com/office/drawing/2014/main" id="{8D08CD33-A455-564D-B1CC-A56E79F5612C}"/>
              </a:ext>
            </a:extLst>
          </p:cNvPr>
          <p:cNvSpPr>
            <a:spLocks noGrp="1"/>
          </p:cNvSpPr>
          <p:nvPr>
            <p:ph type="body" sz="quarter" idx="26" hasCustomPrompt="1"/>
          </p:nvPr>
        </p:nvSpPr>
        <p:spPr>
          <a:xfrm>
            <a:off x="576580" y="6096000"/>
            <a:ext cx="5384800" cy="152400"/>
          </a:xfrm>
        </p:spPr>
        <p:txBody>
          <a:bodyPr anchor="b" anchorCtr="0"/>
          <a:lstStyle>
            <a:lvl1pPr>
              <a:defRPr sz="800">
                <a:solidFill>
                  <a:schemeClr val="accent4"/>
                </a:solidFill>
              </a:defRPr>
            </a:lvl1pPr>
          </a:lstStyle>
          <a:p>
            <a:pPr lvl="0"/>
            <a:r>
              <a:rPr lang="en-US"/>
              <a:t>This is a caption / footnote</a:t>
            </a:r>
          </a:p>
        </p:txBody>
      </p:sp>
      <p:sp>
        <p:nvSpPr>
          <p:cNvPr id="3" name="Footer Placeholder">
            <a:extLst>
              <a:ext uri="{FF2B5EF4-FFF2-40B4-BE49-F238E27FC236}">
                <a16:creationId xmlns:a16="http://schemas.microsoft.com/office/drawing/2014/main" id="{64936B93-C491-E448-B252-74264F6E88E8}"/>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0CC61D97-5284-424C-9B60-38BC846A8161}"/>
              </a:ext>
            </a:extLst>
          </p:cNvPr>
          <p:cNvSpPr>
            <a:spLocks noGrp="1"/>
          </p:cNvSpPr>
          <p:nvPr>
            <p:ph type="sldNum" sz="quarter" idx="2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32466275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28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9" name="Statistic Placeholder 1">
            <a:extLst>
              <a:ext uri="{FF2B5EF4-FFF2-40B4-BE49-F238E27FC236}">
                <a16:creationId xmlns:a16="http://schemas.microsoft.com/office/drawing/2014/main" id="{D8A15EFC-EEC3-5046-B5B1-70B806E77CEB}"/>
              </a:ext>
            </a:extLst>
          </p:cNvPr>
          <p:cNvSpPr>
            <a:spLocks noGrp="1"/>
          </p:cNvSpPr>
          <p:nvPr>
            <p:ph type="body" sz="quarter" idx="17" hasCustomPrompt="1"/>
          </p:nvPr>
        </p:nvSpPr>
        <p:spPr>
          <a:xfrm>
            <a:off x="571500" y="2789126"/>
            <a:ext cx="3505200" cy="1163523"/>
          </a:xfrm>
          <a:prstGeom prst="rect">
            <a:avLst/>
          </a:prstGeom>
        </p:spPr>
        <p:txBody>
          <a:bodyPr lIns="0" tIns="0" anchor="ctr" anchorCtr="0">
            <a:noAutofit/>
          </a:bodyPr>
          <a:lstStyle>
            <a:lvl1pPr marL="0" indent="0" algn="ctr">
              <a:lnSpc>
                <a:spcPct val="110000"/>
              </a:lnSpc>
              <a:spcBef>
                <a:spcPts val="0"/>
              </a:spcBef>
              <a:spcAft>
                <a:spcPts val="0"/>
              </a:spcAft>
              <a:buNone/>
              <a:defRPr sz="11500" b="1" i="0">
                <a:solidFill>
                  <a:schemeClr val="tx2"/>
                </a:solidFill>
                <a:latin typeface="FedEx Sans XBold" panose="020B0603020203020204" pitchFamily="34" charset="0"/>
                <a:ea typeface="FedEx Sans XBold" panose="020B0603020203020204" pitchFamily="34" charset="0"/>
                <a:cs typeface="FedEx Sans XBold" panose="020B0603020203020204" pitchFamily="34" charset="0"/>
              </a:defRPr>
            </a:lvl1pPr>
          </a:lstStyle>
          <a:p>
            <a:pPr lvl="0"/>
            <a:r>
              <a:rPr lang="en-US"/>
              <a:t>000</a:t>
            </a:r>
          </a:p>
        </p:txBody>
      </p:sp>
      <p:sp>
        <p:nvSpPr>
          <p:cNvPr id="19" name="Subheading / Body Placeholder 1">
            <a:extLst>
              <a:ext uri="{FF2B5EF4-FFF2-40B4-BE49-F238E27FC236}">
                <a16:creationId xmlns:a16="http://schemas.microsoft.com/office/drawing/2014/main" id="{19D67F7D-5982-814E-BC5A-DECCF3B96BAB}"/>
              </a:ext>
            </a:extLst>
          </p:cNvPr>
          <p:cNvSpPr>
            <a:spLocks noGrp="1"/>
          </p:cNvSpPr>
          <p:nvPr>
            <p:ph type="body" sz="quarter" idx="18" hasCustomPrompt="1"/>
          </p:nvPr>
        </p:nvSpPr>
        <p:spPr>
          <a:xfrm>
            <a:off x="571500"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a:t>Subheading goes here</a:t>
            </a:r>
          </a:p>
          <a:p>
            <a:pPr lvl="1"/>
            <a:r>
              <a:rPr lang="en-US"/>
              <a:t>Second level</a:t>
            </a:r>
          </a:p>
        </p:txBody>
      </p:sp>
      <p:sp>
        <p:nvSpPr>
          <p:cNvPr id="15" name="Statistic Placeholder 2">
            <a:extLst>
              <a:ext uri="{FF2B5EF4-FFF2-40B4-BE49-F238E27FC236}">
                <a16:creationId xmlns:a16="http://schemas.microsoft.com/office/drawing/2014/main" id="{BE763705-A473-754E-8C08-F813C5331B88}"/>
              </a:ext>
            </a:extLst>
          </p:cNvPr>
          <p:cNvSpPr>
            <a:spLocks noGrp="1"/>
          </p:cNvSpPr>
          <p:nvPr>
            <p:ph type="body" sz="quarter" idx="20" hasCustomPrompt="1"/>
          </p:nvPr>
        </p:nvSpPr>
        <p:spPr>
          <a:xfrm>
            <a:off x="4343400" y="2789126"/>
            <a:ext cx="3505200" cy="1163523"/>
          </a:xfrm>
          <a:prstGeom prst="rect">
            <a:avLst/>
          </a:prstGeom>
        </p:spPr>
        <p:txBody>
          <a:bodyPr lIns="0" tIns="0" anchor="ctr" anchorCtr="0">
            <a:noAutofit/>
          </a:bodyPr>
          <a:lstStyle>
            <a:lvl1pPr marL="0" indent="0" algn="ctr">
              <a:lnSpc>
                <a:spcPct val="110000"/>
              </a:lnSpc>
              <a:spcBef>
                <a:spcPts val="0"/>
              </a:spcBef>
              <a:spcAft>
                <a:spcPts val="0"/>
              </a:spcAft>
              <a:buNone/>
              <a:defRPr sz="11500" b="1" i="0">
                <a:solidFill>
                  <a:schemeClr val="tx2"/>
                </a:solidFill>
                <a:latin typeface="FedEx Sans XBold" panose="020B0603020203020204" pitchFamily="34" charset="0"/>
                <a:ea typeface="FedEx Sans XBold" panose="020B0603020203020204" pitchFamily="34" charset="0"/>
                <a:cs typeface="FedEx Sans XBold" panose="020B0603020203020204" pitchFamily="34" charset="0"/>
              </a:defRPr>
            </a:lvl1pPr>
          </a:lstStyle>
          <a:p>
            <a:pPr lvl="0"/>
            <a:r>
              <a:rPr lang="en-US"/>
              <a:t>000</a:t>
            </a:r>
          </a:p>
        </p:txBody>
      </p:sp>
      <p:sp>
        <p:nvSpPr>
          <p:cNvPr id="20" name="Subheading / Body Placeholder 2">
            <a:extLst>
              <a:ext uri="{FF2B5EF4-FFF2-40B4-BE49-F238E27FC236}">
                <a16:creationId xmlns:a16="http://schemas.microsoft.com/office/drawing/2014/main" id="{56890FBC-F963-F84E-A359-F445FD424D7E}"/>
              </a:ext>
            </a:extLst>
          </p:cNvPr>
          <p:cNvSpPr>
            <a:spLocks noGrp="1"/>
          </p:cNvSpPr>
          <p:nvPr>
            <p:ph type="body" sz="quarter" idx="22" hasCustomPrompt="1"/>
          </p:nvPr>
        </p:nvSpPr>
        <p:spPr>
          <a:xfrm>
            <a:off x="4343400"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a:t>Subheading goes here</a:t>
            </a:r>
          </a:p>
          <a:p>
            <a:pPr lvl="1"/>
            <a:r>
              <a:rPr lang="en-US"/>
              <a:t>Second level</a:t>
            </a:r>
          </a:p>
        </p:txBody>
      </p:sp>
      <p:sp>
        <p:nvSpPr>
          <p:cNvPr id="16" name="Statistic Placeholder 3">
            <a:extLst>
              <a:ext uri="{FF2B5EF4-FFF2-40B4-BE49-F238E27FC236}">
                <a16:creationId xmlns:a16="http://schemas.microsoft.com/office/drawing/2014/main" id="{86F31FFA-FD67-8049-B49E-12319093AE43}"/>
              </a:ext>
            </a:extLst>
          </p:cNvPr>
          <p:cNvSpPr>
            <a:spLocks noGrp="1"/>
          </p:cNvSpPr>
          <p:nvPr>
            <p:ph type="body" sz="quarter" idx="21" hasCustomPrompt="1"/>
          </p:nvPr>
        </p:nvSpPr>
        <p:spPr>
          <a:xfrm>
            <a:off x="8115300" y="2789125"/>
            <a:ext cx="3505200" cy="1163523"/>
          </a:xfrm>
          <a:prstGeom prst="rect">
            <a:avLst/>
          </a:prstGeom>
        </p:spPr>
        <p:txBody>
          <a:bodyPr lIns="0" tIns="0" anchor="ctr" anchorCtr="0">
            <a:noAutofit/>
          </a:bodyPr>
          <a:lstStyle>
            <a:lvl1pPr marL="0" indent="0" algn="ctr">
              <a:lnSpc>
                <a:spcPct val="110000"/>
              </a:lnSpc>
              <a:spcBef>
                <a:spcPts val="0"/>
              </a:spcBef>
              <a:spcAft>
                <a:spcPts val="0"/>
              </a:spcAft>
              <a:buNone/>
              <a:defRPr sz="11500" b="1" i="0">
                <a:solidFill>
                  <a:schemeClr val="tx2"/>
                </a:solidFill>
                <a:latin typeface="FedEx Sans XBold" panose="020B0603020203020204" pitchFamily="34" charset="0"/>
                <a:ea typeface="FedEx Sans XBold" panose="020B0603020203020204" pitchFamily="34" charset="0"/>
                <a:cs typeface="FedEx Sans XBold" panose="020B0603020203020204" pitchFamily="34" charset="0"/>
              </a:defRPr>
            </a:lvl1pPr>
          </a:lstStyle>
          <a:p>
            <a:pPr lvl="0"/>
            <a:r>
              <a:rPr lang="en-US"/>
              <a:t>000</a:t>
            </a:r>
          </a:p>
        </p:txBody>
      </p:sp>
      <p:sp>
        <p:nvSpPr>
          <p:cNvPr id="21" name="Subheading / Body Placeholder 3">
            <a:extLst>
              <a:ext uri="{FF2B5EF4-FFF2-40B4-BE49-F238E27FC236}">
                <a16:creationId xmlns:a16="http://schemas.microsoft.com/office/drawing/2014/main" id="{757CCBE8-081A-5449-B10A-F867A587C3E8}"/>
              </a:ext>
            </a:extLst>
          </p:cNvPr>
          <p:cNvSpPr>
            <a:spLocks noGrp="1"/>
          </p:cNvSpPr>
          <p:nvPr>
            <p:ph type="body" sz="quarter" idx="23" hasCustomPrompt="1"/>
          </p:nvPr>
        </p:nvSpPr>
        <p:spPr>
          <a:xfrm>
            <a:off x="8115302" y="4081881"/>
            <a:ext cx="3505198" cy="1245098"/>
          </a:xfrm>
          <a:prstGeom prst="rect">
            <a:avLst/>
          </a:prstGeom>
        </p:spPr>
        <p:txBody>
          <a:bodyPr>
            <a:noAutofit/>
          </a:bodyPr>
          <a:lstStyle>
            <a:lvl1pPr marL="0" indent="0" algn="ctr">
              <a:lnSpc>
                <a:spcPct val="130000"/>
              </a:lnSpc>
              <a:spcBef>
                <a:spcPts val="0"/>
              </a:spcBef>
              <a:spcAft>
                <a:spcPts val="300"/>
              </a:spcAft>
              <a:buNone/>
              <a:defRPr sz="1600" b="1" i="0">
                <a:solidFill>
                  <a:schemeClr val="tx2"/>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600"/>
              </a:spcAft>
              <a:defRPr sz="1600" b="0">
                <a:latin typeface="+mn-lt"/>
              </a:defRPr>
            </a:lvl2pPr>
          </a:lstStyle>
          <a:p>
            <a:pPr lvl="0"/>
            <a:r>
              <a:rPr lang="en-US"/>
              <a:t>Subheading goes here</a:t>
            </a:r>
          </a:p>
          <a:p>
            <a:pPr lvl="1"/>
            <a:r>
              <a:rPr lang="en-US"/>
              <a:t>Second level</a:t>
            </a:r>
          </a:p>
        </p:txBody>
      </p:sp>
      <p:sp>
        <p:nvSpPr>
          <p:cNvPr id="12" name="Intro. Text Placeholder">
            <a:extLst>
              <a:ext uri="{FF2B5EF4-FFF2-40B4-BE49-F238E27FC236}">
                <a16:creationId xmlns:a16="http://schemas.microsoft.com/office/drawing/2014/main" id="{B75781A4-9A4E-A04B-A804-CF06A8A6CD66}"/>
              </a:ext>
            </a:extLst>
          </p:cNvPr>
          <p:cNvSpPr>
            <a:spLocks noGrp="1"/>
          </p:cNvSpPr>
          <p:nvPr>
            <p:ph type="body" sz="quarter" idx="19" hasCustomPrompt="1"/>
          </p:nvPr>
        </p:nvSpPr>
        <p:spPr>
          <a:xfrm>
            <a:off x="571500" y="1523999"/>
            <a:ext cx="9182100" cy="898689"/>
          </a:xfrm>
        </p:spPr>
        <p:txBody>
          <a:bodyPr/>
          <a:lstStyle>
            <a:lvl1pPr>
              <a:spcAft>
                <a:spcPts val="600"/>
              </a:spcAft>
              <a:defRPr/>
            </a:lvl1pPr>
          </a:lstStyle>
          <a:p>
            <a:pPr lvl="0"/>
            <a:r>
              <a:rPr lang="en-US"/>
              <a:t>Click to edit Master text styles slide</a:t>
            </a:r>
          </a:p>
          <a:p>
            <a:pPr lvl="1"/>
            <a:r>
              <a:rPr lang="en-US"/>
              <a:t>Second line</a:t>
            </a:r>
          </a:p>
        </p:txBody>
      </p:sp>
      <p:sp>
        <p:nvSpPr>
          <p:cNvPr id="13" name="Caption Placeholder 1">
            <a:extLst>
              <a:ext uri="{FF2B5EF4-FFF2-40B4-BE49-F238E27FC236}">
                <a16:creationId xmlns:a16="http://schemas.microsoft.com/office/drawing/2014/main" id="{D907AD8D-88C1-E740-9085-F73DEB02AFDB}"/>
              </a:ext>
            </a:extLst>
          </p:cNvPr>
          <p:cNvSpPr>
            <a:spLocks noGrp="1"/>
          </p:cNvSpPr>
          <p:nvPr>
            <p:ph type="body" sz="quarter" idx="26" hasCustomPrompt="1"/>
          </p:nvPr>
        </p:nvSpPr>
        <p:spPr>
          <a:xfrm>
            <a:off x="576580" y="6096000"/>
            <a:ext cx="5384800" cy="152400"/>
          </a:xfrm>
        </p:spPr>
        <p:txBody>
          <a:bodyPr anchor="b" anchorCtr="0"/>
          <a:lstStyle>
            <a:lvl1pPr>
              <a:defRPr sz="800">
                <a:solidFill>
                  <a:schemeClr val="accent4"/>
                </a:solidFill>
              </a:defRPr>
            </a:lvl1pPr>
          </a:lstStyle>
          <a:p>
            <a:pPr lvl="0"/>
            <a:r>
              <a:rPr lang="en-US"/>
              <a:t>This is a caption / footnote</a:t>
            </a:r>
          </a:p>
        </p:txBody>
      </p:sp>
      <p:sp>
        <p:nvSpPr>
          <p:cNvPr id="3" name="Footer Placeholder">
            <a:extLst>
              <a:ext uri="{FF2B5EF4-FFF2-40B4-BE49-F238E27FC236}">
                <a16:creationId xmlns:a16="http://schemas.microsoft.com/office/drawing/2014/main" id="{7E5C9045-5276-0247-A9EF-B2A9C3E46543}"/>
              </a:ext>
            </a:extLst>
          </p:cNvPr>
          <p:cNvSpPr>
            <a:spLocks noGrp="1"/>
          </p:cNvSpPr>
          <p:nvPr>
            <p:ph type="ftr" sz="quarter" idx="24"/>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A959D402-0A9A-CF4F-BFDB-A6FEF99B74E3}"/>
              </a:ext>
            </a:extLst>
          </p:cNvPr>
          <p:cNvSpPr>
            <a:spLocks noGrp="1"/>
          </p:cNvSpPr>
          <p:nvPr>
            <p:ph type="sldNum" sz="quarter" idx="25"/>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47722547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29_Highly Visual">
    <p:spTree>
      <p:nvGrpSpPr>
        <p:cNvPr id="1" name=""/>
        <p:cNvGrpSpPr/>
        <p:nvPr/>
      </p:nvGrpSpPr>
      <p:grpSpPr>
        <a:xfrm>
          <a:off x="0" y="0"/>
          <a:ext cx="0" cy="0"/>
          <a:chOff x="0" y="0"/>
          <a:chExt cx="0" cy="0"/>
        </a:xfrm>
      </p:grpSpPr>
      <p:sp>
        <p:nvSpPr>
          <p:cNvPr id="2" name="Title"/>
          <p:cNvSpPr>
            <a:spLocks noGrp="1"/>
          </p:cNvSpPr>
          <p:nvPr>
            <p:ph type="title"/>
          </p:nvPr>
        </p:nvSpPr>
        <p:spPr>
          <a:xfrm>
            <a:off x="571500" y="576072"/>
            <a:ext cx="11049000" cy="605028"/>
          </a:xfrm>
        </p:spPr>
        <p:txBody>
          <a:bodyPr/>
          <a:lstStyle/>
          <a:p>
            <a:r>
              <a:rPr lang="en-US"/>
              <a:t>Click to edit Master title style</a:t>
            </a:r>
          </a:p>
        </p:txBody>
      </p:sp>
      <p:sp>
        <p:nvSpPr>
          <p:cNvPr id="3" name="Content Placeholder"/>
          <p:cNvSpPr>
            <a:spLocks noGrp="1"/>
          </p:cNvSpPr>
          <p:nvPr>
            <p:ph idx="1"/>
          </p:nvPr>
        </p:nvSpPr>
        <p:spPr>
          <a:xfrm>
            <a:off x="576072" y="1527048"/>
            <a:ext cx="11044428" cy="44851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aption Placeholder 1">
            <a:extLst>
              <a:ext uri="{FF2B5EF4-FFF2-40B4-BE49-F238E27FC236}">
                <a16:creationId xmlns:a16="http://schemas.microsoft.com/office/drawing/2014/main" id="{DB007ED1-79E2-6A4E-8060-0908970F4173}"/>
              </a:ext>
            </a:extLst>
          </p:cNvPr>
          <p:cNvSpPr>
            <a:spLocks noGrp="1"/>
          </p:cNvSpPr>
          <p:nvPr>
            <p:ph type="body" sz="quarter" idx="32" hasCustomPrompt="1"/>
          </p:nvPr>
        </p:nvSpPr>
        <p:spPr>
          <a:xfrm>
            <a:off x="576580" y="6096000"/>
            <a:ext cx="9144000" cy="152400"/>
          </a:xfrm>
        </p:spPr>
        <p:txBody>
          <a:bodyPr anchor="b" anchorCtr="0"/>
          <a:lstStyle>
            <a:lvl1pPr>
              <a:defRPr sz="800">
                <a:solidFill>
                  <a:schemeClr val="accent4"/>
                </a:solidFill>
              </a:defRPr>
            </a:lvl1pPr>
          </a:lstStyle>
          <a:p>
            <a:pPr lvl="0"/>
            <a:r>
              <a:rPr lang="en-US"/>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79239354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30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0"/>
            <a:ext cx="9182100" cy="603504"/>
          </a:xfrm>
        </p:spPr>
        <p:txBody>
          <a:bodyPr/>
          <a:lstStyle>
            <a:lvl1pPr>
              <a:lnSpc>
                <a:spcPct val="110000"/>
              </a:lnSpc>
              <a:defRPr/>
            </a:lvl1pPr>
          </a:lstStyle>
          <a:p>
            <a:r>
              <a:rPr lang="en-US"/>
              <a:t>Click to edit Master title style</a:t>
            </a:r>
          </a:p>
        </p:txBody>
      </p:sp>
      <p:sp>
        <p:nvSpPr>
          <p:cNvPr id="11" name="Content Placeholder 1">
            <a:extLst>
              <a:ext uri="{FF2B5EF4-FFF2-40B4-BE49-F238E27FC236}">
                <a16:creationId xmlns:a16="http://schemas.microsoft.com/office/drawing/2014/main" id="{31AD161F-F7C8-0743-9036-E2D296FA1ECD}"/>
              </a:ext>
            </a:extLst>
          </p:cNvPr>
          <p:cNvSpPr>
            <a:spLocks noGrp="1"/>
          </p:cNvSpPr>
          <p:nvPr>
            <p:ph sz="half" idx="1"/>
          </p:nvPr>
        </p:nvSpPr>
        <p:spPr>
          <a:xfrm>
            <a:off x="571500" y="1524000"/>
            <a:ext cx="5410200" cy="4495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1">
            <a:extLst>
              <a:ext uri="{FF2B5EF4-FFF2-40B4-BE49-F238E27FC236}">
                <a16:creationId xmlns:a16="http://schemas.microsoft.com/office/drawing/2014/main" id="{DAE125F3-3898-9340-A692-4D5692EB351F}"/>
              </a:ext>
            </a:extLst>
          </p:cNvPr>
          <p:cNvSpPr>
            <a:spLocks noGrp="1"/>
          </p:cNvSpPr>
          <p:nvPr>
            <p:ph type="body" sz="quarter" idx="22" hasCustomPrompt="1"/>
          </p:nvPr>
        </p:nvSpPr>
        <p:spPr>
          <a:xfrm>
            <a:off x="576580" y="6096000"/>
            <a:ext cx="5384800" cy="152400"/>
          </a:xfrm>
        </p:spPr>
        <p:txBody>
          <a:bodyPr anchor="b" anchorCtr="0"/>
          <a:lstStyle>
            <a:lvl1pPr>
              <a:defRPr sz="800">
                <a:solidFill>
                  <a:schemeClr val="accent4"/>
                </a:solidFill>
              </a:defRPr>
            </a:lvl1pPr>
          </a:lstStyle>
          <a:p>
            <a:pPr lvl="0"/>
            <a:r>
              <a:rPr lang="en-US"/>
              <a:t>This is a caption / footnote</a:t>
            </a:r>
          </a:p>
        </p:txBody>
      </p:sp>
      <p:sp>
        <p:nvSpPr>
          <p:cNvPr id="12" name="Content Placeholder 2">
            <a:extLst>
              <a:ext uri="{FF2B5EF4-FFF2-40B4-BE49-F238E27FC236}">
                <a16:creationId xmlns:a16="http://schemas.microsoft.com/office/drawing/2014/main" id="{4484A230-A07B-7A4D-B591-7AA438DFCB00}"/>
              </a:ext>
            </a:extLst>
          </p:cNvPr>
          <p:cNvSpPr>
            <a:spLocks noGrp="1"/>
          </p:cNvSpPr>
          <p:nvPr>
            <p:ph sz="half" idx="2"/>
          </p:nvPr>
        </p:nvSpPr>
        <p:spPr>
          <a:xfrm>
            <a:off x="6210302" y="1524000"/>
            <a:ext cx="5410198" cy="44958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aption Placeholder 2">
            <a:extLst>
              <a:ext uri="{FF2B5EF4-FFF2-40B4-BE49-F238E27FC236}">
                <a16:creationId xmlns:a16="http://schemas.microsoft.com/office/drawing/2014/main" id="{93930ABC-C893-D042-961E-FB97BAA687A7}"/>
              </a:ext>
            </a:extLst>
          </p:cNvPr>
          <p:cNvSpPr>
            <a:spLocks noGrp="1"/>
          </p:cNvSpPr>
          <p:nvPr>
            <p:ph type="body" sz="quarter" idx="18" hasCustomPrompt="1"/>
          </p:nvPr>
        </p:nvSpPr>
        <p:spPr>
          <a:xfrm>
            <a:off x="6235700" y="6096000"/>
            <a:ext cx="5384800" cy="152400"/>
          </a:xfrm>
        </p:spPr>
        <p:txBody>
          <a:bodyPr anchor="b" anchorCtr="0"/>
          <a:lstStyle>
            <a:lvl1pPr>
              <a:defRPr sz="800">
                <a:solidFill>
                  <a:schemeClr val="accent4"/>
                </a:solidFill>
              </a:defRPr>
            </a:lvl1pPr>
          </a:lstStyle>
          <a:p>
            <a:pPr lvl="0"/>
            <a:r>
              <a:rPr lang="en-US"/>
              <a:t>This is a caption / footnote</a:t>
            </a:r>
          </a:p>
        </p:txBody>
      </p:sp>
      <p:sp>
        <p:nvSpPr>
          <p:cNvPr id="3" name="Footer Placeholder">
            <a:extLst>
              <a:ext uri="{FF2B5EF4-FFF2-40B4-BE49-F238E27FC236}">
                <a16:creationId xmlns:a16="http://schemas.microsoft.com/office/drawing/2014/main" id="{2D401042-9E42-A44A-A182-412E328F87AA}"/>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223C8665-B7BA-8548-A8A7-D32068D78D9D}"/>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08031450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31_Highly Visual">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
        <p:nvSpPr>
          <p:cNvPr id="3" name="Content Placeholder 1"/>
          <p:cNvSpPr>
            <a:spLocks noGrp="1"/>
          </p:cNvSpPr>
          <p:nvPr>
            <p:ph idx="1"/>
          </p:nvPr>
        </p:nvSpPr>
        <p:spPr>
          <a:xfrm>
            <a:off x="576072" y="1524000"/>
            <a:ext cx="7272528" cy="44851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9602D6A0-0BAF-3A48-B4F7-DCCC443F899B}"/>
              </a:ext>
            </a:extLst>
          </p:cNvPr>
          <p:cNvSpPr>
            <a:spLocks noGrp="1"/>
          </p:cNvSpPr>
          <p:nvPr>
            <p:ph idx="12"/>
          </p:nvPr>
        </p:nvSpPr>
        <p:spPr>
          <a:xfrm>
            <a:off x="8077200" y="1524000"/>
            <a:ext cx="3543300" cy="44851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1">
            <a:extLst>
              <a:ext uri="{FF2B5EF4-FFF2-40B4-BE49-F238E27FC236}">
                <a16:creationId xmlns:a16="http://schemas.microsoft.com/office/drawing/2014/main" id="{7D9CC340-A85C-9342-B19A-BB49DF9FE9E1}"/>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6255123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32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0"/>
            <a:ext cx="5410200" cy="1755648"/>
          </a:xfrm>
        </p:spPr>
        <p:txBody>
          <a:bodyPr rIns="91440"/>
          <a:lstStyle>
            <a:lvl1pPr>
              <a:lnSpc>
                <a:spcPct val="110000"/>
              </a:lnSpc>
              <a:defRPr/>
            </a:lvl1pPr>
          </a:lstStyle>
          <a:p>
            <a:r>
              <a:rPr lang="en-US"/>
              <a:t>Click to edit Master title style</a:t>
            </a:r>
          </a:p>
        </p:txBody>
      </p:sp>
      <p:sp>
        <p:nvSpPr>
          <p:cNvPr id="4" name="Intro Text Placeholder 1">
            <a:extLst>
              <a:ext uri="{FF2B5EF4-FFF2-40B4-BE49-F238E27FC236}">
                <a16:creationId xmlns:a16="http://schemas.microsoft.com/office/drawing/2014/main" id="{9F057ABE-06A8-4A4B-A322-3E94856C42EA}"/>
              </a:ext>
            </a:extLst>
          </p:cNvPr>
          <p:cNvSpPr>
            <a:spLocks noGrp="1"/>
          </p:cNvSpPr>
          <p:nvPr>
            <p:ph type="body" sz="quarter" idx="15"/>
          </p:nvPr>
        </p:nvSpPr>
        <p:spPr>
          <a:xfrm>
            <a:off x="571500" y="2708148"/>
            <a:ext cx="5410200" cy="3311652"/>
          </a:xfrm>
        </p:spPr>
        <p:txBody>
          <a:bodyPr rIns="91440"/>
          <a:lstStyle>
            <a:lvl1pPr>
              <a:spcAft>
                <a:spcPts val="1200"/>
              </a:spcAft>
              <a:defRPr/>
            </a:lvl1pPr>
          </a:lstStyle>
          <a:p>
            <a:pPr lvl="0"/>
            <a:r>
              <a:rPr lang="en-US"/>
              <a:t>Click to edit Master text styles</a:t>
            </a:r>
          </a:p>
        </p:txBody>
      </p:sp>
      <p:sp>
        <p:nvSpPr>
          <p:cNvPr id="13" name="Body Text Placeholder 2">
            <a:extLst>
              <a:ext uri="{FF2B5EF4-FFF2-40B4-BE49-F238E27FC236}">
                <a16:creationId xmlns:a16="http://schemas.microsoft.com/office/drawing/2014/main" id="{C164280D-08C9-7E45-8100-26E742E5F630}"/>
              </a:ext>
            </a:extLst>
          </p:cNvPr>
          <p:cNvSpPr>
            <a:spLocks noGrp="1"/>
          </p:cNvSpPr>
          <p:nvPr>
            <p:ph type="body" sz="quarter" idx="25" hasCustomPrompt="1"/>
          </p:nvPr>
        </p:nvSpPr>
        <p:spPr>
          <a:xfrm>
            <a:off x="6221874" y="571500"/>
            <a:ext cx="5391150" cy="2671062"/>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buFont typeface="Arial" panose="020B0604020202020204" pitchFamily="34" charset="0"/>
              <a:buChar cha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438912">
              <a:buFont typeface="System Font Regular"/>
              <a:buChar cha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658368">
              <a:buFont typeface="System Font Regular"/>
              <a:buChar char="&gt;"/>
              <a:defRPr sz="1200" b="0" i="0">
                <a:latin typeface="FedEx Sans" panose="020B0603020203020204" pitchFamily="34" charset="0"/>
                <a:ea typeface="FedEx Sans" panose="020B0603020203020204" pitchFamily="34" charset="0"/>
                <a:cs typeface="FedEx Sans" panose="020B0603020203020204" pitchFamily="34" charset="0"/>
              </a:defRPr>
            </a:lvl5pPr>
            <a:lvl6pPr>
              <a:defRPr sz="1200"/>
            </a:lvl6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
            <a:extLst>
              <a:ext uri="{FF2B5EF4-FFF2-40B4-BE49-F238E27FC236}">
                <a16:creationId xmlns:a16="http://schemas.microsoft.com/office/drawing/2014/main" id="{79859AB3-3303-0348-BD0B-2045E812C4CB}"/>
              </a:ext>
            </a:extLst>
          </p:cNvPr>
          <p:cNvSpPr>
            <a:spLocks noGrp="1"/>
          </p:cNvSpPr>
          <p:nvPr>
            <p:ph sz="quarter" idx="18" hasCustomPrompt="1"/>
          </p:nvPr>
        </p:nvSpPr>
        <p:spPr>
          <a:xfrm>
            <a:off x="6221874" y="3462018"/>
            <a:ext cx="5391151" cy="2560320"/>
          </a:xfrm>
        </p:spPr>
        <p:txBody>
          <a:bodyPr anchor="ctr" anchorCtr="0"/>
          <a:lstStyle>
            <a:lvl1pPr algn="ctr">
              <a:defRPr sz="1400"/>
            </a:lvl1pPr>
          </a:lstStyle>
          <a:p>
            <a:pPr lvl="0"/>
            <a:r>
              <a:rPr lang="en-US"/>
              <a:t>Click to add photo, video chart or media</a:t>
            </a:r>
          </a:p>
        </p:txBody>
      </p:sp>
      <p:sp>
        <p:nvSpPr>
          <p:cNvPr id="5" name="Footer Placeholder">
            <a:extLst>
              <a:ext uri="{FF2B5EF4-FFF2-40B4-BE49-F238E27FC236}">
                <a16:creationId xmlns:a16="http://schemas.microsoft.com/office/drawing/2014/main" id="{FCD6CBFA-CD56-DA44-AD0C-EF5222FEFD4B}"/>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6" name="Slide Number Placeholder">
            <a:extLst>
              <a:ext uri="{FF2B5EF4-FFF2-40B4-BE49-F238E27FC236}">
                <a16:creationId xmlns:a16="http://schemas.microsoft.com/office/drawing/2014/main" id="{A16D0DA6-3D6E-374C-8D38-47ED18A29212}"/>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11896176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33_Highly Visual">
    <p:spTree>
      <p:nvGrpSpPr>
        <p:cNvPr id="1" name=""/>
        <p:cNvGrpSpPr/>
        <p:nvPr/>
      </p:nvGrpSpPr>
      <p:grpSpPr>
        <a:xfrm>
          <a:off x="0" y="0"/>
          <a:ext cx="0" cy="0"/>
          <a:chOff x="0" y="0"/>
          <a:chExt cx="0" cy="0"/>
        </a:xfrm>
      </p:grpSpPr>
      <p:sp>
        <p:nvSpPr>
          <p:cNvPr id="2" name="Title"/>
          <p:cNvSpPr>
            <a:spLocks noGrp="1"/>
          </p:cNvSpPr>
          <p:nvPr>
            <p:ph type="title"/>
          </p:nvPr>
        </p:nvSpPr>
        <p:spPr>
          <a:xfrm>
            <a:off x="576074" y="571500"/>
            <a:ext cx="3538726" cy="1747494"/>
          </a:xfrm>
        </p:spPr>
        <p:txBody>
          <a:bodyPr anchor="t" anchorCtr="0"/>
          <a:lstStyle>
            <a:lvl1pPr>
              <a:defRPr sz="3800"/>
            </a:lvl1pPr>
          </a:lstStyle>
          <a:p>
            <a:r>
              <a:rPr lang="en-US"/>
              <a:t>Click to edit Master title style</a:t>
            </a:r>
          </a:p>
        </p:txBody>
      </p:sp>
      <p:sp>
        <p:nvSpPr>
          <p:cNvPr id="7" name="Text Placeholder">
            <a:extLst>
              <a:ext uri="{FF2B5EF4-FFF2-40B4-BE49-F238E27FC236}">
                <a16:creationId xmlns:a16="http://schemas.microsoft.com/office/drawing/2014/main" id="{A2CBDFDF-01BA-2F40-B985-9D703508A801}"/>
              </a:ext>
            </a:extLst>
          </p:cNvPr>
          <p:cNvSpPr>
            <a:spLocks noGrp="1"/>
          </p:cNvSpPr>
          <p:nvPr>
            <p:ph type="body" sz="half" idx="2"/>
          </p:nvPr>
        </p:nvSpPr>
        <p:spPr>
          <a:xfrm>
            <a:off x="571501" y="2699994"/>
            <a:ext cx="3543300" cy="3319804"/>
          </a:xfrm>
        </p:spPr>
        <p:txBody>
          <a:bodyPr/>
          <a:lstStyle>
            <a:lvl1pPr marL="0" indent="0">
              <a:spcAft>
                <a:spcPts val="600"/>
              </a:spcAft>
              <a:buNone/>
              <a:defRPr sz="2200" b="0" i="0">
                <a:latin typeface="FedEx Sans" panose="020B0603020203020204" pitchFamily="34" charset="0"/>
                <a:ea typeface="FedEx Sans" panose="020B0603020203020204" pitchFamily="34" charset="0"/>
                <a:cs typeface="FedEx Sans" panose="020B0603020203020204" pitchFamily="34" charset="0"/>
              </a:defRPr>
            </a:lvl1pPr>
            <a:lvl2pPr marL="7938" indent="0">
              <a:buNone/>
              <a:tabLst/>
              <a:defRPr lang="en-US" sz="16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p:cNvSpPr>
            <a:spLocks noGrp="1"/>
          </p:cNvSpPr>
          <p:nvPr>
            <p:ph idx="1"/>
          </p:nvPr>
        </p:nvSpPr>
        <p:spPr>
          <a:xfrm>
            <a:off x="4343400" y="571500"/>
            <a:ext cx="7277100" cy="5448299"/>
          </a:xfrm>
        </p:spPr>
        <p:txBody>
          <a:bodyPr/>
          <a:lstStyle>
            <a:lvl1pPr>
              <a:defRPr sz="2200"/>
            </a:lvl1pPr>
            <a:lvl2pPr>
              <a:defRPr sz="1600" b="1" i="0">
                <a:latin typeface="FedEx Sans" panose="020B0603020203020204" pitchFamily="34" charset="0"/>
                <a:ea typeface="FedEx Sans" panose="020B0603020203020204" pitchFamily="34" charset="0"/>
                <a:cs typeface="FedEx Sans" panose="020B0603020203020204" pitchFamily="34" charset="0"/>
              </a:defRPr>
            </a:lvl2pPr>
            <a:lvl3pPr>
              <a:defRPr sz="1600" b="0" i="0">
                <a:latin typeface="FedEx Sans" panose="020B0603020203020204" pitchFamily="34" charset="0"/>
                <a:ea typeface="FedEx Sans" panose="020B0603020203020204" pitchFamily="34" charset="0"/>
                <a:cs typeface="FedEx Sans" panose="020B0603020203020204" pitchFamily="34" charset="0"/>
              </a:defRPr>
            </a:lvl3pPr>
            <a:lvl4pPr>
              <a:defRPr sz="1600" b="0" i="0">
                <a:latin typeface="FedEx Sans" panose="020B0603020203020204" pitchFamily="34" charset="0"/>
                <a:ea typeface="FedEx Sans" panose="020B0603020203020204" pitchFamily="34" charset="0"/>
                <a:cs typeface="FedEx Sans" panose="020B0603020203020204" pitchFamily="34" charset="0"/>
              </a:defRPr>
            </a:lvl4pPr>
            <a:lvl5pPr>
              <a:defRPr sz="1600" b="0" i="0">
                <a:latin typeface="FedEx Sans" panose="020B0603020203020204" pitchFamily="34" charset="0"/>
                <a:ea typeface="FedEx Sans" panose="020B0603020203020204" pitchFamily="34" charset="0"/>
                <a:cs typeface="FedEx Sans" panose="020B0603020203020204" pitchFamily="34" charset="0"/>
              </a:defRPr>
            </a:lvl5pPr>
            <a:lvl6pPr>
              <a:defRPr sz="14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Fifth level</a:t>
            </a:r>
          </a:p>
        </p:txBody>
      </p:sp>
      <p:sp>
        <p:nvSpPr>
          <p:cNvPr id="10" name="Caption Placeholder 1">
            <a:extLst>
              <a:ext uri="{FF2B5EF4-FFF2-40B4-BE49-F238E27FC236}">
                <a16:creationId xmlns:a16="http://schemas.microsoft.com/office/drawing/2014/main" id="{5B41DAF5-0C89-EE4C-9E93-72FE81684E2C}"/>
              </a:ext>
            </a:extLst>
          </p:cNvPr>
          <p:cNvSpPr>
            <a:spLocks noGrp="1"/>
          </p:cNvSpPr>
          <p:nvPr>
            <p:ph type="body" sz="quarter" idx="22" hasCustomPrompt="1"/>
          </p:nvPr>
        </p:nvSpPr>
        <p:spPr>
          <a:xfrm>
            <a:off x="4343400" y="6096000"/>
            <a:ext cx="7277100" cy="152400"/>
          </a:xfrm>
        </p:spPr>
        <p:txBody>
          <a:bodyPr anchor="b" anchorCtr="0"/>
          <a:lstStyle>
            <a:lvl1pPr>
              <a:defRPr sz="800">
                <a:solidFill>
                  <a:schemeClr val="accent4"/>
                </a:solidFill>
              </a:defRPr>
            </a:lvl1pPr>
          </a:lstStyle>
          <a:p>
            <a:pPr lvl="0"/>
            <a:r>
              <a:rPr lang="en-US"/>
              <a:t>This is a caption / footnote</a:t>
            </a:r>
          </a:p>
        </p:txBody>
      </p:sp>
      <p:sp>
        <p:nvSpPr>
          <p:cNvPr id="8" name="Footer Placeholder">
            <a:extLst>
              <a:ext uri="{FF2B5EF4-FFF2-40B4-BE49-F238E27FC236}">
                <a16:creationId xmlns:a16="http://schemas.microsoft.com/office/drawing/2014/main" id="{4BF9DAF6-734F-0048-919C-A14F4E4C4C03}"/>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9" name="Slide Number Placeholder">
            <a:extLst>
              <a:ext uri="{FF2B5EF4-FFF2-40B4-BE49-F238E27FC236}">
                <a16:creationId xmlns:a16="http://schemas.microsoft.com/office/drawing/2014/main" id="{B8FB3C80-7CBB-B34C-9928-B2351089B04C}"/>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80624408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34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8077200" y="571500"/>
            <a:ext cx="3543300" cy="1751515"/>
          </a:xfrm>
        </p:spPr>
        <p:txBody>
          <a:bodyPr/>
          <a:lstStyle>
            <a:lvl1pPr>
              <a:lnSpc>
                <a:spcPct val="110000"/>
              </a:lnSpc>
              <a:defRPr/>
            </a:lvl1pPr>
          </a:lstStyle>
          <a:p>
            <a:r>
              <a:rPr lang="en-US"/>
              <a:t>Click to edit Master title</a:t>
            </a:r>
          </a:p>
        </p:txBody>
      </p:sp>
      <p:sp>
        <p:nvSpPr>
          <p:cNvPr id="7" name="Text Placeholder">
            <a:extLst>
              <a:ext uri="{FF2B5EF4-FFF2-40B4-BE49-F238E27FC236}">
                <a16:creationId xmlns:a16="http://schemas.microsoft.com/office/drawing/2014/main" id="{77223B84-7A4F-454B-ADF5-4EEC85F27BC2}"/>
              </a:ext>
            </a:extLst>
          </p:cNvPr>
          <p:cNvSpPr>
            <a:spLocks noGrp="1"/>
          </p:cNvSpPr>
          <p:nvPr>
            <p:ph type="body" sz="quarter" idx="28" hasCustomPrompt="1"/>
          </p:nvPr>
        </p:nvSpPr>
        <p:spPr>
          <a:xfrm>
            <a:off x="8077200" y="2704699"/>
            <a:ext cx="3543300" cy="3315101"/>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latin typeface="FedEx Sans" panose="020B0603020203020204" pitchFamily="34" charset="0"/>
                <a:ea typeface="FedEx Sans" panose="020B0603020203020204" pitchFamily="34" charset="0"/>
                <a:cs typeface="FedEx Sans" panose="020B0603020203020204" pitchFamily="34" charset="0"/>
              </a:defRPr>
            </a:lvl2pPr>
            <a:lvl3pPr marL="219456" indent="-219456">
              <a:buFont typeface="Arial" panose="020B0604020202020204" pitchFamily="34" charset="0"/>
              <a:buChar cha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438912">
              <a:buFont typeface="System Font Regular"/>
              <a:buChar cha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658368">
              <a:buFont typeface="System Font Regular"/>
              <a:buChar char="&gt;"/>
              <a:defRPr sz="1200" b="0" i="0">
                <a:latin typeface="FedEx Sans" panose="020B0603020203020204" pitchFamily="34" charset="0"/>
                <a:ea typeface="FedEx Sans" panose="020B0603020203020204" pitchFamily="34" charset="0"/>
                <a:cs typeface="FedEx Sans" panose="020B0603020203020204" pitchFamily="34" charset="0"/>
              </a:defRPr>
            </a:lvl5pPr>
            <a:lvl6pPr>
              <a:defRPr sz="1200"/>
            </a:lvl6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 name="Content Placeholder 1">
            <a:extLst>
              <a:ext uri="{FF2B5EF4-FFF2-40B4-BE49-F238E27FC236}">
                <a16:creationId xmlns:a16="http://schemas.microsoft.com/office/drawing/2014/main" id="{4449268B-9EE5-494B-A766-0322491C744F}"/>
              </a:ext>
            </a:extLst>
          </p:cNvPr>
          <p:cNvSpPr>
            <a:spLocks noGrp="1"/>
          </p:cNvSpPr>
          <p:nvPr>
            <p:ph sz="quarter" idx="18" hasCustomPrompt="1"/>
          </p:nvPr>
        </p:nvSpPr>
        <p:spPr>
          <a:xfrm>
            <a:off x="571498" y="571500"/>
            <a:ext cx="7277102" cy="5448300"/>
          </a:xfrm>
        </p:spPr>
        <p:txBody>
          <a:bodyPr anchor="ctr" anchorCtr="0"/>
          <a:lstStyle>
            <a:lvl1pPr algn="ctr">
              <a:defRPr sz="1400"/>
            </a:lvl1pPr>
          </a:lstStyle>
          <a:p>
            <a:pPr lvl="0"/>
            <a:r>
              <a:rPr lang="en-US"/>
              <a:t>Click to add photo, video chart or media</a:t>
            </a:r>
          </a:p>
        </p:txBody>
      </p:sp>
      <p:sp>
        <p:nvSpPr>
          <p:cNvPr id="8" name="Caption Placeholder 1">
            <a:extLst>
              <a:ext uri="{FF2B5EF4-FFF2-40B4-BE49-F238E27FC236}">
                <a16:creationId xmlns:a16="http://schemas.microsoft.com/office/drawing/2014/main" id="{A161D401-2CCD-D645-9E13-4813531EF0E1}"/>
              </a:ext>
            </a:extLst>
          </p:cNvPr>
          <p:cNvSpPr>
            <a:spLocks noGrp="1"/>
          </p:cNvSpPr>
          <p:nvPr>
            <p:ph type="body" sz="quarter" idx="22" hasCustomPrompt="1"/>
          </p:nvPr>
        </p:nvSpPr>
        <p:spPr>
          <a:xfrm>
            <a:off x="576580" y="6096000"/>
            <a:ext cx="9144000" cy="152400"/>
          </a:xfrm>
        </p:spPr>
        <p:txBody>
          <a:bodyPr anchor="b" anchorCtr="0"/>
          <a:lstStyle>
            <a:lvl1pPr>
              <a:defRPr sz="800">
                <a:solidFill>
                  <a:schemeClr val="accent4"/>
                </a:solidFill>
              </a:defRPr>
            </a:lvl1pPr>
          </a:lstStyle>
          <a:p>
            <a:pPr lvl="0"/>
            <a:r>
              <a:rPr lang="en-US"/>
              <a:t>This is a caption / footnote</a:t>
            </a:r>
          </a:p>
        </p:txBody>
      </p:sp>
      <p:sp>
        <p:nvSpPr>
          <p:cNvPr id="5" name="Footer Placeholder">
            <a:extLst>
              <a:ext uri="{FF2B5EF4-FFF2-40B4-BE49-F238E27FC236}">
                <a16:creationId xmlns:a16="http://schemas.microsoft.com/office/drawing/2014/main" id="{83913716-00FC-A043-A845-ADDDD2036839}"/>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6" name="Slide Number Placeholder">
            <a:extLst>
              <a:ext uri="{FF2B5EF4-FFF2-40B4-BE49-F238E27FC236}">
                <a16:creationId xmlns:a16="http://schemas.microsoft.com/office/drawing/2014/main" id="{0A2E0E0A-3BB6-4546-BFAB-6604D8E142CC}"/>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60904598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35_Highly Visual">
    <p:spTree>
      <p:nvGrpSpPr>
        <p:cNvPr id="1" name=""/>
        <p:cNvGrpSpPr/>
        <p:nvPr/>
      </p:nvGrpSpPr>
      <p:grpSpPr>
        <a:xfrm>
          <a:off x="0" y="0"/>
          <a:ext cx="0" cy="0"/>
          <a:chOff x="0" y="0"/>
          <a:chExt cx="0" cy="0"/>
        </a:xfrm>
      </p:grpSpPr>
      <p:sp>
        <p:nvSpPr>
          <p:cNvPr id="2" name="Title"/>
          <p:cNvSpPr>
            <a:spLocks noGrp="1"/>
          </p:cNvSpPr>
          <p:nvPr>
            <p:ph type="title"/>
          </p:nvPr>
        </p:nvSpPr>
        <p:spPr>
          <a:xfrm>
            <a:off x="571500" y="576070"/>
            <a:ext cx="5410200" cy="1106424"/>
          </a:xfrm>
        </p:spPr>
        <p:txBody>
          <a:bodyPr/>
          <a:lstStyle/>
          <a:p>
            <a:r>
              <a:rPr lang="en-US"/>
              <a:t>Click to edit Master title style</a:t>
            </a:r>
          </a:p>
        </p:txBody>
      </p:sp>
      <p:sp>
        <p:nvSpPr>
          <p:cNvPr id="3" name="Text Placeholder"/>
          <p:cNvSpPr>
            <a:spLocks noGrp="1"/>
          </p:cNvSpPr>
          <p:nvPr>
            <p:ph type="body" orient="vert" idx="1"/>
          </p:nvPr>
        </p:nvSpPr>
        <p:spPr>
          <a:xfrm>
            <a:off x="576072" y="2057400"/>
            <a:ext cx="5405628" cy="3962400"/>
          </a:xfrm>
        </p:spPr>
        <p:txBody>
          <a:bodyPr vert="horz"/>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9" name="Content Placeholder">
            <a:extLst>
              <a:ext uri="{FF2B5EF4-FFF2-40B4-BE49-F238E27FC236}">
                <a16:creationId xmlns:a16="http://schemas.microsoft.com/office/drawing/2014/main" id="{0D4A3FD7-CCCA-E64D-8295-5F8C81FFFA2F}"/>
              </a:ext>
            </a:extLst>
          </p:cNvPr>
          <p:cNvSpPr>
            <a:spLocks noGrp="1"/>
          </p:cNvSpPr>
          <p:nvPr>
            <p:ph idx="13"/>
          </p:nvPr>
        </p:nvSpPr>
        <p:spPr>
          <a:xfrm>
            <a:off x="6210300" y="571500"/>
            <a:ext cx="5410200" cy="5448299"/>
          </a:xfrm>
        </p:spPr>
        <p:txBody>
          <a:bodyPr/>
          <a:lstStyle>
            <a:lvl1pPr>
              <a:defRPr sz="2200"/>
            </a:lvl1pPr>
            <a:lvl2pPr>
              <a:defRPr sz="1600" b="1" i="0">
                <a:latin typeface="FedEx Sans" panose="020B0603020203020204" pitchFamily="34" charset="0"/>
                <a:ea typeface="FedEx Sans" panose="020B0603020203020204" pitchFamily="34" charset="0"/>
                <a:cs typeface="FedEx Sans" panose="020B0603020203020204" pitchFamily="34" charset="0"/>
              </a:defRPr>
            </a:lvl2pPr>
            <a:lvl3pPr>
              <a:defRPr sz="1600" b="0" i="0">
                <a:latin typeface="FedEx Sans" panose="020B0603020203020204" pitchFamily="34" charset="0"/>
                <a:ea typeface="FedEx Sans" panose="020B0603020203020204" pitchFamily="34" charset="0"/>
                <a:cs typeface="FedEx Sans" panose="020B0603020203020204" pitchFamily="34" charset="0"/>
              </a:defRPr>
            </a:lvl3pPr>
            <a:lvl4pPr>
              <a:defRPr sz="1600" b="0" i="0">
                <a:latin typeface="FedEx Sans" panose="020B0603020203020204" pitchFamily="34" charset="0"/>
                <a:ea typeface="FedEx Sans" panose="020B0603020203020204" pitchFamily="34" charset="0"/>
                <a:cs typeface="FedEx Sans" panose="020B0603020203020204" pitchFamily="34" charset="0"/>
              </a:defRPr>
            </a:lvl4pPr>
            <a:lvl5pPr>
              <a:defRPr sz="1600" b="0" i="0">
                <a:latin typeface="FedEx Sans" panose="020B0603020203020204" pitchFamily="34" charset="0"/>
                <a:ea typeface="FedEx Sans" panose="020B0603020203020204" pitchFamily="34" charset="0"/>
                <a:cs typeface="FedEx Sans" panose="020B0603020203020204" pitchFamily="34" charset="0"/>
              </a:defRPr>
            </a:lvl5pPr>
            <a:lvl6pPr>
              <a:defRPr sz="14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 name="Footer Placeholder">
            <a:extLst>
              <a:ext uri="{FF2B5EF4-FFF2-40B4-BE49-F238E27FC236}">
                <a16:creationId xmlns:a16="http://schemas.microsoft.com/office/drawing/2014/main" id="{22ED8B88-7755-2848-978D-E521EE4EAB88}"/>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8" name="Slide Number Placeholder">
            <a:extLst>
              <a:ext uri="{FF2B5EF4-FFF2-40B4-BE49-F238E27FC236}">
                <a16:creationId xmlns:a16="http://schemas.microsoft.com/office/drawing/2014/main" id="{6AB7122A-BA5F-F649-9C6D-D9F3FFEDEAE0}"/>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6110020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36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498"/>
            <a:ext cx="5410200" cy="1104902"/>
          </a:xfrm>
        </p:spPr>
        <p:txBody>
          <a:bodyPr/>
          <a:lstStyle>
            <a:lvl1pPr>
              <a:lnSpc>
                <a:spcPct val="110000"/>
              </a:lnSpc>
              <a:defRPr/>
            </a:lvl1pPr>
          </a:lstStyle>
          <a:p>
            <a:r>
              <a:rPr lang="en-US"/>
              <a:t>Click to edit Master title style</a:t>
            </a:r>
          </a:p>
        </p:txBody>
      </p:sp>
      <p:sp>
        <p:nvSpPr>
          <p:cNvPr id="6" name="Text Placeholder ">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057400"/>
            <a:ext cx="54102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
            <a:extLst>
              <a:ext uri="{FF2B5EF4-FFF2-40B4-BE49-F238E27FC236}">
                <a16:creationId xmlns:a16="http://schemas.microsoft.com/office/drawing/2014/main" id="{986EEF3C-D111-4C41-AE9E-3927AB5FA3F5}"/>
              </a:ext>
            </a:extLst>
          </p:cNvPr>
          <p:cNvSpPr>
            <a:spLocks noGrp="1"/>
          </p:cNvSpPr>
          <p:nvPr>
            <p:ph sz="quarter" idx="21" hasCustomPrompt="1"/>
          </p:nvPr>
        </p:nvSpPr>
        <p:spPr>
          <a:xfrm>
            <a:off x="6228812" y="0"/>
            <a:ext cx="5963188" cy="6858000"/>
          </a:xfrm>
        </p:spPr>
        <p:txBody>
          <a:bodyPr anchor="ctr" anchorCtr="0"/>
          <a:lstStyle>
            <a:lvl1pPr algn="ctr">
              <a:defRPr sz="1400"/>
            </a:lvl1pPr>
          </a:lstStyle>
          <a:p>
            <a:pPr lvl="0"/>
            <a:r>
              <a:rPr lang="en-US"/>
              <a:t>Click to add photo, video chart or media</a:t>
            </a:r>
          </a:p>
        </p:txBody>
      </p:sp>
      <p:sp>
        <p:nvSpPr>
          <p:cNvPr id="7" name="Caption Placeholder 1">
            <a:extLst>
              <a:ext uri="{FF2B5EF4-FFF2-40B4-BE49-F238E27FC236}">
                <a16:creationId xmlns:a16="http://schemas.microsoft.com/office/drawing/2014/main" id="{5C9C68B7-B988-704F-BCB3-F39E549590E4}"/>
              </a:ext>
            </a:extLst>
          </p:cNvPr>
          <p:cNvSpPr>
            <a:spLocks noGrp="1"/>
          </p:cNvSpPr>
          <p:nvPr>
            <p:ph type="body" sz="quarter" idx="24" hasCustomPrompt="1"/>
          </p:nvPr>
        </p:nvSpPr>
        <p:spPr>
          <a:xfrm>
            <a:off x="576580" y="6096000"/>
            <a:ext cx="5384800" cy="152400"/>
          </a:xfrm>
        </p:spPr>
        <p:txBody>
          <a:bodyPr anchor="b" anchorCtr="0"/>
          <a:lstStyle>
            <a:lvl1pPr>
              <a:defRPr sz="800">
                <a:solidFill>
                  <a:schemeClr val="accent4"/>
                </a:solidFill>
              </a:defRPr>
            </a:lvl1pPr>
          </a:lstStyle>
          <a:p>
            <a:pPr lvl="0"/>
            <a:r>
              <a:rPr lang="en-US"/>
              <a:t>This is a caption / footnote</a:t>
            </a:r>
          </a:p>
        </p:txBody>
      </p:sp>
      <p:sp>
        <p:nvSpPr>
          <p:cNvPr id="3" name="Footer Placeholder">
            <a:extLst>
              <a:ext uri="{FF2B5EF4-FFF2-40B4-BE49-F238E27FC236}">
                <a16:creationId xmlns:a16="http://schemas.microsoft.com/office/drawing/2014/main" id="{947A880B-0A02-854D-9814-0D1482650A43}"/>
              </a:ext>
            </a:extLst>
          </p:cNvPr>
          <p:cNvSpPr>
            <a:spLocks noGrp="1"/>
          </p:cNvSpPr>
          <p:nvPr>
            <p:ph type="ftr" sz="quarter" idx="22"/>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ADB4D458-1355-C047-BDD4-C77A57A67B96}"/>
              </a:ext>
            </a:extLst>
          </p:cNvPr>
          <p:cNvSpPr>
            <a:spLocks noGrp="1"/>
          </p:cNvSpPr>
          <p:nvPr>
            <p:ph type="sldNum" sz="quarter" idx="23"/>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55541099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37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0"/>
            <a:ext cx="5410200" cy="1104900"/>
          </a:xfrm>
        </p:spPr>
        <p:txBody>
          <a:bodyPr/>
          <a:lstStyle>
            <a:lvl1pPr>
              <a:lnSpc>
                <a:spcPct val="110000"/>
              </a:lnSpc>
              <a:defRPr/>
            </a:lvl1pPr>
          </a:lstStyle>
          <a:p>
            <a:r>
              <a:rPr lang="en-US"/>
              <a:t>Click to edit Master title style</a:t>
            </a:r>
          </a:p>
        </p:txBody>
      </p:sp>
      <p:sp>
        <p:nvSpPr>
          <p:cNvPr id="5" name="Content Placeholder 1">
            <a:extLst>
              <a:ext uri="{FF2B5EF4-FFF2-40B4-BE49-F238E27FC236}">
                <a16:creationId xmlns:a16="http://schemas.microsoft.com/office/drawing/2014/main" id="{16FA692A-5893-CB4D-913F-7EBCA7AB780F}"/>
              </a:ext>
            </a:extLst>
          </p:cNvPr>
          <p:cNvSpPr>
            <a:spLocks noGrp="1"/>
          </p:cNvSpPr>
          <p:nvPr>
            <p:ph sz="quarter" idx="17"/>
          </p:nvPr>
        </p:nvSpPr>
        <p:spPr>
          <a:xfrm>
            <a:off x="571500" y="2057400"/>
            <a:ext cx="5410200" cy="3962400"/>
          </a:xfrm>
        </p:spPr>
        <p:txBody>
          <a:bodyPr/>
          <a:lstStyle>
            <a:lvl2pPr>
              <a:spcAft>
                <a:spcPts val="300"/>
              </a:spcAft>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2 (purple)">
            <a:extLst>
              <a:ext uri="{FF2B5EF4-FFF2-40B4-BE49-F238E27FC236}">
                <a16:creationId xmlns:a16="http://schemas.microsoft.com/office/drawing/2014/main" id="{ACCC51C2-2A39-5449-9749-87AB7B9BE95C}"/>
              </a:ext>
            </a:extLst>
          </p:cNvPr>
          <p:cNvSpPr>
            <a:spLocks noGrp="1"/>
          </p:cNvSpPr>
          <p:nvPr>
            <p:ph sz="quarter" idx="18"/>
          </p:nvPr>
        </p:nvSpPr>
        <p:spPr>
          <a:xfrm>
            <a:off x="6210300" y="0"/>
            <a:ext cx="5981700" cy="6858000"/>
          </a:xfrm>
          <a:solidFill>
            <a:schemeClr val="tx2"/>
          </a:solidFill>
        </p:spPr>
        <p:txBody>
          <a:bodyPr lIns="548640" tIns="457200" rIns="640080" bIns="914400" anchor="ctr" anchorCtr="0"/>
          <a:lstStyle>
            <a:lvl1pPr>
              <a:defRPr>
                <a:solidFill>
                  <a:schemeClr val="bg1"/>
                </a:solidFill>
              </a:defRPr>
            </a:lvl1pPr>
            <a:lvl2pPr>
              <a:spcAft>
                <a:spcPts val="300"/>
              </a:spcAft>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 name="Caption Placeholder 1">
            <a:extLst>
              <a:ext uri="{FF2B5EF4-FFF2-40B4-BE49-F238E27FC236}">
                <a16:creationId xmlns:a16="http://schemas.microsoft.com/office/drawing/2014/main" id="{79281B23-C582-E944-81BA-5F06C454078B}"/>
              </a:ext>
            </a:extLst>
          </p:cNvPr>
          <p:cNvSpPr>
            <a:spLocks noGrp="1"/>
          </p:cNvSpPr>
          <p:nvPr>
            <p:ph type="body" sz="quarter" idx="22" hasCustomPrompt="1"/>
          </p:nvPr>
        </p:nvSpPr>
        <p:spPr>
          <a:xfrm>
            <a:off x="576580" y="6096000"/>
            <a:ext cx="5384800" cy="152400"/>
          </a:xfrm>
        </p:spPr>
        <p:txBody>
          <a:bodyPr anchor="b" anchorCtr="0"/>
          <a:lstStyle>
            <a:lvl1pPr>
              <a:defRPr sz="800">
                <a:solidFill>
                  <a:schemeClr val="accent4"/>
                </a:solidFill>
              </a:defRPr>
            </a:lvl1pPr>
          </a:lstStyle>
          <a:p>
            <a:pPr lvl="0"/>
            <a:r>
              <a:rPr lang="en-US"/>
              <a:t>This is a caption / footnote</a:t>
            </a:r>
          </a:p>
        </p:txBody>
      </p:sp>
      <p:sp>
        <p:nvSpPr>
          <p:cNvPr id="3" name="Footer Placeholder">
            <a:extLst>
              <a:ext uri="{FF2B5EF4-FFF2-40B4-BE49-F238E27FC236}">
                <a16:creationId xmlns:a16="http://schemas.microsoft.com/office/drawing/2014/main" id="{96E2E46B-FF9D-3B4A-8F01-336BB7CA40FE}"/>
              </a:ext>
            </a:extLst>
          </p:cNvPr>
          <p:cNvSpPr>
            <a:spLocks noGrp="1"/>
          </p:cNvSpPr>
          <p:nvPr>
            <p:ph type="ftr" sz="quarter" idx="19"/>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9E26A0D2-BC22-F24D-83E8-F7994A53131D}"/>
              </a:ext>
            </a:extLst>
          </p:cNvPr>
          <p:cNvSpPr>
            <a:spLocks noGrp="1"/>
          </p:cNvSpPr>
          <p:nvPr>
            <p:ph type="sldNum" sz="quarter" idx="20"/>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97341005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38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6210300" y="571500"/>
            <a:ext cx="5410200" cy="1104900"/>
          </a:xfrm>
        </p:spPr>
        <p:txBody>
          <a:bodyPr/>
          <a:lstStyle>
            <a:lvl1pPr>
              <a:lnSpc>
                <a:spcPct val="110000"/>
              </a:lnSpc>
              <a:defRPr/>
            </a:lvl1pPr>
          </a:lstStyle>
          <a:p>
            <a:r>
              <a:rPr lang="en-US"/>
              <a:t>Click to edit Master title style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p:nvPr>
        </p:nvSpPr>
        <p:spPr>
          <a:xfrm>
            <a:off x="6210300" y="2057401"/>
            <a:ext cx="5410200" cy="3962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
            <a:extLst>
              <a:ext uri="{FF2B5EF4-FFF2-40B4-BE49-F238E27FC236}">
                <a16:creationId xmlns:a16="http://schemas.microsoft.com/office/drawing/2014/main" id="{CDA6D35C-BE4C-4D4B-97BC-EF41D1B05C0F}"/>
              </a:ext>
            </a:extLst>
          </p:cNvPr>
          <p:cNvSpPr>
            <a:spLocks noGrp="1"/>
          </p:cNvSpPr>
          <p:nvPr>
            <p:ph sz="quarter" idx="21" hasCustomPrompt="1"/>
          </p:nvPr>
        </p:nvSpPr>
        <p:spPr>
          <a:xfrm>
            <a:off x="0" y="0"/>
            <a:ext cx="5963188" cy="6858000"/>
          </a:xfrm>
        </p:spPr>
        <p:txBody>
          <a:bodyPr anchor="ctr" anchorCtr="0"/>
          <a:lstStyle>
            <a:lvl1pPr algn="ctr">
              <a:defRPr sz="1400"/>
            </a:lvl1pPr>
          </a:lstStyle>
          <a:p>
            <a:pPr lvl="0"/>
            <a:r>
              <a:rPr lang="en-US"/>
              <a:t>Click to add photo, video chart or media</a:t>
            </a:r>
          </a:p>
        </p:txBody>
      </p:sp>
      <p:sp>
        <p:nvSpPr>
          <p:cNvPr id="7" name="Caption Placeholder 1">
            <a:extLst>
              <a:ext uri="{FF2B5EF4-FFF2-40B4-BE49-F238E27FC236}">
                <a16:creationId xmlns:a16="http://schemas.microsoft.com/office/drawing/2014/main" id="{4FBEB19D-DBF5-F34D-8FC5-810DC63F9A87}"/>
              </a:ext>
            </a:extLst>
          </p:cNvPr>
          <p:cNvSpPr>
            <a:spLocks noGrp="1"/>
          </p:cNvSpPr>
          <p:nvPr>
            <p:ph type="body" sz="quarter" idx="18" hasCustomPrompt="1"/>
          </p:nvPr>
        </p:nvSpPr>
        <p:spPr>
          <a:xfrm>
            <a:off x="6235700" y="6096000"/>
            <a:ext cx="5384800" cy="152400"/>
          </a:xfrm>
        </p:spPr>
        <p:txBody>
          <a:bodyPr anchor="b" anchorCtr="0"/>
          <a:lstStyle>
            <a:lvl1pPr>
              <a:defRPr sz="800">
                <a:solidFill>
                  <a:schemeClr val="accent4"/>
                </a:solidFill>
              </a:defRPr>
            </a:lvl1pPr>
          </a:lstStyle>
          <a:p>
            <a:pPr lvl="0"/>
            <a:r>
              <a:rPr lang="en-US"/>
              <a:t>This is a caption / footnote</a:t>
            </a:r>
          </a:p>
        </p:txBody>
      </p:sp>
      <p:sp>
        <p:nvSpPr>
          <p:cNvPr id="3" name="Footer Placeholder">
            <a:extLst>
              <a:ext uri="{FF2B5EF4-FFF2-40B4-BE49-F238E27FC236}">
                <a16:creationId xmlns:a16="http://schemas.microsoft.com/office/drawing/2014/main" id="{BFBC3CC2-CAA6-3B43-B558-7AB07CDDEA6D}"/>
              </a:ext>
            </a:extLst>
          </p:cNvPr>
          <p:cNvSpPr>
            <a:spLocks noGrp="1"/>
          </p:cNvSpPr>
          <p:nvPr>
            <p:ph type="ftr" sz="quarter" idx="22"/>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4" name="Slide Number Placeholder">
            <a:extLst>
              <a:ext uri="{FF2B5EF4-FFF2-40B4-BE49-F238E27FC236}">
                <a16:creationId xmlns:a16="http://schemas.microsoft.com/office/drawing/2014/main" id="{23150172-9150-EA49-AB25-D56B32A641FF}"/>
              </a:ext>
            </a:extLst>
          </p:cNvPr>
          <p:cNvSpPr>
            <a:spLocks noGrp="1"/>
          </p:cNvSpPr>
          <p:nvPr>
            <p:ph type="sldNum" sz="quarter" idx="23"/>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81288358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39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lvl1pPr>
              <a:lnSpc>
                <a:spcPct val="110000"/>
              </a:lnSpc>
              <a:defRPr/>
            </a:lvl1pPr>
          </a:lstStyle>
          <a:p>
            <a:r>
              <a:rPr lang="en-US"/>
              <a:t>Click to edit Master title style</a:t>
            </a:r>
          </a:p>
        </p:txBody>
      </p:sp>
      <p:sp>
        <p:nvSpPr>
          <p:cNvPr id="11" name="Text Placeholder 1">
            <a:extLst>
              <a:ext uri="{FF2B5EF4-FFF2-40B4-BE49-F238E27FC236}">
                <a16:creationId xmlns:a16="http://schemas.microsoft.com/office/drawing/2014/main" id="{B891F4A3-70FC-3E4A-AF51-1E7C60CB99F4}"/>
              </a:ext>
            </a:extLst>
          </p:cNvPr>
          <p:cNvSpPr>
            <a:spLocks noGrp="1"/>
          </p:cNvSpPr>
          <p:nvPr>
            <p:ph type="body" sz="quarter" idx="25" hasCustomPrompt="1"/>
          </p:nvPr>
        </p:nvSpPr>
        <p:spPr>
          <a:xfrm>
            <a:off x="576072" y="4716437"/>
            <a:ext cx="5391151" cy="1305601"/>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2" name="Content Placeholder 1">
            <a:extLst>
              <a:ext uri="{FF2B5EF4-FFF2-40B4-BE49-F238E27FC236}">
                <a16:creationId xmlns:a16="http://schemas.microsoft.com/office/drawing/2014/main" id="{9EE7CDEB-2AFE-F349-B6D8-BDC758046172}"/>
              </a:ext>
            </a:extLst>
          </p:cNvPr>
          <p:cNvSpPr>
            <a:spLocks noGrp="1"/>
          </p:cNvSpPr>
          <p:nvPr>
            <p:ph sz="quarter" idx="21" hasCustomPrompt="1"/>
          </p:nvPr>
        </p:nvSpPr>
        <p:spPr>
          <a:xfrm>
            <a:off x="576071" y="1527048"/>
            <a:ext cx="4389120" cy="2926080"/>
          </a:xfrm>
        </p:spPr>
        <p:txBody>
          <a:bodyPr anchor="ctr" anchorCtr="0"/>
          <a:lstStyle>
            <a:lvl1pPr algn="ctr">
              <a:defRPr sz="1400"/>
            </a:lvl1pPr>
          </a:lstStyle>
          <a:p>
            <a:pPr lvl="0"/>
            <a:r>
              <a:rPr lang="en-US"/>
              <a:t>Click to add photo, video chart or media</a:t>
            </a:r>
          </a:p>
        </p:txBody>
      </p:sp>
      <p:sp>
        <p:nvSpPr>
          <p:cNvPr id="13" name="Text Placeholder 2">
            <a:extLst>
              <a:ext uri="{FF2B5EF4-FFF2-40B4-BE49-F238E27FC236}">
                <a16:creationId xmlns:a16="http://schemas.microsoft.com/office/drawing/2014/main" id="{7CCE4CE9-F789-8A41-AD5D-E3B93655BC89}"/>
              </a:ext>
            </a:extLst>
          </p:cNvPr>
          <p:cNvSpPr>
            <a:spLocks noGrp="1"/>
          </p:cNvSpPr>
          <p:nvPr>
            <p:ph type="body" sz="quarter" idx="26" hasCustomPrompt="1"/>
          </p:nvPr>
        </p:nvSpPr>
        <p:spPr>
          <a:xfrm>
            <a:off x="6229349" y="4714198"/>
            <a:ext cx="5391151" cy="1305601"/>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0" name="Content Placeholder 2">
            <a:extLst>
              <a:ext uri="{FF2B5EF4-FFF2-40B4-BE49-F238E27FC236}">
                <a16:creationId xmlns:a16="http://schemas.microsoft.com/office/drawing/2014/main" id="{7AACE097-14E9-EE41-ABC8-8FB0D280CC28}"/>
              </a:ext>
            </a:extLst>
          </p:cNvPr>
          <p:cNvSpPr>
            <a:spLocks noGrp="1"/>
          </p:cNvSpPr>
          <p:nvPr>
            <p:ph sz="quarter" idx="18" hasCustomPrompt="1"/>
          </p:nvPr>
        </p:nvSpPr>
        <p:spPr>
          <a:xfrm>
            <a:off x="6229349" y="1527048"/>
            <a:ext cx="4389120" cy="2926080"/>
          </a:xfrm>
        </p:spPr>
        <p:txBody>
          <a:bodyPr anchor="ctr" anchorCtr="0"/>
          <a:lstStyle>
            <a:lvl1pPr algn="ctr">
              <a:defRPr sz="1400"/>
            </a:lvl1pPr>
          </a:lstStyle>
          <a:p>
            <a:pPr lvl="0"/>
            <a:r>
              <a:rPr lang="en-US"/>
              <a:t>Click to add photo, video chart or media</a:t>
            </a:r>
          </a:p>
        </p:txBody>
      </p:sp>
      <p:sp>
        <p:nvSpPr>
          <p:cNvPr id="3" name="Footer Placeholder">
            <a:extLst>
              <a:ext uri="{FF2B5EF4-FFF2-40B4-BE49-F238E27FC236}">
                <a16:creationId xmlns:a16="http://schemas.microsoft.com/office/drawing/2014/main" id="{C9A99BF0-2622-8C43-A4EB-A1C09E9DA7E0}"/>
              </a:ext>
            </a:extLst>
          </p:cNvPr>
          <p:cNvSpPr>
            <a:spLocks noGrp="1"/>
          </p:cNvSpPr>
          <p:nvPr>
            <p:ph type="ftr" sz="quarter" idx="2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66298AB4-0EC7-7F4D-9893-DC26E0F1B774}"/>
              </a:ext>
            </a:extLst>
          </p:cNvPr>
          <p:cNvSpPr>
            <a:spLocks noGrp="1"/>
          </p:cNvSpPr>
          <p:nvPr>
            <p:ph type="sldNum" sz="quarter" idx="2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51334198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40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13" name="Text Placeholder 1">
            <a:extLst>
              <a:ext uri="{FF2B5EF4-FFF2-40B4-BE49-F238E27FC236}">
                <a16:creationId xmlns:a16="http://schemas.microsoft.com/office/drawing/2014/main" id="{D734A51F-E7BC-2844-AE8C-725C3AAC5D62}"/>
              </a:ext>
            </a:extLst>
          </p:cNvPr>
          <p:cNvSpPr>
            <a:spLocks noGrp="1"/>
          </p:cNvSpPr>
          <p:nvPr>
            <p:ph type="body" sz="quarter" idx="25" hasCustomPrompt="1"/>
          </p:nvPr>
        </p:nvSpPr>
        <p:spPr>
          <a:xfrm>
            <a:off x="3937000" y="1527048"/>
            <a:ext cx="7683496" cy="20675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0" name="Content Placeholder 1">
            <a:extLst>
              <a:ext uri="{FF2B5EF4-FFF2-40B4-BE49-F238E27FC236}">
                <a16:creationId xmlns:a16="http://schemas.microsoft.com/office/drawing/2014/main" id="{4BD07314-21C4-124D-BB6E-23FF6300AD6C}"/>
              </a:ext>
            </a:extLst>
          </p:cNvPr>
          <p:cNvSpPr>
            <a:spLocks noGrp="1" noChangeAspect="1"/>
          </p:cNvSpPr>
          <p:nvPr>
            <p:ph sz="quarter" idx="21" hasCustomPrompt="1"/>
          </p:nvPr>
        </p:nvSpPr>
        <p:spPr>
          <a:xfrm>
            <a:off x="571500" y="1527048"/>
            <a:ext cx="3118104" cy="2020824"/>
          </a:xfrm>
        </p:spPr>
        <p:txBody>
          <a:bodyPr anchor="ctr" anchorCtr="0"/>
          <a:lstStyle>
            <a:lvl1pPr algn="ctr">
              <a:defRPr sz="1400"/>
            </a:lvl1pPr>
          </a:lstStyle>
          <a:p>
            <a:pPr lvl="0"/>
            <a:r>
              <a:rPr lang="en-US"/>
              <a:t>Click to add photo, video chart or media</a:t>
            </a:r>
          </a:p>
        </p:txBody>
      </p:sp>
      <p:sp>
        <p:nvSpPr>
          <p:cNvPr id="14" name="Text Placeholder 2">
            <a:extLst>
              <a:ext uri="{FF2B5EF4-FFF2-40B4-BE49-F238E27FC236}">
                <a16:creationId xmlns:a16="http://schemas.microsoft.com/office/drawing/2014/main" id="{822A5036-D921-174C-8870-7E9C50C7B8E6}"/>
              </a:ext>
            </a:extLst>
          </p:cNvPr>
          <p:cNvSpPr>
            <a:spLocks noGrp="1"/>
          </p:cNvSpPr>
          <p:nvPr>
            <p:ph type="body" sz="quarter" idx="12" hasCustomPrompt="1"/>
          </p:nvPr>
        </p:nvSpPr>
        <p:spPr>
          <a:xfrm>
            <a:off x="3937000" y="3952300"/>
            <a:ext cx="7683496" cy="20675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1" name="Content Placeholder 2">
            <a:extLst>
              <a:ext uri="{FF2B5EF4-FFF2-40B4-BE49-F238E27FC236}">
                <a16:creationId xmlns:a16="http://schemas.microsoft.com/office/drawing/2014/main" id="{95DAFB0C-2211-004A-87E8-8E564C80C060}"/>
              </a:ext>
            </a:extLst>
          </p:cNvPr>
          <p:cNvSpPr>
            <a:spLocks noGrp="1"/>
          </p:cNvSpPr>
          <p:nvPr>
            <p:ph sz="quarter" idx="22" hasCustomPrompt="1"/>
          </p:nvPr>
        </p:nvSpPr>
        <p:spPr>
          <a:xfrm>
            <a:off x="576072" y="3952300"/>
            <a:ext cx="3113532" cy="2020824"/>
          </a:xfrm>
        </p:spPr>
        <p:txBody>
          <a:bodyPr anchor="ctr" anchorCtr="0"/>
          <a:lstStyle>
            <a:lvl1pPr algn="ctr">
              <a:defRPr sz="1400"/>
            </a:lvl1pPr>
          </a:lstStyle>
          <a:p>
            <a:pPr lvl="0"/>
            <a:r>
              <a:rPr lang="en-US"/>
              <a:t>Click to add photo, video chart or media</a:t>
            </a:r>
          </a:p>
        </p:txBody>
      </p:sp>
      <p:sp>
        <p:nvSpPr>
          <p:cNvPr id="3" name="Footer Placeholder">
            <a:extLst>
              <a:ext uri="{FF2B5EF4-FFF2-40B4-BE49-F238E27FC236}">
                <a16:creationId xmlns:a16="http://schemas.microsoft.com/office/drawing/2014/main" id="{4909C3FF-FF5C-A145-8DB8-E1B979017474}"/>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A97D7122-F27C-DC40-BD9B-F93001AF6106}"/>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87300031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41_Highly Visual">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0576" cy="603504"/>
          </a:xfrm>
        </p:spPr>
        <p:txBody>
          <a:bodyPr/>
          <a:lstStyle/>
          <a:p>
            <a:r>
              <a:rPr lang="en-US"/>
              <a:t>Click to edit Master title style</a:t>
            </a:r>
          </a:p>
        </p:txBody>
      </p:sp>
      <p:sp>
        <p:nvSpPr>
          <p:cNvPr id="12" name="Text Placeholder 1">
            <a:extLst>
              <a:ext uri="{FF2B5EF4-FFF2-40B4-BE49-F238E27FC236}">
                <a16:creationId xmlns:a16="http://schemas.microsoft.com/office/drawing/2014/main" id="{0CA0C9EF-1948-6047-B813-F2AB78BAB759}"/>
              </a:ext>
            </a:extLst>
          </p:cNvPr>
          <p:cNvSpPr>
            <a:spLocks noGrp="1"/>
          </p:cNvSpPr>
          <p:nvPr>
            <p:ph type="body" sz="quarter" idx="23" hasCustomPrompt="1"/>
          </p:nvPr>
        </p:nvSpPr>
        <p:spPr>
          <a:xfrm>
            <a:off x="576072" y="3762758"/>
            <a:ext cx="3500628" cy="225704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4" name="Content Placeholder 1">
            <a:extLst>
              <a:ext uri="{FF2B5EF4-FFF2-40B4-BE49-F238E27FC236}">
                <a16:creationId xmlns:a16="http://schemas.microsoft.com/office/drawing/2014/main" id="{E18B9338-F8D7-3B4F-BC8F-67DBC9FC5DFB}"/>
              </a:ext>
            </a:extLst>
          </p:cNvPr>
          <p:cNvSpPr>
            <a:spLocks noGrp="1" noChangeAspect="1"/>
          </p:cNvSpPr>
          <p:nvPr>
            <p:ph sz="quarter" idx="24" hasCustomPrompt="1"/>
          </p:nvPr>
        </p:nvSpPr>
        <p:spPr>
          <a:xfrm>
            <a:off x="571500" y="1527048"/>
            <a:ext cx="3118104" cy="2019300"/>
          </a:xfrm>
        </p:spPr>
        <p:txBody>
          <a:bodyPr anchor="ctr" anchorCtr="0"/>
          <a:lstStyle>
            <a:lvl1pPr algn="ctr">
              <a:defRPr sz="1400"/>
            </a:lvl1pPr>
          </a:lstStyle>
          <a:p>
            <a:pPr lvl="0"/>
            <a:r>
              <a:rPr lang="en-US"/>
              <a:t>Click to add photo, video chart or media</a:t>
            </a:r>
          </a:p>
        </p:txBody>
      </p:sp>
      <p:sp>
        <p:nvSpPr>
          <p:cNvPr id="13" name="Text Placeholder 2">
            <a:extLst>
              <a:ext uri="{FF2B5EF4-FFF2-40B4-BE49-F238E27FC236}">
                <a16:creationId xmlns:a16="http://schemas.microsoft.com/office/drawing/2014/main" id="{D4FB2424-C20C-4D4B-88DB-1D9D3B59D650}"/>
              </a:ext>
            </a:extLst>
          </p:cNvPr>
          <p:cNvSpPr>
            <a:spLocks noGrp="1"/>
          </p:cNvSpPr>
          <p:nvPr>
            <p:ph type="body" sz="quarter" idx="12" hasCustomPrompt="1"/>
          </p:nvPr>
        </p:nvSpPr>
        <p:spPr>
          <a:xfrm>
            <a:off x="4343400" y="3765266"/>
            <a:ext cx="3500628" cy="225704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5" name="Content Placeholder 2">
            <a:extLst>
              <a:ext uri="{FF2B5EF4-FFF2-40B4-BE49-F238E27FC236}">
                <a16:creationId xmlns:a16="http://schemas.microsoft.com/office/drawing/2014/main" id="{C8CE6F44-E447-F445-9F8B-7BA97EE3851C}"/>
              </a:ext>
            </a:extLst>
          </p:cNvPr>
          <p:cNvSpPr>
            <a:spLocks noGrp="1" noChangeAspect="1"/>
          </p:cNvSpPr>
          <p:nvPr>
            <p:ph sz="quarter" idx="25" hasCustomPrompt="1"/>
          </p:nvPr>
        </p:nvSpPr>
        <p:spPr>
          <a:xfrm>
            <a:off x="4343400" y="1527048"/>
            <a:ext cx="3118104" cy="2019300"/>
          </a:xfrm>
        </p:spPr>
        <p:txBody>
          <a:bodyPr anchor="ctr" anchorCtr="0"/>
          <a:lstStyle>
            <a:lvl1pPr algn="ctr">
              <a:defRPr sz="1400"/>
            </a:lvl1pPr>
          </a:lstStyle>
          <a:p>
            <a:pPr lvl="0"/>
            <a:r>
              <a:rPr lang="en-US"/>
              <a:t>Click to add photo, video chart or media</a:t>
            </a:r>
          </a:p>
        </p:txBody>
      </p:sp>
      <p:sp>
        <p:nvSpPr>
          <p:cNvPr id="17" name="Text Placeholder 3">
            <a:extLst>
              <a:ext uri="{FF2B5EF4-FFF2-40B4-BE49-F238E27FC236}">
                <a16:creationId xmlns:a16="http://schemas.microsoft.com/office/drawing/2014/main" id="{27FBB043-3E76-FD41-B4B9-0383071851E8}"/>
              </a:ext>
            </a:extLst>
          </p:cNvPr>
          <p:cNvSpPr>
            <a:spLocks noGrp="1"/>
          </p:cNvSpPr>
          <p:nvPr>
            <p:ph type="body" sz="quarter" idx="27" hasCustomPrompt="1"/>
          </p:nvPr>
        </p:nvSpPr>
        <p:spPr>
          <a:xfrm>
            <a:off x="8115300" y="3762757"/>
            <a:ext cx="3500628" cy="225704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6" name="Content Placeholder 3">
            <a:extLst>
              <a:ext uri="{FF2B5EF4-FFF2-40B4-BE49-F238E27FC236}">
                <a16:creationId xmlns:a16="http://schemas.microsoft.com/office/drawing/2014/main" id="{3EC0117C-05D3-C243-BE2F-8E0D66600AA6}"/>
              </a:ext>
            </a:extLst>
          </p:cNvPr>
          <p:cNvSpPr>
            <a:spLocks noGrp="1" noChangeAspect="1"/>
          </p:cNvSpPr>
          <p:nvPr>
            <p:ph sz="quarter" idx="26" hasCustomPrompt="1"/>
          </p:nvPr>
        </p:nvSpPr>
        <p:spPr>
          <a:xfrm>
            <a:off x="8115300" y="1527048"/>
            <a:ext cx="3118104" cy="2019300"/>
          </a:xfrm>
        </p:spPr>
        <p:txBody>
          <a:bodyPr anchor="ctr" anchorCtr="0"/>
          <a:lstStyle>
            <a:lvl1pPr algn="ctr">
              <a:defRPr sz="1400"/>
            </a:lvl1pPr>
          </a:lstStyle>
          <a:p>
            <a:pPr lvl="0"/>
            <a:r>
              <a:rPr lang="en-US"/>
              <a:t>Click to add photo, video chart or media</a:t>
            </a:r>
          </a:p>
        </p:txBody>
      </p:sp>
      <p:sp>
        <p:nvSpPr>
          <p:cNvPr id="3" name="Footer Placeholder">
            <a:extLst>
              <a:ext uri="{FF2B5EF4-FFF2-40B4-BE49-F238E27FC236}">
                <a16:creationId xmlns:a16="http://schemas.microsoft.com/office/drawing/2014/main" id="{9D60CA78-2685-F641-B824-2A130D18EE68}"/>
              </a:ext>
            </a:extLst>
          </p:cNvPr>
          <p:cNvSpPr>
            <a:spLocks noGrp="1"/>
          </p:cNvSpPr>
          <p:nvPr>
            <p:ph type="ftr" sz="quarter" idx="28"/>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2A00D9BA-51C0-A540-BB33-B2FD0B502D46}"/>
              </a:ext>
            </a:extLst>
          </p:cNvPr>
          <p:cNvSpPr>
            <a:spLocks noGrp="1"/>
          </p:cNvSpPr>
          <p:nvPr>
            <p:ph type="sldNum" sz="quarter" idx="29"/>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53763932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42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1038225" y="571501"/>
            <a:ext cx="10115550" cy="603504"/>
          </a:xfrm>
        </p:spPr>
        <p:txBody>
          <a:bodyPr/>
          <a:lstStyle>
            <a:lvl1pPr algn="ctr">
              <a:defRPr/>
            </a:lvl1pPr>
          </a:lstStyle>
          <a:p>
            <a:r>
              <a:rPr lang="en-US"/>
              <a:t>Click to edit Master title style</a:t>
            </a:r>
          </a:p>
        </p:txBody>
      </p:sp>
      <p:sp>
        <p:nvSpPr>
          <p:cNvPr id="16" name="Subheading Placeholder 1">
            <a:extLst>
              <a:ext uri="{FF2B5EF4-FFF2-40B4-BE49-F238E27FC236}">
                <a16:creationId xmlns:a16="http://schemas.microsoft.com/office/drawing/2014/main" id="{3A96055B-FAD3-9B4B-AD84-A5CDC5DC8C57}"/>
              </a:ext>
            </a:extLst>
          </p:cNvPr>
          <p:cNvSpPr>
            <a:spLocks noGrp="1"/>
          </p:cNvSpPr>
          <p:nvPr>
            <p:ph type="body" sz="quarter" idx="20"/>
          </p:nvPr>
        </p:nvSpPr>
        <p:spPr>
          <a:xfrm>
            <a:off x="571500" y="3237953"/>
            <a:ext cx="3505200" cy="284851"/>
          </a:xfrm>
          <a:solidFill>
            <a:srgbClr val="4D148C"/>
          </a:soli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a:t>Click to edit Master text styles</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3636720"/>
            <a:ext cx="3505200" cy="2383080"/>
          </a:xfrm>
        </p:spPr>
        <p:txBody>
          <a:bodyPr lIns="91440" rIns="91440"/>
          <a:lstStyle>
            <a:lvl1pPr algn="ctr">
              <a:spcAft>
                <a:spcPts val="600"/>
              </a:spcAft>
              <a:defRPr sz="1400"/>
            </a:lvl1pPr>
            <a:lvl2pPr algn="ctr">
              <a:spcAft>
                <a:spcPts val="300"/>
              </a:spcAft>
              <a:defRPr sz="1400"/>
            </a:lvl2pPr>
            <a:lvl3pPr algn="ctr">
              <a:spcAft>
                <a:spcPts val="600"/>
              </a:spcAft>
              <a:defRPr sz="1400"/>
            </a:lvl3pPr>
            <a:lvl4pPr algn="ctr">
              <a:defRPr/>
            </a:lvl4pPr>
            <a:lvl5pPr algn="ctr">
              <a:defRPr/>
            </a:lvl5pPr>
          </a:lstStyle>
          <a:p>
            <a:pPr lvl="0"/>
            <a:r>
              <a:rPr lang="en-US"/>
              <a:t>Click to edit Master text styles</a:t>
            </a:r>
          </a:p>
          <a:p>
            <a:pPr lvl="1"/>
            <a:r>
              <a:rPr lang="en-US"/>
              <a:t>Second level</a:t>
            </a:r>
          </a:p>
          <a:p>
            <a:pPr lvl="2"/>
            <a:r>
              <a:rPr lang="en-US"/>
              <a:t>Third level</a:t>
            </a:r>
          </a:p>
        </p:txBody>
      </p:sp>
      <p:sp>
        <p:nvSpPr>
          <p:cNvPr id="22" name="Content Placeholder 1">
            <a:extLst>
              <a:ext uri="{FF2B5EF4-FFF2-40B4-BE49-F238E27FC236}">
                <a16:creationId xmlns:a16="http://schemas.microsoft.com/office/drawing/2014/main" id="{A62C002E-48ED-7841-96EF-A28414B108F4}"/>
              </a:ext>
            </a:extLst>
          </p:cNvPr>
          <p:cNvSpPr>
            <a:spLocks noGrp="1" noChangeAspect="1"/>
          </p:cNvSpPr>
          <p:nvPr>
            <p:ph sz="quarter" idx="25" hasCustomPrompt="1"/>
          </p:nvPr>
        </p:nvSpPr>
        <p:spPr>
          <a:xfrm>
            <a:off x="1209294" y="1523999"/>
            <a:ext cx="2267712" cy="1512137"/>
          </a:xfrm>
        </p:spPr>
        <p:txBody>
          <a:bodyPr anchor="ctr" anchorCtr="0"/>
          <a:lstStyle>
            <a:lvl1pPr algn="ctr">
              <a:defRPr sz="1400"/>
            </a:lvl1pPr>
          </a:lstStyle>
          <a:p>
            <a:pPr lvl="0"/>
            <a:r>
              <a:rPr lang="en-US"/>
              <a:t>Click to add photo, video chart or media</a:t>
            </a:r>
          </a:p>
        </p:txBody>
      </p:sp>
      <p:sp>
        <p:nvSpPr>
          <p:cNvPr id="17" name="Subheading Placeholder 2">
            <a:extLst>
              <a:ext uri="{FF2B5EF4-FFF2-40B4-BE49-F238E27FC236}">
                <a16:creationId xmlns:a16="http://schemas.microsoft.com/office/drawing/2014/main" id="{05F670E2-997D-164F-85BE-34CF903E164B}"/>
              </a:ext>
            </a:extLst>
          </p:cNvPr>
          <p:cNvSpPr>
            <a:spLocks noGrp="1"/>
          </p:cNvSpPr>
          <p:nvPr>
            <p:ph type="body" sz="quarter" idx="21"/>
          </p:nvPr>
        </p:nvSpPr>
        <p:spPr>
          <a:xfrm>
            <a:off x="4343400" y="3237953"/>
            <a:ext cx="3505200" cy="284851"/>
          </a:xfrm>
          <a:solidFill>
            <a:srgbClr val="4D148C"/>
          </a:soli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a:t>Click to edit Master text styles</a:t>
            </a:r>
          </a:p>
        </p:txBody>
      </p:sp>
      <p:sp>
        <p:nvSpPr>
          <p:cNvPr id="10" name="Text Placeholder 2">
            <a:extLst>
              <a:ext uri="{FF2B5EF4-FFF2-40B4-BE49-F238E27FC236}">
                <a16:creationId xmlns:a16="http://schemas.microsoft.com/office/drawing/2014/main" id="{796A1440-4453-7D4A-913C-76147FEBF086}"/>
              </a:ext>
            </a:extLst>
          </p:cNvPr>
          <p:cNvSpPr>
            <a:spLocks noGrp="1"/>
          </p:cNvSpPr>
          <p:nvPr>
            <p:ph type="body" sz="quarter" idx="15"/>
          </p:nvPr>
        </p:nvSpPr>
        <p:spPr>
          <a:xfrm>
            <a:off x="4343400" y="3636720"/>
            <a:ext cx="3505200" cy="2383080"/>
          </a:xfrm>
        </p:spPr>
        <p:txBody>
          <a:bodyPr lIns="91440" rIns="91440"/>
          <a:lstStyle>
            <a:lvl1pPr algn="ctr">
              <a:spcAft>
                <a:spcPts val="600"/>
              </a:spcAft>
              <a:defRPr sz="1400"/>
            </a:lvl1pPr>
            <a:lvl2pPr algn="ctr">
              <a:spcAft>
                <a:spcPts val="300"/>
              </a:spcAft>
              <a:defRPr sz="1400"/>
            </a:lvl2pPr>
            <a:lvl3pPr algn="ctr">
              <a:spcAft>
                <a:spcPts val="600"/>
              </a:spcAft>
              <a:defRPr sz="1400"/>
            </a:lvl3pPr>
            <a:lvl4pPr algn="ctr">
              <a:defRPr/>
            </a:lvl4pPr>
            <a:lvl5pPr algn="ctr">
              <a:defRPr/>
            </a:lvl5pPr>
          </a:lstStyle>
          <a:p>
            <a:pPr lvl="0"/>
            <a:r>
              <a:rPr lang="en-US"/>
              <a:t>Click to edit Master text styles</a:t>
            </a:r>
          </a:p>
          <a:p>
            <a:pPr lvl="1"/>
            <a:r>
              <a:rPr lang="en-US"/>
              <a:t>Second level</a:t>
            </a:r>
          </a:p>
          <a:p>
            <a:pPr lvl="2"/>
            <a:r>
              <a:rPr lang="en-US"/>
              <a:t>Third level</a:t>
            </a:r>
          </a:p>
        </p:txBody>
      </p:sp>
      <p:sp>
        <p:nvSpPr>
          <p:cNvPr id="23" name="Content Placeholder 2">
            <a:extLst>
              <a:ext uri="{FF2B5EF4-FFF2-40B4-BE49-F238E27FC236}">
                <a16:creationId xmlns:a16="http://schemas.microsoft.com/office/drawing/2014/main" id="{C8B48F94-9BE1-354C-B0AF-FB6E52ED3390}"/>
              </a:ext>
            </a:extLst>
          </p:cNvPr>
          <p:cNvSpPr>
            <a:spLocks noGrp="1" noChangeAspect="1"/>
          </p:cNvSpPr>
          <p:nvPr>
            <p:ph sz="quarter" idx="26" hasCustomPrompt="1"/>
          </p:nvPr>
        </p:nvSpPr>
        <p:spPr>
          <a:xfrm>
            <a:off x="4962144" y="1524000"/>
            <a:ext cx="2267712" cy="1512137"/>
          </a:xfrm>
        </p:spPr>
        <p:txBody>
          <a:bodyPr anchor="ctr" anchorCtr="0"/>
          <a:lstStyle>
            <a:lvl1pPr algn="ctr">
              <a:defRPr sz="1400"/>
            </a:lvl1pPr>
          </a:lstStyle>
          <a:p>
            <a:pPr lvl="0"/>
            <a:r>
              <a:rPr lang="en-US"/>
              <a:t>Click to add photo, video chart or media</a:t>
            </a:r>
          </a:p>
        </p:txBody>
      </p:sp>
      <p:sp>
        <p:nvSpPr>
          <p:cNvPr id="18" name="Subheading Placeholder 3">
            <a:extLst>
              <a:ext uri="{FF2B5EF4-FFF2-40B4-BE49-F238E27FC236}">
                <a16:creationId xmlns:a16="http://schemas.microsoft.com/office/drawing/2014/main" id="{D1AA34EE-06E2-4E41-9F2E-1CFAB2CCD1AD}"/>
              </a:ext>
            </a:extLst>
          </p:cNvPr>
          <p:cNvSpPr>
            <a:spLocks noGrp="1"/>
          </p:cNvSpPr>
          <p:nvPr>
            <p:ph type="body" sz="quarter" idx="22"/>
          </p:nvPr>
        </p:nvSpPr>
        <p:spPr>
          <a:xfrm>
            <a:off x="8115300" y="3237953"/>
            <a:ext cx="3505200" cy="284851"/>
          </a:xfrm>
          <a:solidFill>
            <a:srgbClr val="4D148C"/>
          </a:solidFill>
        </p:spPr>
        <p:txBody>
          <a:bodyPr lIns="182880" rIns="182880" anchor="ctr" anchorCtr="0"/>
          <a:lstStyle>
            <a:lvl1pPr algn="ctr">
              <a:defRPr sz="1400">
                <a:solidFill>
                  <a:schemeClr val="bg1"/>
                </a:solidFill>
                <a:latin typeface="+mj-lt"/>
              </a:defRPr>
            </a:lvl1pPr>
            <a:lvl2pPr algn="ctr">
              <a:defRPr/>
            </a:lvl2pPr>
            <a:lvl3pPr algn="ctr">
              <a:defRPr/>
            </a:lvl3pPr>
            <a:lvl4pPr algn="ctr">
              <a:defRPr/>
            </a:lvl4pPr>
            <a:lvl5pPr algn="ctr">
              <a:defRPr/>
            </a:lvl5pPr>
          </a:lstStyle>
          <a:p>
            <a:pPr lvl="0"/>
            <a:r>
              <a:rPr lang="en-US"/>
              <a:t>Click to edit Master text styles</a:t>
            </a:r>
          </a:p>
        </p:txBody>
      </p:sp>
      <p:sp>
        <p:nvSpPr>
          <p:cNvPr id="11" name="Text Placeholder 3">
            <a:extLst>
              <a:ext uri="{FF2B5EF4-FFF2-40B4-BE49-F238E27FC236}">
                <a16:creationId xmlns:a16="http://schemas.microsoft.com/office/drawing/2014/main" id="{FE53F5C5-D26C-9B4F-BBCB-8996294AD777}"/>
              </a:ext>
            </a:extLst>
          </p:cNvPr>
          <p:cNvSpPr>
            <a:spLocks noGrp="1"/>
          </p:cNvSpPr>
          <p:nvPr>
            <p:ph type="body" sz="quarter" idx="16"/>
          </p:nvPr>
        </p:nvSpPr>
        <p:spPr>
          <a:xfrm>
            <a:off x="8115300" y="3636719"/>
            <a:ext cx="3505200" cy="2383081"/>
          </a:xfrm>
        </p:spPr>
        <p:txBody>
          <a:bodyPr lIns="91440" rIns="91440"/>
          <a:lstStyle>
            <a:lvl1pPr algn="ctr">
              <a:spcAft>
                <a:spcPts val="600"/>
              </a:spcAft>
              <a:defRPr sz="1400"/>
            </a:lvl1pPr>
            <a:lvl2pPr algn="ctr">
              <a:spcAft>
                <a:spcPts val="300"/>
              </a:spcAft>
              <a:defRPr sz="1400"/>
            </a:lvl2pPr>
            <a:lvl3pPr algn="ctr">
              <a:spcAft>
                <a:spcPts val="600"/>
              </a:spcAft>
              <a:defRPr sz="1400"/>
            </a:lvl3pPr>
            <a:lvl4pPr algn="ctr">
              <a:defRPr/>
            </a:lvl4pPr>
            <a:lvl5pPr algn="ctr">
              <a:defRPr/>
            </a:lvl5pPr>
          </a:lstStyle>
          <a:p>
            <a:pPr lvl="0"/>
            <a:r>
              <a:rPr lang="en-US"/>
              <a:t>Click to edit Master text styles</a:t>
            </a:r>
          </a:p>
          <a:p>
            <a:pPr lvl="1"/>
            <a:r>
              <a:rPr lang="en-US"/>
              <a:t>Second level</a:t>
            </a:r>
          </a:p>
          <a:p>
            <a:pPr lvl="2"/>
            <a:r>
              <a:rPr lang="en-US"/>
              <a:t>Third level</a:t>
            </a:r>
          </a:p>
        </p:txBody>
      </p:sp>
      <p:sp>
        <p:nvSpPr>
          <p:cNvPr id="24" name="Content Placeholder 3">
            <a:extLst>
              <a:ext uri="{FF2B5EF4-FFF2-40B4-BE49-F238E27FC236}">
                <a16:creationId xmlns:a16="http://schemas.microsoft.com/office/drawing/2014/main" id="{31459EA0-87DE-CF4A-AF52-1ACB3718FFE2}"/>
              </a:ext>
            </a:extLst>
          </p:cNvPr>
          <p:cNvSpPr>
            <a:spLocks noGrp="1" noChangeAspect="1"/>
          </p:cNvSpPr>
          <p:nvPr>
            <p:ph sz="quarter" idx="27" hasCustomPrompt="1"/>
          </p:nvPr>
        </p:nvSpPr>
        <p:spPr>
          <a:xfrm>
            <a:off x="8734044" y="1524000"/>
            <a:ext cx="2267712" cy="1512137"/>
          </a:xfrm>
        </p:spPr>
        <p:txBody>
          <a:bodyPr anchor="ctr" anchorCtr="0"/>
          <a:lstStyle>
            <a:lvl1pPr algn="ctr">
              <a:defRPr sz="1400"/>
            </a:lvl1pPr>
          </a:lstStyle>
          <a:p>
            <a:pPr lvl="0"/>
            <a:r>
              <a:rPr lang="en-US"/>
              <a:t>Click to add photo, video chart or media</a:t>
            </a:r>
          </a:p>
        </p:txBody>
      </p:sp>
      <p:sp>
        <p:nvSpPr>
          <p:cNvPr id="3" name="Footer Placeholder">
            <a:extLst>
              <a:ext uri="{FF2B5EF4-FFF2-40B4-BE49-F238E27FC236}">
                <a16:creationId xmlns:a16="http://schemas.microsoft.com/office/drawing/2014/main" id="{4472B4D9-4CB6-8D47-9F50-7E2D07E286C8}"/>
              </a:ext>
            </a:extLst>
          </p:cNvPr>
          <p:cNvSpPr>
            <a:spLocks noGrp="1"/>
          </p:cNvSpPr>
          <p:nvPr>
            <p:ph type="ftr" sz="quarter" idx="28"/>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68540FD9-29E3-8C47-B046-E6AE63B3E40A}"/>
              </a:ext>
            </a:extLst>
          </p:cNvPr>
          <p:cNvSpPr>
            <a:spLocks noGrp="1"/>
          </p:cNvSpPr>
          <p:nvPr>
            <p:ph type="sldNum" sz="quarter" idx="29"/>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0339849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43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13" name="Text Placeholder 1">
            <a:extLst>
              <a:ext uri="{FF2B5EF4-FFF2-40B4-BE49-F238E27FC236}">
                <a16:creationId xmlns:a16="http://schemas.microsoft.com/office/drawing/2014/main" id="{68344A94-409C-504F-8F7D-7A9AA38806E0}"/>
              </a:ext>
            </a:extLst>
          </p:cNvPr>
          <p:cNvSpPr>
            <a:spLocks noGrp="1"/>
          </p:cNvSpPr>
          <p:nvPr>
            <p:ph type="body" sz="quarter" idx="25" hasCustomPrompt="1"/>
          </p:nvPr>
        </p:nvSpPr>
        <p:spPr>
          <a:xfrm>
            <a:off x="2692910" y="1524001"/>
            <a:ext cx="8927586" cy="126067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2" name="Content Placeholder 1">
            <a:extLst>
              <a:ext uri="{FF2B5EF4-FFF2-40B4-BE49-F238E27FC236}">
                <a16:creationId xmlns:a16="http://schemas.microsoft.com/office/drawing/2014/main" id="{19DE8BDD-FDC8-7542-A790-E349D5AB4931}"/>
              </a:ext>
            </a:extLst>
          </p:cNvPr>
          <p:cNvSpPr>
            <a:spLocks noGrp="1" noChangeAspect="1"/>
          </p:cNvSpPr>
          <p:nvPr>
            <p:ph sz="quarter" idx="22" hasCustomPrompt="1"/>
          </p:nvPr>
        </p:nvSpPr>
        <p:spPr>
          <a:xfrm>
            <a:off x="571501" y="1535290"/>
            <a:ext cx="1892807" cy="1261262"/>
          </a:xfrm>
        </p:spPr>
        <p:txBody>
          <a:bodyPr anchor="ctr" anchorCtr="0"/>
          <a:lstStyle>
            <a:lvl1pPr algn="ctr">
              <a:defRPr sz="1400"/>
            </a:lvl1pPr>
          </a:lstStyle>
          <a:p>
            <a:pPr lvl="0"/>
            <a:r>
              <a:rPr lang="en-US"/>
              <a:t>Click to add photo, video chart or media</a:t>
            </a:r>
          </a:p>
        </p:txBody>
      </p:sp>
      <p:sp>
        <p:nvSpPr>
          <p:cNvPr id="11" name="Text Placeholder 2">
            <a:extLst>
              <a:ext uri="{FF2B5EF4-FFF2-40B4-BE49-F238E27FC236}">
                <a16:creationId xmlns:a16="http://schemas.microsoft.com/office/drawing/2014/main" id="{829A15BC-ECBD-5344-BC1A-0478739FDE52}"/>
              </a:ext>
            </a:extLst>
          </p:cNvPr>
          <p:cNvSpPr>
            <a:spLocks noGrp="1"/>
          </p:cNvSpPr>
          <p:nvPr>
            <p:ph type="body" sz="quarter" idx="12" hasCustomPrompt="1"/>
          </p:nvPr>
        </p:nvSpPr>
        <p:spPr>
          <a:xfrm>
            <a:off x="2692912" y="3141565"/>
            <a:ext cx="8927586" cy="126067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4" name="Content Placeholder 2">
            <a:extLst>
              <a:ext uri="{FF2B5EF4-FFF2-40B4-BE49-F238E27FC236}">
                <a16:creationId xmlns:a16="http://schemas.microsoft.com/office/drawing/2014/main" id="{50F36702-02CE-9449-8206-227C16BE795C}"/>
              </a:ext>
            </a:extLst>
          </p:cNvPr>
          <p:cNvSpPr>
            <a:spLocks noGrp="1" noChangeAspect="1"/>
          </p:cNvSpPr>
          <p:nvPr>
            <p:ph sz="quarter" idx="23" hasCustomPrompt="1"/>
          </p:nvPr>
        </p:nvSpPr>
        <p:spPr>
          <a:xfrm>
            <a:off x="571503" y="3152854"/>
            <a:ext cx="1892807" cy="1261872"/>
          </a:xfrm>
        </p:spPr>
        <p:txBody>
          <a:bodyPr anchor="ctr" anchorCtr="0"/>
          <a:lstStyle>
            <a:lvl1pPr algn="ctr">
              <a:defRPr sz="1400"/>
            </a:lvl1pPr>
          </a:lstStyle>
          <a:p>
            <a:pPr lvl="0"/>
            <a:r>
              <a:rPr lang="en-US"/>
              <a:t>Click to add photo, video chart or media</a:t>
            </a:r>
          </a:p>
        </p:txBody>
      </p:sp>
      <p:sp>
        <p:nvSpPr>
          <p:cNvPr id="18" name="Text Placeholder 3">
            <a:extLst>
              <a:ext uri="{FF2B5EF4-FFF2-40B4-BE49-F238E27FC236}">
                <a16:creationId xmlns:a16="http://schemas.microsoft.com/office/drawing/2014/main" id="{6286F93C-F254-DF48-8164-1B136905C25E}"/>
              </a:ext>
            </a:extLst>
          </p:cNvPr>
          <p:cNvSpPr>
            <a:spLocks noGrp="1"/>
          </p:cNvSpPr>
          <p:nvPr>
            <p:ph type="body" sz="quarter" idx="26" hasCustomPrompt="1"/>
          </p:nvPr>
        </p:nvSpPr>
        <p:spPr>
          <a:xfrm>
            <a:off x="2692910" y="4759127"/>
            <a:ext cx="8927590" cy="1260674"/>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7" name="Content Placeholder 3">
            <a:extLst>
              <a:ext uri="{FF2B5EF4-FFF2-40B4-BE49-F238E27FC236}">
                <a16:creationId xmlns:a16="http://schemas.microsoft.com/office/drawing/2014/main" id="{0A26D201-C763-C441-93DE-EDA5C25DA049}"/>
              </a:ext>
            </a:extLst>
          </p:cNvPr>
          <p:cNvSpPr>
            <a:spLocks noGrp="1" noChangeAspect="1"/>
          </p:cNvSpPr>
          <p:nvPr>
            <p:ph sz="quarter" idx="24" hasCustomPrompt="1"/>
          </p:nvPr>
        </p:nvSpPr>
        <p:spPr>
          <a:xfrm>
            <a:off x="571496" y="4770417"/>
            <a:ext cx="1892807" cy="1260674"/>
          </a:xfrm>
        </p:spPr>
        <p:txBody>
          <a:bodyPr anchor="ctr" anchorCtr="0"/>
          <a:lstStyle>
            <a:lvl1pPr algn="ctr">
              <a:defRPr sz="1400"/>
            </a:lvl1pPr>
          </a:lstStyle>
          <a:p>
            <a:pPr lvl="0"/>
            <a:r>
              <a:rPr lang="en-US"/>
              <a:t>Click to add photo, video chart or media</a:t>
            </a:r>
          </a:p>
        </p:txBody>
      </p:sp>
      <p:sp>
        <p:nvSpPr>
          <p:cNvPr id="3" name="Footer Placeholder">
            <a:extLst>
              <a:ext uri="{FF2B5EF4-FFF2-40B4-BE49-F238E27FC236}">
                <a16:creationId xmlns:a16="http://schemas.microsoft.com/office/drawing/2014/main" id="{F1E09352-C3A5-1F43-A409-FCE67283749E}"/>
              </a:ext>
            </a:extLst>
          </p:cNvPr>
          <p:cNvSpPr>
            <a:spLocks noGrp="1"/>
          </p:cNvSpPr>
          <p:nvPr>
            <p:ph type="ftr" sz="quarter" idx="2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31E28851-2E30-0040-801B-4C5EFFC16F8C}"/>
              </a:ext>
            </a:extLst>
          </p:cNvPr>
          <p:cNvSpPr>
            <a:spLocks noGrp="1"/>
          </p:cNvSpPr>
          <p:nvPr>
            <p:ph type="sldNum" sz="quarter" idx="2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00218765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44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20" name="Text Placeholder 1">
            <a:extLst>
              <a:ext uri="{FF2B5EF4-FFF2-40B4-BE49-F238E27FC236}">
                <a16:creationId xmlns:a16="http://schemas.microsoft.com/office/drawing/2014/main" id="{1B7AC303-520A-E245-9F1E-2D64FD2934FA}"/>
              </a:ext>
            </a:extLst>
          </p:cNvPr>
          <p:cNvSpPr>
            <a:spLocks noGrp="1"/>
          </p:cNvSpPr>
          <p:nvPr>
            <p:ph type="body" sz="quarter" idx="24" hasCustomPrompt="1"/>
          </p:nvPr>
        </p:nvSpPr>
        <p:spPr>
          <a:xfrm>
            <a:off x="576072" y="3419576"/>
            <a:ext cx="2487168"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6" name="Content Placeholder 1">
            <a:extLst>
              <a:ext uri="{FF2B5EF4-FFF2-40B4-BE49-F238E27FC236}">
                <a16:creationId xmlns:a16="http://schemas.microsoft.com/office/drawing/2014/main" id="{7CBDE075-5301-8D46-9B37-3DA5CFDEED0C}"/>
              </a:ext>
            </a:extLst>
          </p:cNvPr>
          <p:cNvSpPr>
            <a:spLocks noGrp="1"/>
          </p:cNvSpPr>
          <p:nvPr>
            <p:ph sz="quarter" idx="25" hasCustomPrompt="1"/>
          </p:nvPr>
        </p:nvSpPr>
        <p:spPr>
          <a:xfrm>
            <a:off x="571500" y="1527048"/>
            <a:ext cx="2240280" cy="1669126"/>
          </a:xfrm>
        </p:spPr>
        <p:txBody>
          <a:bodyPr anchor="ctr" anchorCtr="0"/>
          <a:lstStyle>
            <a:lvl1pPr algn="ctr">
              <a:defRPr sz="1400"/>
            </a:lvl1pPr>
          </a:lstStyle>
          <a:p>
            <a:pPr lvl="0"/>
            <a:r>
              <a:rPr lang="en-US"/>
              <a:t>Click to add photo, video chart or media</a:t>
            </a:r>
          </a:p>
        </p:txBody>
      </p:sp>
      <p:sp>
        <p:nvSpPr>
          <p:cNvPr id="21" name="Text Placeholder 2">
            <a:extLst>
              <a:ext uri="{FF2B5EF4-FFF2-40B4-BE49-F238E27FC236}">
                <a16:creationId xmlns:a16="http://schemas.microsoft.com/office/drawing/2014/main" id="{770D3D0A-ACAE-D841-9E9A-A46CBAD73680}"/>
              </a:ext>
            </a:extLst>
          </p:cNvPr>
          <p:cNvSpPr>
            <a:spLocks noGrp="1"/>
          </p:cNvSpPr>
          <p:nvPr>
            <p:ph type="body" sz="quarter" idx="12" hasCustomPrompt="1"/>
          </p:nvPr>
        </p:nvSpPr>
        <p:spPr>
          <a:xfrm>
            <a:off x="3423920" y="3422084"/>
            <a:ext cx="2487168"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7" name="Content Placeholder 2">
            <a:extLst>
              <a:ext uri="{FF2B5EF4-FFF2-40B4-BE49-F238E27FC236}">
                <a16:creationId xmlns:a16="http://schemas.microsoft.com/office/drawing/2014/main" id="{E080A7D1-536D-4C45-BCFD-C7A03569D34D}"/>
              </a:ext>
            </a:extLst>
          </p:cNvPr>
          <p:cNvSpPr>
            <a:spLocks noGrp="1"/>
          </p:cNvSpPr>
          <p:nvPr>
            <p:ph sz="quarter" idx="26" hasCustomPrompt="1"/>
          </p:nvPr>
        </p:nvSpPr>
        <p:spPr>
          <a:xfrm>
            <a:off x="3423920" y="1527048"/>
            <a:ext cx="2240280" cy="1673352"/>
          </a:xfrm>
        </p:spPr>
        <p:txBody>
          <a:bodyPr anchor="ctr" anchorCtr="0"/>
          <a:lstStyle>
            <a:lvl1pPr algn="ctr">
              <a:defRPr sz="1400"/>
            </a:lvl1pPr>
          </a:lstStyle>
          <a:p>
            <a:pPr lvl="0"/>
            <a:r>
              <a:rPr lang="en-US"/>
              <a:t>Click to add photo, video chart or media</a:t>
            </a:r>
          </a:p>
        </p:txBody>
      </p:sp>
      <p:sp>
        <p:nvSpPr>
          <p:cNvPr id="22" name="Text Placeholder 3">
            <a:extLst>
              <a:ext uri="{FF2B5EF4-FFF2-40B4-BE49-F238E27FC236}">
                <a16:creationId xmlns:a16="http://schemas.microsoft.com/office/drawing/2014/main" id="{5008D4B3-75B5-B84C-868B-C61F193FD007}"/>
              </a:ext>
            </a:extLst>
          </p:cNvPr>
          <p:cNvSpPr>
            <a:spLocks noGrp="1"/>
          </p:cNvSpPr>
          <p:nvPr>
            <p:ph type="body" sz="quarter" idx="29" hasCustomPrompt="1"/>
          </p:nvPr>
        </p:nvSpPr>
        <p:spPr>
          <a:xfrm>
            <a:off x="6280914" y="3419575"/>
            <a:ext cx="2487166"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8" name="Content Placeholder 3">
            <a:extLst>
              <a:ext uri="{FF2B5EF4-FFF2-40B4-BE49-F238E27FC236}">
                <a16:creationId xmlns:a16="http://schemas.microsoft.com/office/drawing/2014/main" id="{8A65B888-1B6B-664A-8EA4-FCDD01B5D123}"/>
              </a:ext>
            </a:extLst>
          </p:cNvPr>
          <p:cNvSpPr>
            <a:spLocks noGrp="1"/>
          </p:cNvSpPr>
          <p:nvPr>
            <p:ph sz="quarter" idx="27" hasCustomPrompt="1"/>
          </p:nvPr>
        </p:nvSpPr>
        <p:spPr>
          <a:xfrm>
            <a:off x="6275833" y="1527048"/>
            <a:ext cx="2240280" cy="1669126"/>
          </a:xfrm>
        </p:spPr>
        <p:txBody>
          <a:bodyPr anchor="ctr" anchorCtr="0"/>
          <a:lstStyle>
            <a:lvl1pPr algn="ctr">
              <a:defRPr sz="1400"/>
            </a:lvl1pPr>
          </a:lstStyle>
          <a:p>
            <a:pPr lvl="0"/>
            <a:r>
              <a:rPr lang="en-US"/>
              <a:t>Click to add photo, video chart or media</a:t>
            </a:r>
          </a:p>
        </p:txBody>
      </p:sp>
      <p:sp>
        <p:nvSpPr>
          <p:cNvPr id="23" name="Text Placeholder 4">
            <a:extLst>
              <a:ext uri="{FF2B5EF4-FFF2-40B4-BE49-F238E27FC236}">
                <a16:creationId xmlns:a16="http://schemas.microsoft.com/office/drawing/2014/main" id="{92A86EA6-71F5-6C41-9F03-C551F2839281}"/>
              </a:ext>
            </a:extLst>
          </p:cNvPr>
          <p:cNvSpPr>
            <a:spLocks noGrp="1"/>
          </p:cNvSpPr>
          <p:nvPr>
            <p:ph type="body" sz="quarter" idx="30" hasCustomPrompt="1"/>
          </p:nvPr>
        </p:nvSpPr>
        <p:spPr>
          <a:xfrm>
            <a:off x="9131047" y="3419574"/>
            <a:ext cx="2487166"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9" name="Content Placeholder 4">
            <a:extLst>
              <a:ext uri="{FF2B5EF4-FFF2-40B4-BE49-F238E27FC236}">
                <a16:creationId xmlns:a16="http://schemas.microsoft.com/office/drawing/2014/main" id="{316155C8-5634-EE4C-A0E2-907425AC2FA1}"/>
              </a:ext>
            </a:extLst>
          </p:cNvPr>
          <p:cNvSpPr>
            <a:spLocks noGrp="1"/>
          </p:cNvSpPr>
          <p:nvPr>
            <p:ph sz="quarter" idx="28" hasCustomPrompt="1"/>
          </p:nvPr>
        </p:nvSpPr>
        <p:spPr>
          <a:xfrm>
            <a:off x="9131047" y="1527048"/>
            <a:ext cx="2240280" cy="1669126"/>
          </a:xfrm>
        </p:spPr>
        <p:txBody>
          <a:bodyPr anchor="ctr" anchorCtr="0"/>
          <a:lstStyle>
            <a:lvl1pPr algn="ctr">
              <a:defRPr sz="1400"/>
            </a:lvl1pPr>
          </a:lstStyle>
          <a:p>
            <a:pPr lvl="0"/>
            <a:r>
              <a:rPr lang="en-US"/>
              <a:t>Click to add photo, video chart or media</a:t>
            </a:r>
          </a:p>
        </p:txBody>
      </p:sp>
      <p:sp>
        <p:nvSpPr>
          <p:cNvPr id="3" name="Footer Placeholder">
            <a:extLst>
              <a:ext uri="{FF2B5EF4-FFF2-40B4-BE49-F238E27FC236}">
                <a16:creationId xmlns:a16="http://schemas.microsoft.com/office/drawing/2014/main" id="{4951D64E-9BC4-954B-AD42-9AE9E387BC70}"/>
              </a:ext>
            </a:extLst>
          </p:cNvPr>
          <p:cNvSpPr>
            <a:spLocks noGrp="1"/>
          </p:cNvSpPr>
          <p:nvPr>
            <p:ph type="ftr" sz="quarter" idx="3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3A3EA974-EBAC-FD47-8D88-DCB4AC8B5F25}"/>
              </a:ext>
            </a:extLst>
          </p:cNvPr>
          <p:cNvSpPr>
            <a:spLocks noGrp="1"/>
          </p:cNvSpPr>
          <p:nvPr>
            <p:ph type="sldNum" sz="quarter" idx="3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90038143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45_Highly Visual">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6" name="Text Placeholder 1">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3403600" y="1524000"/>
            <a:ext cx="2560320" cy="1905000"/>
          </a:xfrm>
        </p:spPr>
        <p:txBody>
          <a:bodyPr/>
          <a:lstStyle>
            <a:lvl1pPr>
              <a:spcAft>
                <a:spcPts val="600"/>
              </a:spcAft>
              <a:defRPr sz="1400"/>
            </a:lvl1pPr>
            <a:lvl2pPr>
              <a:spcAft>
                <a:spcPts val="300"/>
              </a:spcAft>
              <a:defRPr sz="1400"/>
            </a:lvl2pPr>
            <a:lvl3pPr>
              <a:defRPr sz="1400"/>
            </a:lvl3pPr>
            <a:lvl4pPr>
              <a:defRPr sz="1400"/>
            </a:lvl4pPr>
            <a:lvl5pPr>
              <a:defRPr sz="1400"/>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9" name="Picture Placeholder 1">
            <a:extLst>
              <a:ext uri="{FF2B5EF4-FFF2-40B4-BE49-F238E27FC236}">
                <a16:creationId xmlns:a16="http://schemas.microsoft.com/office/drawing/2014/main" id="{306C0AEB-D7B7-0146-9114-A3044AF71963}"/>
              </a:ext>
            </a:extLst>
          </p:cNvPr>
          <p:cNvSpPr>
            <a:spLocks noGrp="1"/>
          </p:cNvSpPr>
          <p:nvPr>
            <p:ph type="pic" sz="quarter" idx="18"/>
          </p:nvPr>
        </p:nvSpPr>
        <p:spPr>
          <a:xfrm>
            <a:off x="571500" y="1524000"/>
            <a:ext cx="2560320" cy="1905000"/>
          </a:xfrm>
          <a:solidFill>
            <a:schemeClr val="accent6"/>
          </a:solidFill>
        </p:spPr>
        <p:txBody>
          <a:bodyPr tIns="0" anchor="ctr" anchorCtr="0">
            <a:normAutofit/>
          </a:bodyPr>
          <a:lstStyle>
            <a:lvl1pPr algn="ctr">
              <a:defRPr sz="1400"/>
            </a:lvl1pPr>
          </a:lstStyle>
          <a:p>
            <a:endParaRPr lang="en-US"/>
          </a:p>
        </p:txBody>
      </p:sp>
      <p:sp>
        <p:nvSpPr>
          <p:cNvPr id="16" name="Text Placeholder 2">
            <a:extLst>
              <a:ext uri="{FF2B5EF4-FFF2-40B4-BE49-F238E27FC236}">
                <a16:creationId xmlns:a16="http://schemas.microsoft.com/office/drawing/2014/main" id="{19A043A7-BBCD-5A49-9172-EB58EEC52B5F}"/>
              </a:ext>
            </a:extLst>
          </p:cNvPr>
          <p:cNvSpPr>
            <a:spLocks noGrp="1"/>
          </p:cNvSpPr>
          <p:nvPr>
            <p:ph type="body" sz="quarter" idx="19" hasCustomPrompt="1"/>
          </p:nvPr>
        </p:nvSpPr>
        <p:spPr>
          <a:xfrm>
            <a:off x="9060180" y="1524000"/>
            <a:ext cx="2560320" cy="1905000"/>
          </a:xfrm>
        </p:spPr>
        <p:txBody>
          <a:bodyPr/>
          <a:lstStyle>
            <a:lvl1pP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400"/>
            </a:lvl2pPr>
            <a:lvl3pPr>
              <a:defRPr sz="1400"/>
            </a:lvl3pPr>
            <a:lvl4pPr>
              <a:defRPr sz="1400"/>
            </a:lvl4pPr>
            <a:lvl5pP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tabLst/>
            </a:pPr>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7" name="Picture Placeholder 2">
            <a:extLst>
              <a:ext uri="{FF2B5EF4-FFF2-40B4-BE49-F238E27FC236}">
                <a16:creationId xmlns:a16="http://schemas.microsoft.com/office/drawing/2014/main" id="{6C0F62DF-C56C-AF43-BC32-A862D587CAEF}"/>
              </a:ext>
            </a:extLst>
          </p:cNvPr>
          <p:cNvSpPr>
            <a:spLocks noGrp="1"/>
          </p:cNvSpPr>
          <p:nvPr>
            <p:ph type="pic" sz="quarter" idx="20"/>
          </p:nvPr>
        </p:nvSpPr>
        <p:spPr>
          <a:xfrm>
            <a:off x="6210300" y="1524000"/>
            <a:ext cx="2560320" cy="1905000"/>
          </a:xfrm>
          <a:solidFill>
            <a:schemeClr val="accent6"/>
          </a:solidFill>
        </p:spPr>
        <p:txBody>
          <a:bodyPr tIns="0" anchor="ctr" anchorCtr="0">
            <a:normAutofit/>
          </a:bodyPr>
          <a:lstStyle>
            <a:lvl1pPr algn="ctr">
              <a:defRPr sz="1400"/>
            </a:lvl1pPr>
          </a:lstStyle>
          <a:p>
            <a:endParaRPr lang="en-US"/>
          </a:p>
        </p:txBody>
      </p:sp>
      <p:sp>
        <p:nvSpPr>
          <p:cNvPr id="18" name="Text Placeholder 3">
            <a:extLst>
              <a:ext uri="{FF2B5EF4-FFF2-40B4-BE49-F238E27FC236}">
                <a16:creationId xmlns:a16="http://schemas.microsoft.com/office/drawing/2014/main" id="{48361186-F2E4-1648-8224-3A18FD147139}"/>
              </a:ext>
            </a:extLst>
          </p:cNvPr>
          <p:cNvSpPr>
            <a:spLocks noGrp="1"/>
          </p:cNvSpPr>
          <p:nvPr>
            <p:ph type="body" sz="quarter" idx="21" hasCustomPrompt="1"/>
          </p:nvPr>
        </p:nvSpPr>
        <p:spPr>
          <a:xfrm>
            <a:off x="571500" y="3860799"/>
            <a:ext cx="2560320" cy="1905000"/>
          </a:xfrm>
        </p:spPr>
        <p:txBody>
          <a:bodyPr/>
          <a:lstStyle>
            <a:lvl1pP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400"/>
            </a:lvl2pPr>
            <a:lvl3pPr>
              <a:defRPr sz="1400"/>
            </a:lvl3pPr>
            <a:lvl4pPr>
              <a:defRPr sz="1400"/>
            </a:lvl4pPr>
            <a:lvl5pP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tabLst/>
            </a:pPr>
            <a:r>
              <a:rPr lang="en-US"/>
              <a:t>First level </a:t>
            </a:r>
          </a:p>
          <a:p>
            <a:pPr lvl="1"/>
            <a:r>
              <a:rPr lang="en-US"/>
              <a:t>Second level</a:t>
            </a:r>
          </a:p>
          <a:p>
            <a:pPr lvl="2"/>
            <a:r>
              <a:rPr lang="en-US"/>
              <a:t>Third level</a:t>
            </a:r>
          </a:p>
          <a:p>
            <a:pPr lvl="3"/>
            <a:r>
              <a:rPr lang="en-US"/>
              <a:t>Fourth level</a:t>
            </a:r>
          </a:p>
          <a:p>
            <a:pPr lvl="4"/>
            <a:r>
              <a:rPr lang="en-US"/>
              <a:t>Fifth level</a:t>
            </a:r>
          </a:p>
        </p:txBody>
      </p:sp>
      <p:sp>
        <p:nvSpPr>
          <p:cNvPr id="19" name="Picture Placeholder 3">
            <a:extLst>
              <a:ext uri="{FF2B5EF4-FFF2-40B4-BE49-F238E27FC236}">
                <a16:creationId xmlns:a16="http://schemas.microsoft.com/office/drawing/2014/main" id="{0A90DA4A-CDFB-0F47-AF1C-6E1CA2CC6B88}"/>
              </a:ext>
            </a:extLst>
          </p:cNvPr>
          <p:cNvSpPr>
            <a:spLocks noGrp="1"/>
          </p:cNvSpPr>
          <p:nvPr>
            <p:ph type="pic" sz="quarter" idx="22"/>
          </p:nvPr>
        </p:nvSpPr>
        <p:spPr>
          <a:xfrm>
            <a:off x="3403600" y="3860799"/>
            <a:ext cx="2560320" cy="1905000"/>
          </a:xfrm>
          <a:solidFill>
            <a:schemeClr val="accent6"/>
          </a:solidFill>
        </p:spPr>
        <p:txBody>
          <a:bodyPr tIns="0" anchor="ctr" anchorCtr="0">
            <a:normAutofit/>
          </a:bodyPr>
          <a:lstStyle>
            <a:lvl1pPr algn="ctr">
              <a:defRPr sz="1400"/>
            </a:lvl1pPr>
          </a:lstStyle>
          <a:p>
            <a:endParaRPr lang="en-US"/>
          </a:p>
        </p:txBody>
      </p:sp>
      <p:sp>
        <p:nvSpPr>
          <p:cNvPr id="20" name="Text Placeholder 4">
            <a:extLst>
              <a:ext uri="{FF2B5EF4-FFF2-40B4-BE49-F238E27FC236}">
                <a16:creationId xmlns:a16="http://schemas.microsoft.com/office/drawing/2014/main" id="{683C3E92-768F-E548-851E-39C8F5A13A54}"/>
              </a:ext>
            </a:extLst>
          </p:cNvPr>
          <p:cNvSpPr>
            <a:spLocks noGrp="1"/>
          </p:cNvSpPr>
          <p:nvPr>
            <p:ph type="body" sz="quarter" idx="23" hasCustomPrompt="1"/>
          </p:nvPr>
        </p:nvSpPr>
        <p:spPr>
          <a:xfrm>
            <a:off x="6210300" y="3860799"/>
            <a:ext cx="2560320" cy="1905000"/>
          </a:xfrm>
        </p:spPr>
        <p:txBody>
          <a:bodyPr/>
          <a:lstStyle>
            <a:lvl1pPr>
              <a:defRPr lang="en-US" sz="1400" b="0"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a:spcAft>
                <a:spcPts val="300"/>
              </a:spcAft>
              <a:defRPr sz="1400"/>
            </a:lvl2pPr>
            <a:lvl3pPr>
              <a:defRPr sz="1400"/>
            </a:lvl3pPr>
            <a:lvl4pPr>
              <a:defRPr sz="1400"/>
            </a:lvl4pPr>
            <a:lvl5pPr>
              <a:defRPr sz="1400"/>
            </a:lvl5pPr>
          </a:lstStyle>
          <a:p>
            <a:pPr marL="0" lvl="0" indent="0" algn="l" defTabSz="914400" rtl="0" eaLnBrk="1" latinLnBrk="0" hangingPunct="1">
              <a:lnSpc>
                <a:spcPct val="130000"/>
              </a:lnSpc>
              <a:spcBef>
                <a:spcPts val="0"/>
              </a:spcBef>
              <a:spcAft>
                <a:spcPts val="600"/>
              </a:spcAft>
              <a:buFont typeface="Arial" panose="020B0604020202020204" pitchFamily="34" charset="0"/>
              <a:buNone/>
              <a:tabLst/>
            </a:pPr>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1" name="Picture Placeholder 4">
            <a:extLst>
              <a:ext uri="{FF2B5EF4-FFF2-40B4-BE49-F238E27FC236}">
                <a16:creationId xmlns:a16="http://schemas.microsoft.com/office/drawing/2014/main" id="{62D94077-464B-C548-A113-2FE6F3313B24}"/>
              </a:ext>
            </a:extLst>
          </p:cNvPr>
          <p:cNvSpPr>
            <a:spLocks noGrp="1"/>
          </p:cNvSpPr>
          <p:nvPr>
            <p:ph type="pic" sz="quarter" idx="24"/>
          </p:nvPr>
        </p:nvSpPr>
        <p:spPr>
          <a:xfrm>
            <a:off x="9060180" y="3860799"/>
            <a:ext cx="2560320" cy="1905000"/>
          </a:xfrm>
          <a:solidFill>
            <a:schemeClr val="accent6"/>
          </a:solidFill>
        </p:spPr>
        <p:txBody>
          <a:bodyPr tIns="0" anchor="ctr" anchorCtr="0">
            <a:normAutofit/>
          </a:bodyPr>
          <a:lstStyle>
            <a:lvl1pPr algn="ctr">
              <a:defRPr sz="1400"/>
            </a:lvl1pPr>
          </a:lstStyle>
          <a:p>
            <a:endParaRPr lang="en-US"/>
          </a:p>
        </p:txBody>
      </p:sp>
      <p:sp>
        <p:nvSpPr>
          <p:cNvPr id="3" name="Footer Placeholder">
            <a:extLst>
              <a:ext uri="{FF2B5EF4-FFF2-40B4-BE49-F238E27FC236}">
                <a16:creationId xmlns:a16="http://schemas.microsoft.com/office/drawing/2014/main" id="{03D95B27-6AA6-A94C-878A-FF9DE24B12F3}"/>
              </a:ext>
            </a:extLst>
          </p:cNvPr>
          <p:cNvSpPr>
            <a:spLocks noGrp="1"/>
          </p:cNvSpPr>
          <p:nvPr>
            <p:ph type="ftr" sz="quarter" idx="25"/>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4" name="Slide Number Placeholder">
            <a:extLst>
              <a:ext uri="{FF2B5EF4-FFF2-40B4-BE49-F238E27FC236}">
                <a16:creationId xmlns:a16="http://schemas.microsoft.com/office/drawing/2014/main" id="{A6C1DBB8-A03C-1A45-98A1-0910490B4CA1}"/>
              </a:ext>
            </a:extLst>
          </p:cNvPr>
          <p:cNvSpPr>
            <a:spLocks noGrp="1"/>
          </p:cNvSpPr>
          <p:nvPr>
            <p:ph type="sldNum" sz="quarter" idx="26"/>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17864046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46_Highly Visual">
    <p:spTree>
      <p:nvGrpSpPr>
        <p:cNvPr id="1" name=""/>
        <p:cNvGrpSpPr/>
        <p:nvPr/>
      </p:nvGrpSpPr>
      <p:grpSpPr>
        <a:xfrm>
          <a:off x="0" y="0"/>
          <a:ext cx="0" cy="0"/>
          <a:chOff x="0" y="0"/>
          <a:chExt cx="0" cy="0"/>
        </a:xfrm>
      </p:grpSpPr>
      <p:sp>
        <p:nvSpPr>
          <p:cNvPr id="11" name="Text Placeholder 1">
            <a:extLst>
              <a:ext uri="{FF2B5EF4-FFF2-40B4-BE49-F238E27FC236}">
                <a16:creationId xmlns:a16="http://schemas.microsoft.com/office/drawing/2014/main" id="{26370F2E-00A9-6240-9449-E2A4107C703B}"/>
              </a:ext>
            </a:extLst>
          </p:cNvPr>
          <p:cNvSpPr>
            <a:spLocks noGrp="1"/>
          </p:cNvSpPr>
          <p:nvPr>
            <p:ph type="body" sz="quarter" idx="25" hasCustomPrompt="1"/>
          </p:nvPr>
        </p:nvSpPr>
        <p:spPr>
          <a:xfrm>
            <a:off x="8077200" y="571500"/>
            <a:ext cx="3543300" cy="5448300"/>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9" name="Content Placeholder 1">
            <a:extLst>
              <a:ext uri="{FF2B5EF4-FFF2-40B4-BE49-F238E27FC236}">
                <a16:creationId xmlns:a16="http://schemas.microsoft.com/office/drawing/2014/main" id="{FAB51DE7-1C98-0349-8F08-2966CB3531D0}"/>
              </a:ext>
            </a:extLst>
          </p:cNvPr>
          <p:cNvSpPr>
            <a:spLocks noGrp="1"/>
          </p:cNvSpPr>
          <p:nvPr>
            <p:ph sz="quarter" idx="19" hasCustomPrompt="1"/>
          </p:nvPr>
        </p:nvSpPr>
        <p:spPr>
          <a:xfrm>
            <a:off x="571498" y="571500"/>
            <a:ext cx="7277102" cy="5448300"/>
          </a:xfrm>
        </p:spPr>
        <p:txBody>
          <a:bodyPr anchor="ctr" anchorCtr="0"/>
          <a:lstStyle>
            <a:lvl1pPr algn="ctr">
              <a:defRPr sz="1400"/>
            </a:lvl1pPr>
          </a:lstStyle>
          <a:p>
            <a:pPr lvl="0"/>
            <a:r>
              <a:rPr lang="en-US"/>
              <a:t>Click to add photo, video chart or media</a:t>
            </a:r>
          </a:p>
        </p:txBody>
      </p:sp>
      <p:sp>
        <p:nvSpPr>
          <p:cNvPr id="6" name="Caption Placeholder 1">
            <a:extLst>
              <a:ext uri="{FF2B5EF4-FFF2-40B4-BE49-F238E27FC236}">
                <a16:creationId xmlns:a16="http://schemas.microsoft.com/office/drawing/2014/main" id="{F9492DF2-5B67-EC48-B24D-494632032553}"/>
              </a:ext>
            </a:extLst>
          </p:cNvPr>
          <p:cNvSpPr>
            <a:spLocks noGrp="1"/>
          </p:cNvSpPr>
          <p:nvPr>
            <p:ph type="body" sz="quarter" idx="32" hasCustomPrompt="1"/>
          </p:nvPr>
        </p:nvSpPr>
        <p:spPr>
          <a:xfrm>
            <a:off x="576580" y="6096000"/>
            <a:ext cx="7315200" cy="152400"/>
          </a:xfrm>
        </p:spPr>
        <p:txBody>
          <a:bodyPr anchor="b" anchorCtr="0"/>
          <a:lstStyle>
            <a:lvl1pPr>
              <a:defRPr sz="800">
                <a:solidFill>
                  <a:schemeClr val="accent4"/>
                </a:solidFill>
              </a:defRPr>
            </a:lvl1pPr>
          </a:lstStyle>
          <a:p>
            <a:pPr lvl="0"/>
            <a:r>
              <a:rPr lang="en-US"/>
              <a:t>This is a caption / footnote</a:t>
            </a:r>
          </a:p>
        </p:txBody>
      </p:sp>
      <p:sp>
        <p:nvSpPr>
          <p:cNvPr id="2" name="Footer Placeholder">
            <a:extLst>
              <a:ext uri="{FF2B5EF4-FFF2-40B4-BE49-F238E27FC236}">
                <a16:creationId xmlns:a16="http://schemas.microsoft.com/office/drawing/2014/main" id="{D533FF8F-160B-AB40-B417-6797CDFA0AA7}"/>
              </a:ext>
            </a:extLst>
          </p:cNvPr>
          <p:cNvSpPr>
            <a:spLocks noGrp="1"/>
          </p:cNvSpPr>
          <p:nvPr>
            <p:ph type="ftr" sz="quarter" idx="26"/>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F68F9288-3782-9E46-8845-44224372570D}"/>
              </a:ext>
            </a:extLst>
          </p:cNvPr>
          <p:cNvSpPr>
            <a:spLocks noGrp="1"/>
          </p:cNvSpPr>
          <p:nvPr>
            <p:ph type="sldNum" sz="quarter" idx="27"/>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85495634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47_Highly Visual">
    <p:spTree>
      <p:nvGrpSpPr>
        <p:cNvPr id="1" name=""/>
        <p:cNvGrpSpPr/>
        <p:nvPr/>
      </p:nvGrpSpPr>
      <p:grpSpPr>
        <a:xfrm>
          <a:off x="0" y="0"/>
          <a:ext cx="0" cy="0"/>
          <a:chOff x="0" y="0"/>
          <a:chExt cx="0" cy="0"/>
        </a:xfrm>
      </p:grpSpPr>
      <p:sp>
        <p:nvSpPr>
          <p:cNvPr id="12" name="Supporting Image">
            <a:extLst>
              <a:ext uri="{FF2B5EF4-FFF2-40B4-BE49-F238E27FC236}">
                <a16:creationId xmlns:a16="http://schemas.microsoft.com/office/drawing/2014/main" id="{3D056111-659C-5B40-A9C5-688F5BA51E04}"/>
              </a:ext>
            </a:extLst>
          </p:cNvPr>
          <p:cNvSpPr>
            <a:spLocks noGrp="1"/>
          </p:cNvSpPr>
          <p:nvPr>
            <p:ph type="pic" sz="quarter" idx="14"/>
          </p:nvPr>
        </p:nvSpPr>
        <p:spPr>
          <a:xfrm>
            <a:off x="5634834" y="0"/>
            <a:ext cx="6557166" cy="6858000"/>
          </a:xfrm>
          <a:custGeom>
            <a:avLst/>
            <a:gdLst>
              <a:gd name="connsiteX0" fmla="*/ 0 w 6557166"/>
              <a:gd name="connsiteY0" fmla="*/ 0 h 6858000"/>
              <a:gd name="connsiteX1" fmla="*/ 6557166 w 6557166"/>
              <a:gd name="connsiteY1" fmla="*/ 0 h 6858000"/>
              <a:gd name="connsiteX2" fmla="*/ 6557166 w 6557166"/>
              <a:gd name="connsiteY2" fmla="*/ 6858000 h 6858000"/>
              <a:gd name="connsiteX3" fmla="*/ 0 w 6557166"/>
              <a:gd name="connsiteY3" fmla="*/ 6858000 h 6858000"/>
              <a:gd name="connsiteX4" fmla="*/ 2986159 w 6557166"/>
              <a:gd name="connsiteY4" fmla="*/ 3405597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7166" h="6858000">
                <a:moveTo>
                  <a:pt x="0" y="0"/>
                </a:moveTo>
                <a:lnTo>
                  <a:pt x="6557166" y="0"/>
                </a:lnTo>
                <a:lnTo>
                  <a:pt x="6557166" y="6858000"/>
                </a:lnTo>
                <a:lnTo>
                  <a:pt x="0" y="6858000"/>
                </a:lnTo>
                <a:lnTo>
                  <a:pt x="2986159" y="3405597"/>
                </a:lnTo>
                <a:close/>
              </a:path>
            </a:pathLst>
          </a:custGeom>
          <a:solidFill>
            <a:schemeClr val="accent6"/>
          </a:solidFill>
          <a:effectLst/>
        </p:spPr>
        <p:txBody>
          <a:bodyPr wrap="square" anchor="ctr" anchorCtr="0">
            <a:noAutofit/>
          </a:bodyPr>
          <a:lstStyle>
            <a:lvl1pPr algn="ctr">
              <a:defRPr sz="1400"/>
            </a:lvl1pPr>
          </a:lstStyle>
          <a:p>
            <a:endParaRPr lang="en-US"/>
          </a:p>
        </p:txBody>
      </p:sp>
      <p:sp>
        <p:nvSpPr>
          <p:cNvPr id="4" name="Title and Body Placeholder">
            <a:extLst>
              <a:ext uri="{FF2B5EF4-FFF2-40B4-BE49-F238E27FC236}">
                <a16:creationId xmlns:a16="http://schemas.microsoft.com/office/drawing/2014/main" id="{1DD91392-E9AD-AF4F-A927-7C8F3D617CB7}"/>
              </a:ext>
            </a:extLst>
          </p:cNvPr>
          <p:cNvSpPr>
            <a:spLocks noGrp="1"/>
          </p:cNvSpPr>
          <p:nvPr>
            <p:ph type="body" sz="quarter" idx="20" hasCustomPrompt="1"/>
          </p:nvPr>
        </p:nvSpPr>
        <p:spPr>
          <a:xfrm>
            <a:off x="0" y="0"/>
            <a:ext cx="8607396" cy="6858000"/>
          </a:xfrm>
          <a:custGeom>
            <a:avLst/>
            <a:gdLst>
              <a:gd name="connsiteX0" fmla="*/ 0 w 8607396"/>
              <a:gd name="connsiteY0" fmla="*/ 0 h 6858000"/>
              <a:gd name="connsiteX1" fmla="*/ 2662272 w 8607396"/>
              <a:gd name="connsiteY1" fmla="*/ 0 h 6858000"/>
              <a:gd name="connsiteX2" fmla="*/ 3084945 w 8607396"/>
              <a:gd name="connsiteY2" fmla="*/ 0 h 6858000"/>
              <a:gd name="connsiteX3" fmla="*/ 5623860 w 8607396"/>
              <a:gd name="connsiteY3" fmla="*/ 0 h 6858000"/>
              <a:gd name="connsiteX4" fmla="*/ 8607396 w 8607396"/>
              <a:gd name="connsiteY4" fmla="*/ 3402520 h 6858000"/>
              <a:gd name="connsiteX5" fmla="*/ 5618502 w 8607396"/>
              <a:gd name="connsiteY5" fmla="*/ 6858000 h 6858000"/>
              <a:gd name="connsiteX6" fmla="*/ 3084945 w 8607396"/>
              <a:gd name="connsiteY6" fmla="*/ 6858000 h 6858000"/>
              <a:gd name="connsiteX7" fmla="*/ 2662272 w 8607396"/>
              <a:gd name="connsiteY7" fmla="*/ 6858000 h 6858000"/>
              <a:gd name="connsiteX8" fmla="*/ 0 w 860739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07396" h="6858000">
                <a:moveTo>
                  <a:pt x="0" y="0"/>
                </a:moveTo>
                <a:lnTo>
                  <a:pt x="2662272" y="0"/>
                </a:lnTo>
                <a:lnTo>
                  <a:pt x="3084945" y="0"/>
                </a:lnTo>
                <a:lnTo>
                  <a:pt x="5623860" y="0"/>
                </a:lnTo>
                <a:lnTo>
                  <a:pt x="8607396" y="3402520"/>
                </a:lnTo>
                <a:lnTo>
                  <a:pt x="5618502" y="6858000"/>
                </a:lnTo>
                <a:lnTo>
                  <a:pt x="3084945" y="6858000"/>
                </a:lnTo>
                <a:lnTo>
                  <a:pt x="2662272" y="6858000"/>
                </a:lnTo>
                <a:lnTo>
                  <a:pt x="0" y="6858000"/>
                </a:lnTo>
                <a:close/>
              </a:path>
            </a:pathLst>
          </a:custGeom>
          <a:solidFill>
            <a:schemeClr val="bg1">
              <a:alpha val="90000"/>
            </a:schemeClr>
          </a:solidFill>
        </p:spPr>
        <p:txBody>
          <a:bodyPr wrap="square" lIns="576072" tIns="594360" rIns="2926080" anchor="t" anchorCtr="0">
            <a:noAutofit/>
          </a:bodyPr>
          <a:lstStyle>
            <a:lvl1pPr>
              <a:lnSpc>
                <a:spcPct val="110000"/>
              </a:lnSpc>
              <a:spcAft>
                <a:spcPts val="2400"/>
              </a:spcAft>
              <a:defRPr sz="3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Bef>
                <a:spcPts val="300"/>
              </a:spcBef>
              <a:spcAft>
                <a:spcPts val="1200"/>
              </a:spcAft>
              <a:defRPr sz="22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buFont typeface="Arial" panose="020B0604020202020204" pitchFamily="34" charset="0"/>
              <a:buNone/>
              <a:defRPr sz="16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0" indent="0">
              <a:buFont typeface="Arial" panose="020B0604020202020204" pitchFamily="34" charset="0"/>
              <a:buNone/>
              <a:tabLst/>
              <a:defRPr lang="en-US" sz="16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kern="1200" dirty="0" smtClean="0">
                <a:solidFill>
                  <a:schemeClr val="tx1"/>
                </a:solidFill>
                <a:latin typeface="+mn-lt"/>
                <a:ea typeface="+mn-ea"/>
                <a:cs typeface="+mn-cs"/>
              </a:defRPr>
            </a:lvl5pPr>
            <a:lvl6pPr>
              <a:defRPr lang="en-US" sz="1600" kern="1200" dirty="0">
                <a:solidFill>
                  <a:schemeClr val="tx1"/>
                </a:solidFill>
                <a:latin typeface="+mn-lt"/>
                <a:ea typeface="+mn-ea"/>
                <a:cs typeface="+mn-cs"/>
              </a:defRPr>
            </a:lvl6pPr>
          </a:lstStyle>
          <a:p>
            <a:pPr lvl="0"/>
            <a:r>
              <a:rPr lang="en-US"/>
              <a:t>Slide title goes here </a:t>
            </a:r>
          </a:p>
          <a:p>
            <a:pPr lvl="1"/>
            <a:r>
              <a:rPr lang="en-US"/>
              <a:t>Subheading goes here</a:t>
            </a:r>
          </a:p>
          <a:p>
            <a:pPr lvl="2"/>
            <a:r>
              <a:rPr lang="en-US"/>
              <a:t>Second level </a:t>
            </a:r>
          </a:p>
          <a:p>
            <a:pPr lvl="3"/>
            <a:r>
              <a:rPr lang="en-US"/>
              <a:t>Third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Fourth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Fifth level</a:t>
            </a:r>
          </a:p>
        </p:txBody>
      </p:sp>
      <p:sp>
        <p:nvSpPr>
          <p:cNvPr id="5" name="Footer Placeholder">
            <a:extLst>
              <a:ext uri="{FF2B5EF4-FFF2-40B4-BE49-F238E27FC236}">
                <a16:creationId xmlns:a16="http://schemas.microsoft.com/office/drawing/2014/main" id="{379E712B-AFE8-D145-92A2-FD0033743129}"/>
              </a:ext>
            </a:extLst>
          </p:cNvPr>
          <p:cNvSpPr>
            <a:spLocks noGrp="1"/>
          </p:cNvSpPr>
          <p:nvPr>
            <p:ph type="ftr" sz="quarter" idx="2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6" name="Slide Number Placeholder">
            <a:extLst>
              <a:ext uri="{FF2B5EF4-FFF2-40B4-BE49-F238E27FC236}">
                <a16:creationId xmlns:a16="http://schemas.microsoft.com/office/drawing/2014/main" id="{F4971694-D3BF-7848-93F8-CE068C4D3720}"/>
              </a:ext>
            </a:extLst>
          </p:cNvPr>
          <p:cNvSpPr>
            <a:spLocks noGrp="1"/>
          </p:cNvSpPr>
          <p:nvPr>
            <p:ph type="sldNum" sz="quarter" idx="22"/>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2097510072"/>
      </p:ext>
    </p:extLst>
  </p:cSld>
  <p:clrMapOvr>
    <a:masterClrMapping/>
  </p:clrMapOvr>
  <p:extLst>
    <p:ext uri="{DCECCB84-F9BA-43D5-87BE-67443E8EF086}">
      <p15:sldGuideLst xmlns:p15="http://schemas.microsoft.com/office/powerpoint/2012/main">
        <p15:guide id="1" pos="3264">
          <p15:clr>
            <a:srgbClr val="FBAE40"/>
          </p15:clr>
        </p15:guide>
        <p15:guide id="2" orient="horz" pos="216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48_Highly Visual">
    <p:spTree>
      <p:nvGrpSpPr>
        <p:cNvPr id="1" name=""/>
        <p:cNvGrpSpPr/>
        <p:nvPr/>
      </p:nvGrpSpPr>
      <p:grpSpPr>
        <a:xfrm>
          <a:off x="0" y="0"/>
          <a:ext cx="0" cy="0"/>
          <a:chOff x="0" y="0"/>
          <a:chExt cx="0" cy="0"/>
        </a:xfrm>
      </p:grpSpPr>
      <p:sp>
        <p:nvSpPr>
          <p:cNvPr id="32" name="Supporting Image">
            <a:extLst>
              <a:ext uri="{FF2B5EF4-FFF2-40B4-BE49-F238E27FC236}">
                <a16:creationId xmlns:a16="http://schemas.microsoft.com/office/drawing/2014/main" id="{EA694B7C-C851-8347-826F-3A789BFBA7E3}"/>
              </a:ext>
            </a:extLst>
          </p:cNvPr>
          <p:cNvSpPr>
            <a:spLocks noGrp="1"/>
          </p:cNvSpPr>
          <p:nvPr>
            <p:ph type="pic" sz="quarter" idx="22"/>
          </p:nvPr>
        </p:nvSpPr>
        <p:spPr>
          <a:xfrm>
            <a:off x="1" y="0"/>
            <a:ext cx="6557167" cy="6858000"/>
          </a:xfrm>
          <a:custGeom>
            <a:avLst/>
            <a:gdLst>
              <a:gd name="connsiteX0" fmla="*/ 0 w 6557167"/>
              <a:gd name="connsiteY0" fmla="*/ 0 h 6858000"/>
              <a:gd name="connsiteX1" fmla="*/ 6557167 w 6557167"/>
              <a:gd name="connsiteY1" fmla="*/ 0 h 6858000"/>
              <a:gd name="connsiteX2" fmla="*/ 3571008 w 6557167"/>
              <a:gd name="connsiteY2" fmla="*/ 3405597 h 6858000"/>
              <a:gd name="connsiteX3" fmla="*/ 6557167 w 6557167"/>
              <a:gd name="connsiteY3" fmla="*/ 6858000 h 6858000"/>
              <a:gd name="connsiteX4" fmla="*/ 0 w 6557167"/>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7167" h="6858000">
                <a:moveTo>
                  <a:pt x="0" y="0"/>
                </a:moveTo>
                <a:lnTo>
                  <a:pt x="6557167" y="0"/>
                </a:lnTo>
                <a:lnTo>
                  <a:pt x="3571008" y="3405597"/>
                </a:lnTo>
                <a:lnTo>
                  <a:pt x="6557167" y="6858000"/>
                </a:lnTo>
                <a:lnTo>
                  <a:pt x="0" y="6858000"/>
                </a:lnTo>
                <a:close/>
              </a:path>
            </a:pathLst>
          </a:custGeom>
          <a:solidFill>
            <a:schemeClr val="accent6"/>
          </a:solidFill>
        </p:spPr>
        <p:txBody>
          <a:bodyPr wrap="square" anchor="ctr" anchorCtr="0">
            <a:noAutofit/>
          </a:bodyPr>
          <a:lstStyle>
            <a:lvl1pPr algn="ctr">
              <a:defRPr sz="1400"/>
            </a:lvl1pPr>
          </a:lstStyle>
          <a:p>
            <a:endParaRPr lang="en-US"/>
          </a:p>
        </p:txBody>
      </p:sp>
      <p:sp>
        <p:nvSpPr>
          <p:cNvPr id="21" name="Title and Body Placeholder">
            <a:extLst>
              <a:ext uri="{FF2B5EF4-FFF2-40B4-BE49-F238E27FC236}">
                <a16:creationId xmlns:a16="http://schemas.microsoft.com/office/drawing/2014/main" id="{1C701F0A-479D-244B-9B9E-C5B34545F5EB}"/>
              </a:ext>
            </a:extLst>
          </p:cNvPr>
          <p:cNvSpPr>
            <a:spLocks noGrp="1"/>
          </p:cNvSpPr>
          <p:nvPr>
            <p:ph type="body" sz="quarter" idx="20" hasCustomPrompt="1"/>
          </p:nvPr>
        </p:nvSpPr>
        <p:spPr>
          <a:xfrm flipH="1">
            <a:off x="3584604" y="0"/>
            <a:ext cx="8607396" cy="6858000"/>
          </a:xfrm>
          <a:custGeom>
            <a:avLst/>
            <a:gdLst>
              <a:gd name="connsiteX0" fmla="*/ 0 w 8607396"/>
              <a:gd name="connsiteY0" fmla="*/ 0 h 6858000"/>
              <a:gd name="connsiteX1" fmla="*/ 2662272 w 8607396"/>
              <a:gd name="connsiteY1" fmla="*/ 0 h 6858000"/>
              <a:gd name="connsiteX2" fmla="*/ 3084945 w 8607396"/>
              <a:gd name="connsiteY2" fmla="*/ 0 h 6858000"/>
              <a:gd name="connsiteX3" fmla="*/ 5623860 w 8607396"/>
              <a:gd name="connsiteY3" fmla="*/ 0 h 6858000"/>
              <a:gd name="connsiteX4" fmla="*/ 8607396 w 8607396"/>
              <a:gd name="connsiteY4" fmla="*/ 3402520 h 6858000"/>
              <a:gd name="connsiteX5" fmla="*/ 5618502 w 8607396"/>
              <a:gd name="connsiteY5" fmla="*/ 6858000 h 6858000"/>
              <a:gd name="connsiteX6" fmla="*/ 3084945 w 8607396"/>
              <a:gd name="connsiteY6" fmla="*/ 6858000 h 6858000"/>
              <a:gd name="connsiteX7" fmla="*/ 2662272 w 8607396"/>
              <a:gd name="connsiteY7" fmla="*/ 6858000 h 6858000"/>
              <a:gd name="connsiteX8" fmla="*/ 0 w 860739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607396" h="6858000">
                <a:moveTo>
                  <a:pt x="0" y="0"/>
                </a:moveTo>
                <a:lnTo>
                  <a:pt x="2662272" y="0"/>
                </a:lnTo>
                <a:lnTo>
                  <a:pt x="3084945" y="0"/>
                </a:lnTo>
                <a:lnTo>
                  <a:pt x="5623860" y="0"/>
                </a:lnTo>
                <a:lnTo>
                  <a:pt x="8607396" y="3402520"/>
                </a:lnTo>
                <a:lnTo>
                  <a:pt x="5618502" y="6858000"/>
                </a:lnTo>
                <a:lnTo>
                  <a:pt x="3084945" y="6858000"/>
                </a:lnTo>
                <a:lnTo>
                  <a:pt x="2662272" y="6858000"/>
                </a:lnTo>
                <a:lnTo>
                  <a:pt x="0" y="6858000"/>
                </a:lnTo>
                <a:close/>
              </a:path>
            </a:pathLst>
          </a:custGeom>
          <a:solidFill>
            <a:schemeClr val="bg1">
              <a:alpha val="90000"/>
            </a:schemeClr>
          </a:solidFill>
        </p:spPr>
        <p:txBody>
          <a:bodyPr wrap="square" lIns="2633472" tIns="594360" rIns="594360" anchor="t" anchorCtr="0">
            <a:noAutofit/>
          </a:bodyPr>
          <a:lstStyle>
            <a:lvl1pPr>
              <a:lnSpc>
                <a:spcPct val="110000"/>
              </a:lnSpc>
              <a:spcAft>
                <a:spcPts val="2400"/>
              </a:spcAft>
              <a:defRPr sz="3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Bef>
                <a:spcPts val="300"/>
              </a:spcBef>
              <a:spcAft>
                <a:spcPts val="1200"/>
              </a:spcAft>
              <a:defRPr sz="22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buFont typeface="Arial" panose="020B0604020202020204" pitchFamily="34" charset="0"/>
              <a:buNone/>
              <a:defRPr sz="1600" b="1" i="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0" indent="0">
              <a:buFont typeface="Arial" panose="020B0604020202020204" pitchFamily="34" charset="0"/>
              <a:buNone/>
              <a:tabLst/>
              <a:defRPr lang="en-US" sz="1600" b="0" i="0" kern="1200" dirty="0" smtClean="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kern="1200" dirty="0" smtClean="0">
                <a:solidFill>
                  <a:schemeClr val="tx1"/>
                </a:solidFill>
                <a:latin typeface="+mn-lt"/>
                <a:ea typeface="+mn-ea"/>
                <a:cs typeface="+mn-cs"/>
              </a:defRPr>
            </a:lvl5pPr>
            <a:lvl6pPr>
              <a:defRPr lang="en-US" sz="1600" kern="1200" dirty="0">
                <a:solidFill>
                  <a:schemeClr val="tx1"/>
                </a:solidFill>
                <a:latin typeface="+mn-lt"/>
                <a:ea typeface="+mn-ea"/>
                <a:cs typeface="+mn-cs"/>
              </a:defRPr>
            </a:lvl6pPr>
          </a:lstStyle>
          <a:p>
            <a:pPr lvl="0"/>
            <a:r>
              <a:rPr lang="en-US"/>
              <a:t>Slide title goes here</a:t>
            </a:r>
          </a:p>
          <a:p>
            <a:pPr lvl="1"/>
            <a:r>
              <a:rPr lang="en-US"/>
              <a:t>Subheading goes here</a:t>
            </a:r>
          </a:p>
          <a:p>
            <a:pPr lvl="2"/>
            <a:r>
              <a:rPr lang="en-US"/>
              <a:t>Second level </a:t>
            </a:r>
          </a:p>
          <a:p>
            <a:pPr lvl="3"/>
            <a:r>
              <a:rPr lang="en-US"/>
              <a:t>Third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Fourth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Fifth level</a:t>
            </a:r>
          </a:p>
        </p:txBody>
      </p:sp>
      <p:sp>
        <p:nvSpPr>
          <p:cNvPr id="4" name="Footer Placeholder">
            <a:extLst>
              <a:ext uri="{FF2B5EF4-FFF2-40B4-BE49-F238E27FC236}">
                <a16:creationId xmlns:a16="http://schemas.microsoft.com/office/drawing/2014/main" id="{F7D1BBB3-2390-7242-B7DA-6A5F72928FE1}"/>
              </a:ext>
            </a:extLst>
          </p:cNvPr>
          <p:cNvSpPr>
            <a:spLocks noGrp="1"/>
          </p:cNvSpPr>
          <p:nvPr>
            <p:ph type="ftr" sz="quarter" idx="23"/>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a:extLst>
              <a:ext uri="{FF2B5EF4-FFF2-40B4-BE49-F238E27FC236}">
                <a16:creationId xmlns:a16="http://schemas.microsoft.com/office/drawing/2014/main" id="{8EF96577-B9AB-FE42-8861-90A924F4B446}"/>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091833725"/>
      </p:ext>
    </p:extLst>
  </p:cSld>
  <p:clrMapOvr>
    <a:masterClrMapping/>
  </p:clrMapOvr>
  <p:extLst>
    <p:ext uri="{DCECCB84-F9BA-43D5-87BE-67443E8EF086}">
      <p15:sldGuideLst xmlns:p15="http://schemas.microsoft.com/office/powerpoint/2012/main">
        <p15:guide id="1" pos="3264">
          <p15:clr>
            <a:srgbClr val="FBAE40"/>
          </p15:clr>
        </p15:guide>
        <p15:guide id="2" orient="horz" pos="216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49_Highly Visual">
    <p:spTree>
      <p:nvGrpSpPr>
        <p:cNvPr id="1" name=""/>
        <p:cNvGrpSpPr/>
        <p:nvPr/>
      </p:nvGrpSpPr>
      <p:grpSpPr>
        <a:xfrm>
          <a:off x="0" y="0"/>
          <a:ext cx="0" cy="0"/>
          <a:chOff x="0" y="0"/>
          <a:chExt cx="0" cy="0"/>
        </a:xfrm>
      </p:grpSpPr>
      <p:sp>
        <p:nvSpPr>
          <p:cNvPr id="10" name="Supporting Image">
            <a:extLst>
              <a:ext uri="{FF2B5EF4-FFF2-40B4-BE49-F238E27FC236}">
                <a16:creationId xmlns:a16="http://schemas.microsoft.com/office/drawing/2014/main" id="{6D4132D8-6B68-C840-BF70-235ADEE1CBD7}"/>
              </a:ext>
            </a:extLst>
          </p:cNvPr>
          <p:cNvSpPr>
            <a:spLocks noGrp="1"/>
          </p:cNvSpPr>
          <p:nvPr>
            <p:ph type="pic" sz="quarter" idx="15" hasCustomPrompt="1"/>
          </p:nvPr>
        </p:nvSpPr>
        <p:spPr>
          <a:xfrm>
            <a:off x="0" y="0"/>
            <a:ext cx="12192000" cy="3225800"/>
          </a:xfrm>
          <a:solidFill>
            <a:schemeClr val="accent6"/>
          </a:solidFill>
        </p:spPr>
        <p:txBody>
          <a:bodyPr tIns="274320" anchor="ctr" anchorCtr="0"/>
          <a:lstStyle>
            <a:lvl1pPr algn="ctr">
              <a:defRPr sz="1400"/>
            </a:lvl1pPr>
          </a:lstStyle>
          <a:p>
            <a:r>
              <a:rPr lang="en-US"/>
              <a:t>Picture</a:t>
            </a:r>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0" y="2422358"/>
            <a:ext cx="12192000" cy="803442"/>
          </a:xfrm>
          <a:solidFill>
            <a:srgbClr val="4D148C">
              <a:alpha val="89804"/>
            </a:srgbClr>
          </a:solidFill>
        </p:spPr>
        <p:txBody>
          <a:bodyPr lIns="576072" rIns="548640" anchor="ctr" anchorCtr="0"/>
          <a:lstStyle>
            <a:lvl1pPr>
              <a:lnSpc>
                <a:spcPct val="110000"/>
              </a:lnSpc>
              <a:defRPr>
                <a:solidFill>
                  <a:schemeClr val="bg1"/>
                </a:solidFill>
              </a:defRPr>
            </a:lvl1pPr>
          </a:lstStyle>
          <a:p>
            <a:r>
              <a:rPr lang="en-US"/>
              <a:t>Click to edit Master title style</a:t>
            </a:r>
          </a:p>
        </p:txBody>
      </p:sp>
      <p:sp>
        <p:nvSpPr>
          <p:cNvPr id="4" name="Text Placeholder ">
            <a:extLst>
              <a:ext uri="{FF2B5EF4-FFF2-40B4-BE49-F238E27FC236}">
                <a16:creationId xmlns:a16="http://schemas.microsoft.com/office/drawing/2014/main" id="{3399BA68-1EF1-EB42-AD08-8D6F27804575}"/>
              </a:ext>
            </a:extLst>
          </p:cNvPr>
          <p:cNvSpPr>
            <a:spLocks noGrp="1"/>
          </p:cNvSpPr>
          <p:nvPr>
            <p:ph type="body" sz="quarter" idx="16"/>
          </p:nvPr>
        </p:nvSpPr>
        <p:spPr>
          <a:xfrm>
            <a:off x="571500" y="3475484"/>
            <a:ext cx="9182100" cy="2544316"/>
          </a:xfrm>
        </p:spPr>
        <p:txBody>
          <a:bodyPr/>
          <a:lstStyle>
            <a:lvl2pPr>
              <a:spcAft>
                <a:spcPts val="300"/>
              </a:spcAft>
              <a:defRPr/>
            </a:lvl2pPr>
            <a:lvl6pPr>
              <a:defRPr b="0" i="0">
                <a:latin typeface="FedEx Sans" panose="020B0603020203020204" pitchFamily="34" charset="0"/>
                <a:ea typeface="FedEx Sans" panose="020B0603020203020204" pitchFamily="34" charset="0"/>
                <a:cs typeface="FedEx Sans" panose="020B0603020203020204"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 name="Footer Placeholder">
            <a:extLst>
              <a:ext uri="{FF2B5EF4-FFF2-40B4-BE49-F238E27FC236}">
                <a16:creationId xmlns:a16="http://schemas.microsoft.com/office/drawing/2014/main" id="{1CEF1B1A-476D-C741-86BD-90C8C0734B1A}"/>
              </a:ext>
            </a:extLst>
          </p:cNvPr>
          <p:cNvSpPr>
            <a:spLocks noGrp="1"/>
          </p:cNvSpPr>
          <p:nvPr>
            <p:ph type="ftr" sz="quarter" idx="1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183F0DFF-C4C3-284E-B2E2-88FEF240D806}"/>
              </a:ext>
            </a:extLst>
          </p:cNvPr>
          <p:cNvSpPr>
            <a:spLocks noGrp="1"/>
          </p:cNvSpPr>
          <p:nvPr>
            <p:ph type="sldNum" sz="quarter" idx="1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16463665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0_Highly Visual">
    <p:spTree>
      <p:nvGrpSpPr>
        <p:cNvPr id="1" name=""/>
        <p:cNvGrpSpPr/>
        <p:nvPr/>
      </p:nvGrpSpPr>
      <p:grpSpPr>
        <a:xfrm>
          <a:off x="0" y="0"/>
          <a:ext cx="0" cy="0"/>
          <a:chOff x="0" y="0"/>
          <a:chExt cx="0" cy="0"/>
        </a:xfrm>
      </p:grpSpPr>
      <p:pic>
        <p:nvPicPr>
          <p:cNvPr id="14" name="Picture 13" descr="A truck driving on a road with mountains in the background&#10;&#10;AI-generated content may be incorrect.">
            <a:extLst>
              <a:ext uri="{FF2B5EF4-FFF2-40B4-BE49-F238E27FC236}">
                <a16:creationId xmlns:a16="http://schemas.microsoft.com/office/drawing/2014/main" id="{39347E4F-5C3D-DE96-33C4-F1251891821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0" y="0"/>
            <a:ext cx="12192000" cy="3225800"/>
          </a:xfrm>
          <a:prstGeom prst="rect">
            <a:avLst/>
          </a:prstGeom>
        </p:spPr>
      </p:pic>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0" y="2422358"/>
            <a:ext cx="12192000" cy="803442"/>
          </a:xfrm>
          <a:solidFill>
            <a:srgbClr val="4D148C">
              <a:alpha val="89804"/>
            </a:srgbClr>
          </a:solidFill>
        </p:spPr>
        <p:txBody>
          <a:bodyPr lIns="576072" rIns="548640" anchor="ctr" anchorCtr="0"/>
          <a:lstStyle>
            <a:lvl1pPr>
              <a:lnSpc>
                <a:spcPct val="110000"/>
              </a:lnSpc>
              <a:defRPr>
                <a:solidFill>
                  <a:schemeClr val="bg1"/>
                </a:solidFill>
              </a:defRPr>
            </a:lvl1pPr>
          </a:lstStyle>
          <a:p>
            <a:r>
              <a:rPr lang="en-US"/>
              <a:t>Click to edit Master title style</a:t>
            </a:r>
          </a:p>
        </p:txBody>
      </p:sp>
      <p:sp>
        <p:nvSpPr>
          <p:cNvPr id="4" name="Text Placeholder ">
            <a:extLst>
              <a:ext uri="{FF2B5EF4-FFF2-40B4-BE49-F238E27FC236}">
                <a16:creationId xmlns:a16="http://schemas.microsoft.com/office/drawing/2014/main" id="{3399BA68-1EF1-EB42-AD08-8D6F27804575}"/>
              </a:ext>
            </a:extLst>
          </p:cNvPr>
          <p:cNvSpPr>
            <a:spLocks noGrp="1"/>
          </p:cNvSpPr>
          <p:nvPr>
            <p:ph type="body" sz="quarter" idx="16"/>
          </p:nvPr>
        </p:nvSpPr>
        <p:spPr>
          <a:xfrm>
            <a:off x="571500" y="3475484"/>
            <a:ext cx="9182100" cy="2544316"/>
          </a:xfrm>
        </p:spPr>
        <p:txBody>
          <a:bodyPr/>
          <a:lstStyle>
            <a:lvl2pPr>
              <a:spcAft>
                <a:spcPts val="300"/>
              </a:spcAft>
              <a:defRPr/>
            </a:lvl2pPr>
            <a:lvl6pPr>
              <a:defRPr b="0" i="0">
                <a:latin typeface="FedEx Sans" panose="020B0603020203020204" pitchFamily="34" charset="0"/>
                <a:ea typeface="FedEx Sans" panose="020B0603020203020204" pitchFamily="34" charset="0"/>
                <a:cs typeface="FedEx Sans" panose="020B0603020203020204"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 name="Footer Placeholder">
            <a:extLst>
              <a:ext uri="{FF2B5EF4-FFF2-40B4-BE49-F238E27FC236}">
                <a16:creationId xmlns:a16="http://schemas.microsoft.com/office/drawing/2014/main" id="{1CEF1B1A-476D-C741-86BD-90C8C0734B1A}"/>
              </a:ext>
            </a:extLst>
          </p:cNvPr>
          <p:cNvSpPr>
            <a:spLocks noGrp="1"/>
          </p:cNvSpPr>
          <p:nvPr>
            <p:ph type="ftr" sz="quarter" idx="17"/>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a:extLst>
              <a:ext uri="{FF2B5EF4-FFF2-40B4-BE49-F238E27FC236}">
                <a16:creationId xmlns:a16="http://schemas.microsoft.com/office/drawing/2014/main" id="{183F0DFF-C4C3-284E-B2E2-88FEF240D806}"/>
              </a:ext>
            </a:extLst>
          </p:cNvPr>
          <p:cNvSpPr>
            <a:spLocks noGrp="1"/>
          </p:cNvSpPr>
          <p:nvPr>
            <p:ph type="sldNum" sz="quarter" idx="18"/>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402189443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51_Highly Visual">
    <p:spTree>
      <p:nvGrpSpPr>
        <p:cNvPr id="1" name=""/>
        <p:cNvGrpSpPr/>
        <p:nvPr/>
      </p:nvGrpSpPr>
      <p:grpSpPr>
        <a:xfrm>
          <a:off x="0" y="0"/>
          <a:ext cx="0" cy="0"/>
          <a:chOff x="0" y="0"/>
          <a:chExt cx="0" cy="0"/>
        </a:xfrm>
      </p:grpSpPr>
      <p:sp>
        <p:nvSpPr>
          <p:cNvPr id="11" name="Title ">
            <a:extLst>
              <a:ext uri="{FF2B5EF4-FFF2-40B4-BE49-F238E27FC236}">
                <a16:creationId xmlns:a16="http://schemas.microsoft.com/office/drawing/2014/main" id="{A2EA7797-D7E0-F945-B592-1B435991DFEE}"/>
              </a:ext>
            </a:extLst>
          </p:cNvPr>
          <p:cNvSpPr>
            <a:spLocks noGrp="1"/>
          </p:cNvSpPr>
          <p:nvPr>
            <p:ph type="title"/>
          </p:nvPr>
        </p:nvSpPr>
        <p:spPr>
          <a:xfrm>
            <a:off x="1038225" y="571501"/>
            <a:ext cx="10115550" cy="603504"/>
          </a:xfrm>
        </p:spPr>
        <p:txBody>
          <a:bodyPr/>
          <a:lstStyle>
            <a:lvl1pPr algn="ctr">
              <a:defRPr/>
            </a:lvl1pPr>
          </a:lstStyle>
          <a:p>
            <a:r>
              <a:rPr lang="en-US"/>
              <a:t>Click to edit Master title style</a:t>
            </a:r>
          </a:p>
        </p:txBody>
      </p:sp>
      <p:sp>
        <p:nvSpPr>
          <p:cNvPr id="18" name="Text Placeholder 1">
            <a:extLst>
              <a:ext uri="{FF2B5EF4-FFF2-40B4-BE49-F238E27FC236}">
                <a16:creationId xmlns:a16="http://schemas.microsoft.com/office/drawing/2014/main" id="{18EA53DA-3397-D046-9264-5A86DC91FF3F}"/>
              </a:ext>
            </a:extLst>
          </p:cNvPr>
          <p:cNvSpPr>
            <a:spLocks noGrp="1"/>
          </p:cNvSpPr>
          <p:nvPr>
            <p:ph type="body" sz="quarter" idx="22" hasCustomPrompt="1"/>
          </p:nvPr>
        </p:nvSpPr>
        <p:spPr>
          <a:xfrm>
            <a:off x="8077200" y="1524000"/>
            <a:ext cx="4095750" cy="2131470"/>
          </a:xfrm>
          <a:solidFill>
            <a:srgbClr val="4D148C"/>
          </a:solidFill>
        </p:spPr>
        <p:txBody>
          <a:bodyPr lIns="365760" tIns="182880" rIns="365760" bIns="182880" anchor="ctr" anchorCtr="0"/>
          <a:lstStyle>
            <a:lvl1pPr algn="ctr">
              <a:lnSpc>
                <a:spcPct val="110000"/>
              </a:lnSpc>
              <a:spcAft>
                <a:spcPts val="0"/>
              </a:spcAft>
              <a:defRPr sz="4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solidFill>
                  <a:schemeClr val="bg1"/>
                </a:solidFill>
              </a:defRPr>
            </a:lvl3pPr>
            <a:lvl4pPr algn="ctr">
              <a:buNone/>
              <a:defRPr/>
            </a:lvl4pPr>
            <a:lvl5pPr algn="ctr">
              <a:defRPr/>
            </a:lvl5pPr>
          </a:lstStyle>
          <a:p>
            <a:pPr lvl="0"/>
            <a:r>
              <a:rPr lang="en-US"/>
              <a:t>000</a:t>
            </a:r>
          </a:p>
          <a:p>
            <a:pPr lvl="1"/>
            <a:r>
              <a:rPr lang="en-US"/>
              <a:t>Lorem ipsum dolor sit </a:t>
            </a:r>
            <a:r>
              <a:rPr lang="en-US" err="1"/>
              <a:t>amet</a:t>
            </a:r>
            <a:endParaRPr lang="en-US"/>
          </a:p>
        </p:txBody>
      </p:sp>
      <p:sp>
        <p:nvSpPr>
          <p:cNvPr id="16" name="Text Placeholder 2">
            <a:extLst>
              <a:ext uri="{FF2B5EF4-FFF2-40B4-BE49-F238E27FC236}">
                <a16:creationId xmlns:a16="http://schemas.microsoft.com/office/drawing/2014/main" id="{22046F05-476E-EC4B-994B-0F4A678B1304}"/>
              </a:ext>
            </a:extLst>
          </p:cNvPr>
          <p:cNvSpPr>
            <a:spLocks noGrp="1"/>
          </p:cNvSpPr>
          <p:nvPr>
            <p:ph type="body" sz="quarter" idx="21" hasCustomPrompt="1"/>
          </p:nvPr>
        </p:nvSpPr>
        <p:spPr>
          <a:xfrm>
            <a:off x="-1" y="3914803"/>
            <a:ext cx="4123703" cy="2096354"/>
          </a:xfrm>
          <a:solidFill>
            <a:srgbClr val="4D148C"/>
          </a:solidFill>
        </p:spPr>
        <p:txBody>
          <a:bodyPr lIns="365760" tIns="182880" rIns="365760" bIns="182880" anchor="ctr" anchorCtr="0"/>
          <a:lstStyle>
            <a:lvl1pPr algn="ctr">
              <a:spcAft>
                <a:spcPts val="300"/>
              </a:spcAft>
              <a:defRPr sz="14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defRPr sz="14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solidFill>
                  <a:schemeClr val="bg1"/>
                </a:solidFill>
              </a:defRPr>
            </a:lvl3pPr>
            <a:lvl4pPr algn="ctr">
              <a:buNone/>
              <a:defRPr/>
            </a:lvl4pPr>
            <a:lvl5pPr algn="ctr">
              <a:defRPr/>
            </a:lvl5pPr>
          </a:lstStyle>
          <a:p>
            <a:pPr lvl="0"/>
            <a:r>
              <a:rPr lang="en-US"/>
              <a:t>Add some simple copy here</a:t>
            </a:r>
          </a:p>
          <a:p>
            <a:pPr lvl="1"/>
            <a:r>
              <a:rPr lang="en-US"/>
              <a:t>Lorem ipsum dolor sit </a:t>
            </a:r>
            <a:r>
              <a:rPr lang="en-US" err="1"/>
              <a:t>amet</a:t>
            </a:r>
            <a:endParaRPr lang="en-US"/>
          </a:p>
        </p:txBody>
      </p:sp>
      <p:sp>
        <p:nvSpPr>
          <p:cNvPr id="10" name="Picture Placeholder 1">
            <a:extLst>
              <a:ext uri="{FF2B5EF4-FFF2-40B4-BE49-F238E27FC236}">
                <a16:creationId xmlns:a16="http://schemas.microsoft.com/office/drawing/2014/main" id="{6D4132D8-6B68-C840-BF70-235ADEE1CBD7}"/>
              </a:ext>
            </a:extLst>
          </p:cNvPr>
          <p:cNvSpPr>
            <a:spLocks noGrp="1"/>
          </p:cNvSpPr>
          <p:nvPr>
            <p:ph type="pic" sz="quarter" idx="15" hasCustomPrompt="1"/>
          </p:nvPr>
        </p:nvSpPr>
        <p:spPr>
          <a:xfrm>
            <a:off x="0" y="1524000"/>
            <a:ext cx="4123702" cy="2131470"/>
          </a:xfrm>
          <a:solidFill>
            <a:schemeClr val="accent6"/>
          </a:solidFill>
        </p:spPr>
        <p:txBody>
          <a:bodyPr tIns="0" anchor="ctr" anchorCtr="0"/>
          <a:lstStyle>
            <a:lvl1pPr algn="ctr">
              <a:defRPr sz="1400"/>
            </a:lvl1pPr>
          </a:lstStyle>
          <a:p>
            <a:r>
              <a:rPr lang="en-US"/>
              <a:t>Picture</a:t>
            </a:r>
          </a:p>
        </p:txBody>
      </p:sp>
      <p:sp>
        <p:nvSpPr>
          <p:cNvPr id="14" name="Picture Placeholder 2">
            <a:extLst>
              <a:ext uri="{FF2B5EF4-FFF2-40B4-BE49-F238E27FC236}">
                <a16:creationId xmlns:a16="http://schemas.microsoft.com/office/drawing/2014/main" id="{792DBAB5-2B8B-A041-BE35-8202BE33F4F1}"/>
              </a:ext>
            </a:extLst>
          </p:cNvPr>
          <p:cNvSpPr>
            <a:spLocks noGrp="1"/>
          </p:cNvSpPr>
          <p:nvPr>
            <p:ph type="pic" sz="quarter" idx="17" hasCustomPrompt="1"/>
          </p:nvPr>
        </p:nvSpPr>
        <p:spPr>
          <a:xfrm>
            <a:off x="4381501" y="1524000"/>
            <a:ext cx="3412716" cy="2131470"/>
          </a:xfrm>
          <a:solidFill>
            <a:schemeClr val="accent6"/>
          </a:solidFill>
        </p:spPr>
        <p:txBody>
          <a:bodyPr tIns="0" anchor="ctr" anchorCtr="0"/>
          <a:lstStyle>
            <a:lvl1pPr algn="ctr">
              <a:defRPr sz="1400"/>
            </a:lvl1pPr>
          </a:lstStyle>
          <a:p>
            <a:r>
              <a:rPr lang="en-US"/>
              <a:t>Picture</a:t>
            </a:r>
          </a:p>
        </p:txBody>
      </p:sp>
      <p:sp>
        <p:nvSpPr>
          <p:cNvPr id="15" name="Picture Placeholder 3">
            <a:extLst>
              <a:ext uri="{FF2B5EF4-FFF2-40B4-BE49-F238E27FC236}">
                <a16:creationId xmlns:a16="http://schemas.microsoft.com/office/drawing/2014/main" id="{2A0E579D-5009-D642-AFF8-3C334B7FCF50}"/>
              </a:ext>
            </a:extLst>
          </p:cNvPr>
          <p:cNvSpPr>
            <a:spLocks noGrp="1"/>
          </p:cNvSpPr>
          <p:nvPr>
            <p:ph type="pic" sz="quarter" idx="18" hasCustomPrompt="1"/>
          </p:nvPr>
        </p:nvSpPr>
        <p:spPr>
          <a:xfrm>
            <a:off x="4381501" y="3914803"/>
            <a:ext cx="3412716" cy="2096354"/>
          </a:xfrm>
          <a:solidFill>
            <a:schemeClr val="accent6"/>
          </a:solidFill>
        </p:spPr>
        <p:txBody>
          <a:bodyPr tIns="0" anchor="ctr" anchorCtr="0"/>
          <a:lstStyle>
            <a:lvl1pPr algn="ctr">
              <a:defRPr sz="1400"/>
            </a:lvl1pPr>
          </a:lstStyle>
          <a:p>
            <a:r>
              <a:rPr lang="en-US"/>
              <a:t>Picture</a:t>
            </a:r>
          </a:p>
        </p:txBody>
      </p:sp>
      <p:sp>
        <p:nvSpPr>
          <p:cNvPr id="13" name="Picture Placeholder 4">
            <a:extLst>
              <a:ext uri="{FF2B5EF4-FFF2-40B4-BE49-F238E27FC236}">
                <a16:creationId xmlns:a16="http://schemas.microsoft.com/office/drawing/2014/main" id="{E37DE572-79EA-1A4A-8310-DCC09938058E}"/>
              </a:ext>
            </a:extLst>
          </p:cNvPr>
          <p:cNvSpPr>
            <a:spLocks noGrp="1"/>
          </p:cNvSpPr>
          <p:nvPr>
            <p:ph type="pic" sz="quarter" idx="16" hasCustomPrompt="1"/>
          </p:nvPr>
        </p:nvSpPr>
        <p:spPr>
          <a:xfrm>
            <a:off x="8077200" y="3914803"/>
            <a:ext cx="4095750" cy="2096354"/>
          </a:xfrm>
          <a:solidFill>
            <a:schemeClr val="accent6"/>
          </a:solidFill>
        </p:spPr>
        <p:txBody>
          <a:bodyPr tIns="0" anchor="ctr" anchorCtr="0"/>
          <a:lstStyle>
            <a:lvl1pPr algn="ctr">
              <a:defRPr sz="1400"/>
            </a:lvl1pPr>
          </a:lstStyle>
          <a:p>
            <a:r>
              <a:rPr lang="en-US"/>
              <a:t>Picture</a:t>
            </a:r>
          </a:p>
        </p:txBody>
      </p:sp>
      <p:sp>
        <p:nvSpPr>
          <p:cNvPr id="2" name="Footer Placeholder">
            <a:extLst>
              <a:ext uri="{FF2B5EF4-FFF2-40B4-BE49-F238E27FC236}">
                <a16:creationId xmlns:a16="http://schemas.microsoft.com/office/drawing/2014/main" id="{8283AD65-8E8B-B944-B54F-12BEC3E165EA}"/>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E76BACBC-5329-B846-88F2-D9F7D62FB651}"/>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58222394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52_Highly Visual">
    <p:spTree>
      <p:nvGrpSpPr>
        <p:cNvPr id="1" name=""/>
        <p:cNvGrpSpPr/>
        <p:nvPr/>
      </p:nvGrpSpPr>
      <p:grpSpPr>
        <a:xfrm>
          <a:off x="0" y="0"/>
          <a:ext cx="0" cy="0"/>
          <a:chOff x="0" y="0"/>
          <a:chExt cx="0" cy="0"/>
        </a:xfrm>
      </p:grpSpPr>
      <p:sp>
        <p:nvSpPr>
          <p:cNvPr id="11" name="Title ">
            <a:extLst>
              <a:ext uri="{FF2B5EF4-FFF2-40B4-BE49-F238E27FC236}">
                <a16:creationId xmlns:a16="http://schemas.microsoft.com/office/drawing/2014/main" id="{A2EA7797-D7E0-F945-B592-1B435991DFEE}"/>
              </a:ext>
            </a:extLst>
          </p:cNvPr>
          <p:cNvSpPr>
            <a:spLocks noGrp="1"/>
          </p:cNvSpPr>
          <p:nvPr>
            <p:ph type="title"/>
          </p:nvPr>
        </p:nvSpPr>
        <p:spPr>
          <a:xfrm>
            <a:off x="1038225" y="571501"/>
            <a:ext cx="10115550" cy="603504"/>
          </a:xfrm>
        </p:spPr>
        <p:txBody>
          <a:bodyPr/>
          <a:lstStyle>
            <a:lvl1pPr algn="ctr">
              <a:defRPr/>
            </a:lvl1pPr>
          </a:lstStyle>
          <a:p>
            <a:r>
              <a:rPr lang="en-US"/>
              <a:t>Click to edit Master title style</a:t>
            </a:r>
          </a:p>
        </p:txBody>
      </p:sp>
      <p:sp>
        <p:nvSpPr>
          <p:cNvPr id="18" name="Text Placeholder 1">
            <a:extLst>
              <a:ext uri="{FF2B5EF4-FFF2-40B4-BE49-F238E27FC236}">
                <a16:creationId xmlns:a16="http://schemas.microsoft.com/office/drawing/2014/main" id="{18EA53DA-3397-D046-9264-5A86DC91FF3F}"/>
              </a:ext>
            </a:extLst>
          </p:cNvPr>
          <p:cNvSpPr>
            <a:spLocks noGrp="1"/>
          </p:cNvSpPr>
          <p:nvPr>
            <p:ph type="body" sz="quarter" idx="22" hasCustomPrompt="1"/>
          </p:nvPr>
        </p:nvSpPr>
        <p:spPr>
          <a:xfrm>
            <a:off x="8077200" y="1523999"/>
            <a:ext cx="4095750" cy="4487157"/>
          </a:xfrm>
          <a:solidFill>
            <a:schemeClr val="tx2"/>
          </a:solidFill>
        </p:spPr>
        <p:txBody>
          <a:bodyPr lIns="365760" tIns="182880" rIns="365760" bIns="182880" anchor="ctr" anchorCtr="0"/>
          <a:lstStyle>
            <a:lvl1pPr algn="ctr">
              <a:lnSpc>
                <a:spcPct val="130000"/>
              </a:lnSpc>
              <a:spcAft>
                <a:spcPts val="600"/>
              </a:spcAft>
              <a:defRPr sz="2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Aft>
                <a:spcPts val="600"/>
              </a:spcAft>
              <a:defRPr sz="14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lgn="ctr">
              <a:defRPr sz="1400">
                <a:solidFill>
                  <a:schemeClr val="bg1"/>
                </a:solidFill>
              </a:defRPr>
            </a:lvl3pPr>
            <a:lvl4pPr algn="ctr">
              <a:buNone/>
              <a:defRPr/>
            </a:lvl4pPr>
            <a:lvl5pPr algn="ctr">
              <a:defRPr/>
            </a:lvl5pPr>
          </a:lstStyle>
          <a:p>
            <a:pPr lvl="0"/>
            <a:r>
              <a:rPr lang="en-US"/>
              <a:t>Lorem ipsum dolor sit </a:t>
            </a:r>
            <a:r>
              <a:rPr lang="en-US" err="1"/>
              <a:t>amet</a:t>
            </a:r>
            <a:endParaRPr lang="en-US"/>
          </a:p>
          <a:p>
            <a:pPr lvl="1"/>
            <a:r>
              <a:rPr lang="en-US"/>
              <a:t>Lorem ipsum dolor sit </a:t>
            </a:r>
            <a:r>
              <a:rPr lang="en-US" err="1"/>
              <a:t>amet</a:t>
            </a:r>
            <a:endParaRPr lang="en-US"/>
          </a:p>
        </p:txBody>
      </p:sp>
      <p:sp>
        <p:nvSpPr>
          <p:cNvPr id="10" name="Picture Placeholder 1">
            <a:extLst>
              <a:ext uri="{FF2B5EF4-FFF2-40B4-BE49-F238E27FC236}">
                <a16:creationId xmlns:a16="http://schemas.microsoft.com/office/drawing/2014/main" id="{6D4132D8-6B68-C840-BF70-235ADEE1CBD7}"/>
              </a:ext>
            </a:extLst>
          </p:cNvPr>
          <p:cNvSpPr>
            <a:spLocks noGrp="1"/>
          </p:cNvSpPr>
          <p:nvPr>
            <p:ph type="pic" sz="quarter" idx="15" hasCustomPrompt="1"/>
          </p:nvPr>
        </p:nvSpPr>
        <p:spPr>
          <a:xfrm>
            <a:off x="0" y="1524000"/>
            <a:ext cx="4123702" cy="2131470"/>
          </a:xfrm>
          <a:solidFill>
            <a:schemeClr val="accent6"/>
          </a:solidFill>
        </p:spPr>
        <p:txBody>
          <a:bodyPr tIns="0" anchor="ctr" anchorCtr="0"/>
          <a:lstStyle>
            <a:lvl1pPr algn="ctr">
              <a:defRPr sz="1400"/>
            </a:lvl1pPr>
          </a:lstStyle>
          <a:p>
            <a:r>
              <a:rPr lang="en-US"/>
              <a:t>Picture</a:t>
            </a:r>
          </a:p>
        </p:txBody>
      </p:sp>
      <p:sp>
        <p:nvSpPr>
          <p:cNvPr id="14" name="Picture Placeholder 2">
            <a:extLst>
              <a:ext uri="{FF2B5EF4-FFF2-40B4-BE49-F238E27FC236}">
                <a16:creationId xmlns:a16="http://schemas.microsoft.com/office/drawing/2014/main" id="{792DBAB5-2B8B-A041-BE35-8202BE33F4F1}"/>
              </a:ext>
            </a:extLst>
          </p:cNvPr>
          <p:cNvSpPr>
            <a:spLocks noGrp="1"/>
          </p:cNvSpPr>
          <p:nvPr>
            <p:ph type="pic" sz="quarter" idx="17" hasCustomPrompt="1"/>
          </p:nvPr>
        </p:nvSpPr>
        <p:spPr>
          <a:xfrm>
            <a:off x="4381501" y="1524000"/>
            <a:ext cx="3412716" cy="2131470"/>
          </a:xfrm>
          <a:solidFill>
            <a:schemeClr val="accent6"/>
          </a:solidFill>
        </p:spPr>
        <p:txBody>
          <a:bodyPr tIns="0" anchor="ctr" anchorCtr="0"/>
          <a:lstStyle>
            <a:lvl1pPr algn="ctr">
              <a:defRPr sz="1400"/>
            </a:lvl1pPr>
          </a:lstStyle>
          <a:p>
            <a:r>
              <a:rPr lang="en-US"/>
              <a:t>Picture</a:t>
            </a:r>
          </a:p>
        </p:txBody>
      </p:sp>
      <p:sp>
        <p:nvSpPr>
          <p:cNvPr id="15" name="Picture Placeholder 3">
            <a:extLst>
              <a:ext uri="{FF2B5EF4-FFF2-40B4-BE49-F238E27FC236}">
                <a16:creationId xmlns:a16="http://schemas.microsoft.com/office/drawing/2014/main" id="{2A0E579D-5009-D642-AFF8-3C334B7FCF50}"/>
              </a:ext>
            </a:extLst>
          </p:cNvPr>
          <p:cNvSpPr>
            <a:spLocks noGrp="1"/>
          </p:cNvSpPr>
          <p:nvPr>
            <p:ph type="pic" sz="quarter" idx="18" hasCustomPrompt="1"/>
          </p:nvPr>
        </p:nvSpPr>
        <p:spPr>
          <a:xfrm>
            <a:off x="1" y="3914803"/>
            <a:ext cx="4114800" cy="2096354"/>
          </a:xfrm>
          <a:solidFill>
            <a:schemeClr val="accent6"/>
          </a:solidFill>
        </p:spPr>
        <p:txBody>
          <a:bodyPr tIns="0" anchor="ctr" anchorCtr="0"/>
          <a:lstStyle>
            <a:lvl1pPr algn="ctr">
              <a:defRPr sz="1400"/>
            </a:lvl1pPr>
          </a:lstStyle>
          <a:p>
            <a:r>
              <a:rPr lang="en-US"/>
              <a:t>Picture</a:t>
            </a:r>
          </a:p>
        </p:txBody>
      </p:sp>
      <p:sp>
        <p:nvSpPr>
          <p:cNvPr id="13" name="Picture Placeholder 4">
            <a:extLst>
              <a:ext uri="{FF2B5EF4-FFF2-40B4-BE49-F238E27FC236}">
                <a16:creationId xmlns:a16="http://schemas.microsoft.com/office/drawing/2014/main" id="{E37DE572-79EA-1A4A-8310-DCC09938058E}"/>
              </a:ext>
            </a:extLst>
          </p:cNvPr>
          <p:cNvSpPr>
            <a:spLocks noGrp="1"/>
          </p:cNvSpPr>
          <p:nvPr>
            <p:ph type="pic" sz="quarter" idx="16" hasCustomPrompt="1"/>
          </p:nvPr>
        </p:nvSpPr>
        <p:spPr>
          <a:xfrm>
            <a:off x="4381502" y="3914803"/>
            <a:ext cx="3412716" cy="2096354"/>
          </a:xfrm>
          <a:solidFill>
            <a:schemeClr val="accent6"/>
          </a:solidFill>
        </p:spPr>
        <p:txBody>
          <a:bodyPr tIns="0" anchor="ctr" anchorCtr="0"/>
          <a:lstStyle>
            <a:lvl1pPr algn="ctr">
              <a:defRPr sz="1400"/>
            </a:lvl1pPr>
          </a:lstStyle>
          <a:p>
            <a:r>
              <a:rPr lang="en-US"/>
              <a:t>Picture</a:t>
            </a:r>
          </a:p>
        </p:txBody>
      </p:sp>
      <p:sp>
        <p:nvSpPr>
          <p:cNvPr id="2" name="Footer Placeholder">
            <a:extLst>
              <a:ext uri="{FF2B5EF4-FFF2-40B4-BE49-F238E27FC236}">
                <a16:creationId xmlns:a16="http://schemas.microsoft.com/office/drawing/2014/main" id="{8283AD65-8E8B-B944-B54F-12BEC3E165EA}"/>
              </a:ext>
            </a:extLst>
          </p:cNvPr>
          <p:cNvSpPr>
            <a:spLocks noGrp="1"/>
          </p:cNvSpPr>
          <p:nvPr>
            <p:ph type="ftr" sz="quarter" idx="23"/>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a:extLst>
              <a:ext uri="{FF2B5EF4-FFF2-40B4-BE49-F238E27FC236}">
                <a16:creationId xmlns:a16="http://schemas.microsoft.com/office/drawing/2014/main" id="{E76BACBC-5329-B846-88F2-D9F7D62FB651}"/>
              </a:ext>
            </a:extLst>
          </p:cNvPr>
          <p:cNvSpPr>
            <a:spLocks noGrp="1"/>
          </p:cNvSpPr>
          <p:nvPr>
            <p:ph type="sldNum" sz="quarter" idx="24"/>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175710580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53_Highly Visual">
    <p:spTree>
      <p:nvGrpSpPr>
        <p:cNvPr id="1" name=""/>
        <p:cNvGrpSpPr/>
        <p:nvPr/>
      </p:nvGrpSpPr>
      <p:grpSpPr>
        <a:xfrm>
          <a:off x="0" y="0"/>
          <a:ext cx="0" cy="0"/>
          <a:chOff x="0" y="0"/>
          <a:chExt cx="0" cy="0"/>
        </a:xfrm>
      </p:grpSpPr>
      <p:sp>
        <p:nvSpPr>
          <p:cNvPr id="6" name="Supporting Image">
            <a:extLst>
              <a:ext uri="{FF2B5EF4-FFF2-40B4-BE49-F238E27FC236}">
                <a16:creationId xmlns:a16="http://schemas.microsoft.com/office/drawing/2014/main" id="{51D4D0E4-B6F1-9649-AC34-5B323E04FFA3}"/>
              </a:ext>
            </a:extLst>
          </p:cNvPr>
          <p:cNvSpPr>
            <a:spLocks noGrp="1"/>
          </p:cNvSpPr>
          <p:nvPr>
            <p:ph type="pic" sz="quarter" idx="12"/>
          </p:nvPr>
        </p:nvSpPr>
        <p:spPr>
          <a:xfrm>
            <a:off x="0" y="0"/>
            <a:ext cx="12192000" cy="6858000"/>
          </a:xfrm>
        </p:spPr>
        <p:txBody>
          <a:bodyPr anchor="ctr" anchorCtr="0"/>
          <a:lstStyle>
            <a:lvl1pPr algn="ctr">
              <a:defRPr sz="1400">
                <a:solidFill>
                  <a:schemeClr val="tx1"/>
                </a:solidFill>
              </a:defRPr>
            </a:lvl1pPr>
          </a:lstStyle>
          <a:p>
            <a:endParaRPr lang="en-US"/>
          </a:p>
        </p:txBody>
      </p:sp>
      <p:sp>
        <p:nvSpPr>
          <p:cNvPr id="11" name="Text Placeholder / Gradient Overlay">
            <a:extLst>
              <a:ext uri="{FF2B5EF4-FFF2-40B4-BE49-F238E27FC236}">
                <a16:creationId xmlns:a16="http://schemas.microsoft.com/office/drawing/2014/main" id="{337787D7-8C5C-A045-96C8-5EA107936AA2}"/>
              </a:ext>
            </a:extLst>
          </p:cNvPr>
          <p:cNvSpPr>
            <a:spLocks noGrp="1"/>
          </p:cNvSpPr>
          <p:nvPr>
            <p:ph type="body" sz="quarter" idx="20" hasCustomPrompt="1"/>
          </p:nvPr>
        </p:nvSpPr>
        <p:spPr>
          <a:xfrm>
            <a:off x="0" y="0"/>
            <a:ext cx="12192000" cy="6858000"/>
          </a:xfrm>
          <a:prstGeom prst="rect">
            <a:avLst/>
          </a:prstGeom>
          <a:solidFill>
            <a:srgbClr val="4D148C">
              <a:alpha val="89804"/>
            </a:srgbClr>
          </a:solidFill>
        </p:spPr>
        <p:txBody>
          <a:bodyPr wrap="square" lIns="576072" tIns="594360" rIns="2286000" anchor="t" anchorCtr="0">
            <a:noAutofit/>
          </a:bodyPr>
          <a:lstStyle>
            <a:lvl1pPr>
              <a:lnSpc>
                <a:spcPct val="110000"/>
              </a:lnSpc>
              <a:spcAft>
                <a:spcPts val="2400"/>
              </a:spcAft>
              <a:defRPr sz="38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Bef>
                <a:spcPts val="300"/>
              </a:spcBef>
              <a:spcAft>
                <a:spcPts val="1200"/>
              </a:spcAft>
              <a:defRPr sz="2200" b="0" i="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300"/>
              </a:spcAft>
              <a:buFont typeface="Arial" panose="020B0604020202020204" pitchFamily="34" charset="0"/>
              <a:buNone/>
              <a:defRPr sz="16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marL="0" indent="0">
              <a:buFont typeface="Arial" panose="020B0604020202020204" pitchFamily="34" charset="0"/>
              <a:buNone/>
              <a:tabLst/>
              <a:defRPr lang="en-US" sz="1600" b="0" i="0" kern="1200" dirty="0" smtClean="0">
                <a:solidFill>
                  <a:schemeClr val="bg1"/>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kern="1200" dirty="0" smtClean="0">
                <a:solidFill>
                  <a:schemeClr val="bg1"/>
                </a:solidFill>
                <a:latin typeface="+mn-lt"/>
                <a:ea typeface="+mn-ea"/>
                <a:cs typeface="+mn-cs"/>
              </a:defRPr>
            </a:lvl5pPr>
            <a:lvl6pPr>
              <a:defRPr lang="en-US" sz="1400" kern="1200" dirty="0">
                <a:solidFill>
                  <a:schemeClr val="bg1"/>
                </a:solidFill>
                <a:latin typeface="+mn-lt"/>
                <a:ea typeface="+mn-ea"/>
                <a:cs typeface="+mn-cs"/>
              </a:defRPr>
            </a:lvl6pPr>
          </a:lstStyle>
          <a:p>
            <a:pPr lvl="0"/>
            <a:r>
              <a:rPr lang="en-US"/>
              <a:t>Slide title goes here</a:t>
            </a:r>
          </a:p>
          <a:p>
            <a:pPr lvl="1"/>
            <a:r>
              <a:rPr lang="en-US"/>
              <a:t>Subheading goes here </a:t>
            </a:r>
          </a:p>
          <a:p>
            <a:pPr lvl="2"/>
            <a:r>
              <a:rPr lang="en-US"/>
              <a:t>Second level </a:t>
            </a:r>
          </a:p>
          <a:p>
            <a:pPr lvl="3"/>
            <a:r>
              <a:rPr lang="en-US"/>
              <a:t>Third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Fourth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Fifth level</a:t>
            </a:r>
          </a:p>
          <a:p>
            <a:pPr marL="658368" lvl="5" indent="-219456" algn="l" defTabSz="914400" rtl="0" eaLnBrk="1" latinLnBrk="0" hangingPunct="1">
              <a:lnSpc>
                <a:spcPct val="130000"/>
              </a:lnSpc>
              <a:spcBef>
                <a:spcPts val="0"/>
              </a:spcBef>
              <a:spcAft>
                <a:spcPts val="600"/>
              </a:spcAft>
              <a:buFont typeface="System Font Regular"/>
              <a:buChar char="&gt;"/>
              <a:tabLst/>
            </a:pPr>
            <a:r>
              <a:rPr lang="en-US"/>
              <a:t>Sixth level</a:t>
            </a:r>
          </a:p>
        </p:txBody>
      </p:sp>
      <p:sp>
        <p:nvSpPr>
          <p:cNvPr id="2" name="Footer Placeholder">
            <a:extLst>
              <a:ext uri="{FF2B5EF4-FFF2-40B4-BE49-F238E27FC236}">
                <a16:creationId xmlns:a16="http://schemas.microsoft.com/office/drawing/2014/main" id="{F71CA3AC-B231-8349-8916-82C671365ECE}"/>
              </a:ext>
            </a:extLst>
          </p:cNvPr>
          <p:cNvSpPr>
            <a:spLocks noGrp="1"/>
          </p:cNvSpPr>
          <p:nvPr>
            <p:ph type="ftr" sz="quarter" idx="21"/>
          </p:nvPr>
        </p:nvSpPr>
        <p:spPr/>
        <p:txBody>
          <a:bodyPr/>
          <a:lstStyle>
            <a:lvl1pPr>
              <a:defRPr>
                <a:solidFill>
                  <a:schemeClr val="bg1"/>
                </a:solidFill>
              </a:defRPr>
            </a:lvl1pPr>
          </a:lstStyle>
          <a:p>
            <a:r>
              <a:rPr lang="en-US" b="1"/>
              <a:t>&lt;Customize with Department&gt;</a:t>
            </a:r>
            <a:br>
              <a:rPr lang="en-US">
                <a:latin typeface="+mj-lt"/>
              </a:rPr>
            </a:br>
            <a:r>
              <a:rPr lang="en-US"/>
              <a:t>FedEx Proprietary &amp; Confidential © </a:t>
            </a:r>
          </a:p>
        </p:txBody>
      </p:sp>
      <p:sp>
        <p:nvSpPr>
          <p:cNvPr id="5" name="Slide Number Placeholder">
            <a:extLst>
              <a:ext uri="{FF2B5EF4-FFF2-40B4-BE49-F238E27FC236}">
                <a16:creationId xmlns:a16="http://schemas.microsoft.com/office/drawing/2014/main" id="{104CCE7F-659C-5341-AAC6-2AE0B93A39B0}"/>
              </a:ext>
            </a:extLst>
          </p:cNvPr>
          <p:cNvSpPr>
            <a:spLocks noGrp="1"/>
          </p:cNvSpPr>
          <p:nvPr>
            <p:ph type="sldNum" sz="quarter" idx="22"/>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650332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38A27867-CAA1-5C4E-9B08-4F880B6FB42F}"/>
              </a:ext>
            </a:extLst>
          </p:cNvPr>
          <p:cNvSpPr>
            <a:spLocks noGrp="1"/>
          </p:cNvSpPr>
          <p:nvPr>
            <p:ph type="ftr" sz="quarter" idx="11"/>
          </p:nvPr>
        </p:nvSpPr>
        <p:spPr/>
        <p:txBody>
          <a:bodyPr/>
          <a:lstStyle/>
          <a:p>
            <a:pPr>
              <a:lnSpc>
                <a:spcPct val="90000"/>
              </a:lnSpc>
            </a:pP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6" name="Slide Number Placeholder">
            <a:extLst>
              <a:ext uri="{FF2B5EF4-FFF2-40B4-BE49-F238E27FC236}">
                <a16:creationId xmlns:a16="http://schemas.microsoft.com/office/drawing/2014/main" id="{3035D467-8096-3049-9FBD-139638104647}"/>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274035371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1_Title Slide Image (full bleed)">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D80369D-202D-9141-92AA-D009B1D0D41A}"/>
              </a:ext>
            </a:extLst>
          </p:cNvPr>
          <p:cNvSpPr>
            <a:spLocks noGrp="1"/>
          </p:cNvSpPr>
          <p:nvPr>
            <p:ph type="pic" sz="quarter" idx="23"/>
          </p:nvPr>
        </p:nvSpPr>
        <p:spPr>
          <a:xfrm>
            <a:off x="0" y="0"/>
            <a:ext cx="12192000" cy="6858000"/>
          </a:xfrm>
          <a:solidFill>
            <a:schemeClr val="accent6"/>
          </a:solidFill>
        </p:spPr>
        <p:txBody>
          <a:bodyPr anchor="ctr" anchorCtr="0"/>
          <a:lstStyle>
            <a:lvl1pPr algn="ctr">
              <a:defRPr sz="1400"/>
            </a:lvl1pPr>
          </a:lstStyle>
          <a:p>
            <a:r>
              <a:rPr lang="en-US"/>
              <a:t>Click icon to add picture</a:t>
            </a:r>
          </a:p>
        </p:txBody>
      </p:sp>
      <p:sp>
        <p:nvSpPr>
          <p:cNvPr id="2" name="Freeform 1">
            <a:extLst>
              <a:ext uri="{FF2B5EF4-FFF2-40B4-BE49-F238E27FC236}">
                <a16:creationId xmlns:a16="http://schemas.microsoft.com/office/drawing/2014/main" id="{A2D6074D-E65D-B591-6CDB-CE543E5F6D27}"/>
              </a:ext>
            </a:extLst>
          </p:cNvPr>
          <p:cNvSpPr/>
          <p:nvPr/>
        </p:nvSpPr>
        <p:spPr>
          <a:xfrm flipH="1">
            <a:off x="-20097" y="-55242"/>
            <a:ext cx="8316909" cy="6991515"/>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74640" h="6858000">
                <a:moveTo>
                  <a:pt x="0" y="0"/>
                </a:moveTo>
                <a:lnTo>
                  <a:pt x="8374640" y="0"/>
                </a:lnTo>
                <a:lnTo>
                  <a:pt x="8374640" y="6858000"/>
                </a:lnTo>
                <a:lnTo>
                  <a:pt x="6181381" y="6858000"/>
                </a:lnTo>
                <a:close/>
              </a:path>
            </a:pathLst>
          </a:custGeom>
          <a:solidFill>
            <a:schemeClr val="bg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600" b="0" i="0" u="none" strike="noStrike" kern="0" cap="none" spc="0" normalizeH="0" baseline="0" noProof="0">
              <a:ln>
                <a:noFill/>
              </a:ln>
              <a:solidFill>
                <a:prstClr val="white"/>
              </a:solidFill>
              <a:effectLst/>
              <a:uLnTx/>
              <a:uFillTx/>
              <a:latin typeface="FedEx Sans Regular"/>
              <a:ea typeface="+mn-ea"/>
              <a:cs typeface="+mn-cs"/>
            </a:endParaRPr>
          </a:p>
        </p:txBody>
      </p:sp>
      <p:sp>
        <p:nvSpPr>
          <p:cNvPr id="4" name="Text Placeholder 2">
            <a:extLst>
              <a:ext uri="{FF2B5EF4-FFF2-40B4-BE49-F238E27FC236}">
                <a16:creationId xmlns:a16="http://schemas.microsoft.com/office/drawing/2014/main" id="{AD0673FE-F326-0BE2-DD7C-CA4904FA540F}"/>
              </a:ext>
            </a:extLst>
          </p:cNvPr>
          <p:cNvSpPr>
            <a:spLocks noGrp="1"/>
          </p:cNvSpPr>
          <p:nvPr>
            <p:ph type="body" sz="quarter" idx="21"/>
          </p:nvPr>
        </p:nvSpPr>
        <p:spPr>
          <a:xfrm>
            <a:off x="467834" y="1615842"/>
            <a:ext cx="5142612" cy="1996495"/>
          </a:xfrm>
        </p:spPr>
        <p:txBody>
          <a:bodyPr anchor="ctr"/>
          <a:lstStyle>
            <a:lvl1pPr>
              <a:defRPr b="0" i="0">
                <a:latin typeface="FedEx Sans Light" panose="020B0403020203020204" pitchFamily="34" charset="0"/>
                <a:ea typeface="FedEx Sans Light" panose="020B0403020203020204" pitchFamily="34" charset="0"/>
                <a:cs typeface="FedEx Sans Light" panose="020B0403020203020204" pitchFamily="34" charset="0"/>
              </a:defRPr>
            </a:lvl1pPr>
          </a:lstStyle>
          <a:p>
            <a:pPr lvl="0">
              <a:lnSpc>
                <a:spcPct val="100000"/>
              </a:lnSpc>
            </a:pPr>
            <a:r>
              <a:rPr lang="en-US" sz="4000">
                <a:solidFill>
                  <a:schemeClr val="tx2"/>
                </a:solidFill>
              </a:rPr>
              <a:t>Click to edit Master text styles</a:t>
            </a:r>
          </a:p>
        </p:txBody>
      </p:sp>
      <p:sp>
        <p:nvSpPr>
          <p:cNvPr id="6" name="Text Placeholder 2">
            <a:extLst>
              <a:ext uri="{FF2B5EF4-FFF2-40B4-BE49-F238E27FC236}">
                <a16:creationId xmlns:a16="http://schemas.microsoft.com/office/drawing/2014/main" id="{634B6B18-08E2-BA81-0B55-E8381596E8C6}"/>
              </a:ext>
            </a:extLst>
          </p:cNvPr>
          <p:cNvSpPr txBox="1">
            <a:spLocks/>
          </p:cNvSpPr>
          <p:nvPr/>
        </p:nvSpPr>
        <p:spPr>
          <a:xfrm>
            <a:off x="467835" y="3754577"/>
            <a:ext cx="5142612" cy="2041783"/>
          </a:xfrm>
          <a:prstGeom prst="rect">
            <a:avLst/>
          </a:prstGeom>
        </p:spPr>
        <p:txBody>
          <a:bodyPr vert="horz" lIns="0" tIns="0" rIns="0" bIns="0" rtlCol="0" anchor="ctr" anchorCtr="0">
            <a:no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tabLst/>
              <a:defRPr sz="4800" b="0" i="0" kern="120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0" indent="0" algn="l" defTabSz="914400" rtl="0" eaLnBrk="1" latinLnBrk="0" hangingPunct="1">
              <a:lnSpc>
                <a:spcPct val="130000"/>
              </a:lnSpc>
              <a:spcBef>
                <a:spcPts val="0"/>
              </a:spcBef>
              <a:spcAft>
                <a:spcPts val="600"/>
              </a:spcAft>
              <a:buFont typeface="Arial" panose="020B0604020202020204" pitchFamily="34" charset="0"/>
              <a:buNone/>
              <a:defRPr sz="1800" b="1" i="0" kern="120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800" b="0" i="0" kern="120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solidFill>
                  <a:schemeClr val="accent5">
                    <a:lumMod val="25000"/>
                  </a:schemeClr>
                </a:solidFill>
              </a:rPr>
              <a:t>Presenter name </a:t>
            </a:r>
          </a:p>
          <a:p>
            <a:pPr lvl="1"/>
            <a:r>
              <a:rPr lang="en-US">
                <a:solidFill>
                  <a:schemeClr val="accent5">
                    <a:lumMod val="25000"/>
                  </a:schemeClr>
                </a:solidFill>
              </a:rPr>
              <a:t>subheading goes here</a:t>
            </a:r>
          </a:p>
          <a:p>
            <a:pPr lvl="2"/>
            <a:endParaRPr lang="en-US">
              <a:solidFill>
                <a:schemeClr val="accent5">
                  <a:lumMod val="25000"/>
                </a:schemeClr>
              </a:solidFill>
            </a:endParaRPr>
          </a:p>
          <a:p>
            <a:pPr lvl="2"/>
            <a:r>
              <a:rPr lang="en-US">
                <a:solidFill>
                  <a:schemeClr val="accent5">
                    <a:lumMod val="25000"/>
                  </a:schemeClr>
                </a:solidFill>
              </a:rPr>
              <a:t>Date goes here</a:t>
            </a:r>
          </a:p>
        </p:txBody>
      </p:sp>
      <p:pic>
        <p:nvPicPr>
          <p:cNvPr id="7" name="Graphic 6">
            <a:extLst>
              <a:ext uri="{FF2B5EF4-FFF2-40B4-BE49-F238E27FC236}">
                <a16:creationId xmlns:a16="http://schemas.microsoft.com/office/drawing/2014/main" id="{3F6F8D92-E35D-D5B0-BDD7-72AD9EF489A8}"/>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04835" y="366037"/>
            <a:ext cx="2673252" cy="1301141"/>
          </a:xfrm>
          <a:prstGeom prst="rect">
            <a:avLst/>
          </a:prstGeom>
        </p:spPr>
      </p:pic>
    </p:spTree>
    <p:extLst>
      <p:ext uri="{BB962C8B-B14F-4D97-AF65-F5344CB8AC3E}">
        <p14:creationId xmlns:p14="http://schemas.microsoft.com/office/powerpoint/2010/main" val="997141729"/>
      </p:ext>
    </p:extLst>
  </p:cSld>
  <p:clrMapOvr>
    <a:masterClrMapping/>
  </p:clrMapOvr>
  <p:extLst>
    <p:ext uri="{DCECCB84-F9BA-43D5-87BE-67443E8EF086}">
      <p15:sldGuideLst xmlns:p15="http://schemas.microsoft.com/office/powerpoint/2012/main">
        <p15:guide id="1" orient="horz" pos="192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itle Slide Image (full bleed)">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D80369D-202D-9141-92AA-D009B1D0D41A}"/>
              </a:ext>
            </a:extLst>
          </p:cNvPr>
          <p:cNvSpPr>
            <a:spLocks noGrp="1"/>
          </p:cNvSpPr>
          <p:nvPr>
            <p:ph type="pic" sz="quarter" idx="23"/>
          </p:nvPr>
        </p:nvSpPr>
        <p:spPr>
          <a:xfrm>
            <a:off x="0" y="0"/>
            <a:ext cx="12192000" cy="6858000"/>
          </a:xfrm>
          <a:solidFill>
            <a:schemeClr val="accent6"/>
          </a:solidFill>
        </p:spPr>
        <p:txBody>
          <a:bodyPr anchor="ctr" anchorCtr="0"/>
          <a:lstStyle>
            <a:lvl1pPr algn="ctr">
              <a:defRPr sz="1400"/>
            </a:lvl1pPr>
          </a:lstStyle>
          <a:p>
            <a:r>
              <a:rPr lang="en-US"/>
              <a:t>Click icon to add picture</a:t>
            </a:r>
          </a:p>
        </p:txBody>
      </p:sp>
      <p:sp>
        <p:nvSpPr>
          <p:cNvPr id="7" name="Rectangle 6">
            <a:extLst>
              <a:ext uri="{FF2B5EF4-FFF2-40B4-BE49-F238E27FC236}">
                <a16:creationId xmlns:a16="http://schemas.microsoft.com/office/drawing/2014/main" id="{38EA9A0E-D48E-4FDF-98CA-4EDE125D1FB9}"/>
              </a:ext>
            </a:extLst>
          </p:cNvPr>
          <p:cNvSpPr/>
          <p:nvPr/>
        </p:nvSpPr>
        <p:spPr>
          <a:xfrm>
            <a:off x="0" y="3429000"/>
            <a:ext cx="12192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B7B148BB-7309-4A72-F2B7-4B6923840D89}"/>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182722" y="5420856"/>
            <a:ext cx="2673252" cy="1301141"/>
          </a:xfrm>
          <a:prstGeom prst="rect">
            <a:avLst/>
          </a:prstGeom>
        </p:spPr>
      </p:pic>
      <p:pic>
        <p:nvPicPr>
          <p:cNvPr id="8" name="Picture 7" descr="A black and white arrow&#10;&#10;AI-generated content may be incorrect.">
            <a:extLst>
              <a:ext uri="{FF2B5EF4-FFF2-40B4-BE49-F238E27FC236}">
                <a16:creationId xmlns:a16="http://schemas.microsoft.com/office/drawing/2014/main" id="{65733EC4-0974-9522-BF7A-AF6501E1AC7C}"/>
              </a:ext>
            </a:extLst>
          </p:cNvPr>
          <p:cNvPicPr>
            <a:picLocks noChangeAspect="1"/>
          </p:cNvPicPr>
          <p:nvPr/>
        </p:nvPicPr>
        <p:blipFill>
          <a:blip r:embed="rId3" cstate="screen">
            <a:alphaModFix amt="25000"/>
            <a:extLst>
              <a:ext uri="{28A0092B-C50C-407E-A947-70E740481C1C}">
                <a14:useLocalDpi xmlns:a14="http://schemas.microsoft.com/office/drawing/2010/main" val="0"/>
              </a:ext>
            </a:extLst>
          </a:blip>
          <a:srcRect t="49777" r="-428" b="4193"/>
          <a:stretch/>
        </p:blipFill>
        <p:spPr>
          <a:xfrm>
            <a:off x="1754775" y="3429000"/>
            <a:ext cx="8682450" cy="3429000"/>
          </a:xfrm>
          <a:prstGeom prst="rect">
            <a:avLst/>
          </a:prstGeom>
        </p:spPr>
      </p:pic>
      <p:sp>
        <p:nvSpPr>
          <p:cNvPr id="4" name="Text Placeholder 2">
            <a:extLst>
              <a:ext uri="{FF2B5EF4-FFF2-40B4-BE49-F238E27FC236}">
                <a16:creationId xmlns:a16="http://schemas.microsoft.com/office/drawing/2014/main" id="{B496D9D1-AAFB-1083-6D9D-B08288535120}"/>
              </a:ext>
            </a:extLst>
          </p:cNvPr>
          <p:cNvSpPr txBox="1">
            <a:spLocks/>
          </p:cNvSpPr>
          <p:nvPr/>
        </p:nvSpPr>
        <p:spPr>
          <a:xfrm>
            <a:off x="516141" y="4291892"/>
            <a:ext cx="10732232" cy="846707"/>
          </a:xfrm>
          <a:prstGeom prst="rect">
            <a:avLst/>
          </a:prstGeom>
        </p:spPr>
        <p:txBody>
          <a:bodyPr anchor="ct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44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rPr>
              <a:t>Presentation title goes here</a:t>
            </a:r>
          </a:p>
        </p:txBody>
      </p:sp>
      <p:sp>
        <p:nvSpPr>
          <p:cNvPr id="6" name="Text Placeholder 2">
            <a:extLst>
              <a:ext uri="{FF2B5EF4-FFF2-40B4-BE49-F238E27FC236}">
                <a16:creationId xmlns:a16="http://schemas.microsoft.com/office/drawing/2014/main" id="{E8BD695F-0658-3F68-8C4F-6FE9C97384FB}"/>
              </a:ext>
            </a:extLst>
          </p:cNvPr>
          <p:cNvSpPr txBox="1">
            <a:spLocks/>
          </p:cNvSpPr>
          <p:nvPr/>
        </p:nvSpPr>
        <p:spPr>
          <a:xfrm>
            <a:off x="599818" y="5138599"/>
            <a:ext cx="7906151" cy="952506"/>
          </a:xfrm>
          <a:prstGeom prst="rect">
            <a:avLst/>
          </a:prstGeom>
        </p:spPr>
        <p:txBody>
          <a:bodyPr vert="horz" lIns="0" tIns="0" rIns="0" bIns="0" rtlCol="0" anchor="ctr" anchorCtr="0">
            <a:no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tabLst/>
              <a:defRPr sz="4800" b="0" i="0" kern="120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0" indent="0" algn="l" defTabSz="914400" rtl="0" eaLnBrk="1" latinLnBrk="0" hangingPunct="1">
              <a:lnSpc>
                <a:spcPct val="130000"/>
              </a:lnSpc>
              <a:spcBef>
                <a:spcPts val="0"/>
              </a:spcBef>
              <a:spcAft>
                <a:spcPts val="600"/>
              </a:spcAft>
              <a:buFont typeface="Arial" panose="020B0604020202020204" pitchFamily="34" charset="0"/>
              <a:buNone/>
              <a:defRPr sz="1800" b="1" i="0" kern="120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800" b="0" i="0" kern="120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solidFill>
                  <a:schemeClr val="accent5">
                    <a:lumMod val="25000"/>
                  </a:schemeClr>
                </a:solidFill>
              </a:rPr>
              <a:t>Presenter name / subheading goes here</a:t>
            </a:r>
          </a:p>
          <a:p>
            <a:pPr lvl="2"/>
            <a:r>
              <a:rPr lang="en-US">
                <a:solidFill>
                  <a:schemeClr val="accent5">
                    <a:lumMod val="25000"/>
                  </a:schemeClr>
                </a:solidFill>
              </a:rPr>
              <a:t>Date goes here</a:t>
            </a:r>
          </a:p>
        </p:txBody>
      </p:sp>
    </p:spTree>
    <p:extLst>
      <p:ext uri="{BB962C8B-B14F-4D97-AF65-F5344CB8AC3E}">
        <p14:creationId xmlns:p14="http://schemas.microsoft.com/office/powerpoint/2010/main" val="992532455"/>
      </p:ext>
    </p:extLst>
  </p:cSld>
  <p:clrMapOvr>
    <a:masterClrMapping/>
  </p:clrMapOvr>
  <p:extLst>
    <p:ext uri="{DCECCB84-F9BA-43D5-87BE-67443E8EF086}">
      <p15:sldGuideLst xmlns:p15="http://schemas.microsoft.com/office/powerpoint/2012/main">
        <p15:guide id="1" orient="horz" pos="192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2_Title Slide Image (full bleed)">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D80369D-202D-9141-92AA-D009B1D0D41A}"/>
              </a:ext>
            </a:extLst>
          </p:cNvPr>
          <p:cNvSpPr>
            <a:spLocks noGrp="1"/>
          </p:cNvSpPr>
          <p:nvPr>
            <p:ph type="pic" sz="quarter" idx="23"/>
          </p:nvPr>
        </p:nvSpPr>
        <p:spPr>
          <a:xfrm>
            <a:off x="0" y="0"/>
            <a:ext cx="12192000" cy="6858000"/>
          </a:xfrm>
          <a:solidFill>
            <a:schemeClr val="accent6"/>
          </a:solidFill>
        </p:spPr>
        <p:txBody>
          <a:bodyPr anchor="ctr" anchorCtr="0"/>
          <a:lstStyle>
            <a:lvl1pPr algn="ctr">
              <a:defRPr sz="1400"/>
            </a:lvl1pPr>
          </a:lstStyle>
          <a:p>
            <a:r>
              <a:rPr lang="en-US"/>
              <a:t>Click icon to add picture</a:t>
            </a:r>
          </a:p>
        </p:txBody>
      </p:sp>
      <p:sp>
        <p:nvSpPr>
          <p:cNvPr id="7" name="Rectangle 6">
            <a:extLst>
              <a:ext uri="{FF2B5EF4-FFF2-40B4-BE49-F238E27FC236}">
                <a16:creationId xmlns:a16="http://schemas.microsoft.com/office/drawing/2014/main" id="{38EA9A0E-D48E-4FDF-98CA-4EDE125D1FB9}"/>
              </a:ext>
            </a:extLst>
          </p:cNvPr>
          <p:cNvSpPr/>
          <p:nvPr/>
        </p:nvSpPr>
        <p:spPr>
          <a:xfrm>
            <a:off x="0" y="0"/>
            <a:ext cx="12192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B7B148BB-7309-4A72-F2B7-4B6923840D89}"/>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151292" y="212336"/>
            <a:ext cx="2673252" cy="1301141"/>
          </a:xfrm>
          <a:prstGeom prst="rect">
            <a:avLst/>
          </a:prstGeom>
        </p:spPr>
      </p:pic>
      <p:sp>
        <p:nvSpPr>
          <p:cNvPr id="4" name="Text Placeholder 2">
            <a:extLst>
              <a:ext uri="{FF2B5EF4-FFF2-40B4-BE49-F238E27FC236}">
                <a16:creationId xmlns:a16="http://schemas.microsoft.com/office/drawing/2014/main" id="{B496D9D1-AAFB-1083-6D9D-B08288535120}"/>
              </a:ext>
            </a:extLst>
          </p:cNvPr>
          <p:cNvSpPr txBox="1">
            <a:spLocks/>
          </p:cNvSpPr>
          <p:nvPr/>
        </p:nvSpPr>
        <p:spPr>
          <a:xfrm>
            <a:off x="516141" y="1031143"/>
            <a:ext cx="10732232" cy="846707"/>
          </a:xfrm>
          <a:prstGeom prst="rect">
            <a:avLst/>
          </a:prstGeom>
        </p:spPr>
        <p:txBody>
          <a:bodyPr anchor="ct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44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rPr>
              <a:t>Presentation title goes here</a:t>
            </a:r>
          </a:p>
        </p:txBody>
      </p:sp>
      <p:sp>
        <p:nvSpPr>
          <p:cNvPr id="6" name="Text Placeholder 2">
            <a:extLst>
              <a:ext uri="{FF2B5EF4-FFF2-40B4-BE49-F238E27FC236}">
                <a16:creationId xmlns:a16="http://schemas.microsoft.com/office/drawing/2014/main" id="{E8BD695F-0658-3F68-8C4F-6FE9C97384FB}"/>
              </a:ext>
            </a:extLst>
          </p:cNvPr>
          <p:cNvSpPr txBox="1">
            <a:spLocks/>
          </p:cNvSpPr>
          <p:nvPr/>
        </p:nvSpPr>
        <p:spPr>
          <a:xfrm>
            <a:off x="599818" y="1842520"/>
            <a:ext cx="7906151" cy="787195"/>
          </a:xfrm>
          <a:prstGeom prst="rect">
            <a:avLst/>
          </a:prstGeom>
        </p:spPr>
        <p:txBody>
          <a:bodyPr vert="horz" lIns="0" tIns="0" rIns="0" bIns="0" rtlCol="0" anchor="ctr" anchorCtr="0">
            <a:noAutofit/>
          </a:bodyPr>
          <a:lstStyle>
            <a:lvl1pPr marL="0" indent="0" algn="l" defTabSz="914400" rtl="0" eaLnBrk="1" latinLnBrk="0" hangingPunct="1">
              <a:lnSpc>
                <a:spcPct val="110000"/>
              </a:lnSpc>
              <a:spcBef>
                <a:spcPts val="0"/>
              </a:spcBef>
              <a:spcAft>
                <a:spcPts val="1200"/>
              </a:spcAft>
              <a:buFont typeface="Arial" panose="020B0604020202020204" pitchFamily="34" charset="0"/>
              <a:buNone/>
              <a:tabLst/>
              <a:defRPr sz="4800" b="0" i="0" kern="120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0" indent="0" algn="l" defTabSz="914400" rtl="0" eaLnBrk="1" latinLnBrk="0" hangingPunct="1">
              <a:lnSpc>
                <a:spcPct val="130000"/>
              </a:lnSpc>
              <a:spcBef>
                <a:spcPts val="0"/>
              </a:spcBef>
              <a:spcAft>
                <a:spcPts val="600"/>
              </a:spcAft>
              <a:buFont typeface="Arial" panose="020B0604020202020204" pitchFamily="34" charset="0"/>
              <a:buNone/>
              <a:defRPr sz="1800" b="1" i="0" kern="1200">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800" b="0" i="0" kern="120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solidFill>
                  <a:schemeClr val="accent5">
                    <a:lumMod val="25000"/>
                  </a:schemeClr>
                </a:solidFill>
              </a:rPr>
              <a:t>Presenter name / subheading goes here</a:t>
            </a:r>
          </a:p>
        </p:txBody>
      </p:sp>
      <p:pic>
        <p:nvPicPr>
          <p:cNvPr id="3" name="Picture 2" descr="A black and white arrow&#10;&#10;AI-generated content may be incorrect.">
            <a:extLst>
              <a:ext uri="{FF2B5EF4-FFF2-40B4-BE49-F238E27FC236}">
                <a16:creationId xmlns:a16="http://schemas.microsoft.com/office/drawing/2014/main" id="{96CCF0FD-7D6F-96FB-9129-77772DA280BB}"/>
              </a:ext>
            </a:extLst>
          </p:cNvPr>
          <p:cNvPicPr>
            <a:picLocks noChangeAspect="1"/>
          </p:cNvPicPr>
          <p:nvPr/>
        </p:nvPicPr>
        <p:blipFill>
          <a:blip r:embed="rId3" cstate="screen">
            <a:alphaModFix amt="26000"/>
            <a:extLst>
              <a:ext uri="{28A0092B-C50C-407E-A947-70E740481C1C}">
                <a14:useLocalDpi xmlns:a14="http://schemas.microsoft.com/office/drawing/2010/main" val="0"/>
              </a:ext>
            </a:extLst>
          </a:blip>
          <a:srcRect t="-1423" r="-428" b="50225"/>
          <a:stretch/>
        </p:blipFill>
        <p:spPr>
          <a:xfrm>
            <a:off x="2215189" y="1"/>
            <a:ext cx="7806141" cy="3429000"/>
          </a:xfrm>
          <a:prstGeom prst="rect">
            <a:avLst/>
          </a:prstGeom>
        </p:spPr>
      </p:pic>
      <p:sp>
        <p:nvSpPr>
          <p:cNvPr id="10" name="TextBox 9">
            <a:extLst>
              <a:ext uri="{FF2B5EF4-FFF2-40B4-BE49-F238E27FC236}">
                <a16:creationId xmlns:a16="http://schemas.microsoft.com/office/drawing/2014/main" id="{B4036BA8-CD3E-6E99-CE29-7DD05C7F366A}"/>
              </a:ext>
            </a:extLst>
          </p:cNvPr>
          <p:cNvSpPr txBox="1"/>
          <p:nvPr/>
        </p:nvSpPr>
        <p:spPr>
          <a:xfrm>
            <a:off x="8996515" y="2772697"/>
            <a:ext cx="2459319" cy="338554"/>
          </a:xfrm>
          <a:prstGeom prst="rect">
            <a:avLst/>
          </a:prstGeom>
          <a:noFill/>
        </p:spPr>
        <p:txBody>
          <a:bodyPr wrap="square" anchor="ctr">
            <a:spAutoFit/>
          </a:bodyPr>
          <a:lstStyle/>
          <a:p>
            <a:pPr lvl="2" algn="r"/>
            <a:r>
              <a:rPr lang="en-US">
                <a:solidFill>
                  <a:schemeClr val="accent5">
                    <a:lumMod val="25000"/>
                  </a:schemeClr>
                </a:solidFill>
              </a:rPr>
              <a:t>Date goes here</a:t>
            </a:r>
          </a:p>
        </p:txBody>
      </p:sp>
    </p:spTree>
    <p:extLst>
      <p:ext uri="{BB962C8B-B14F-4D97-AF65-F5344CB8AC3E}">
        <p14:creationId xmlns:p14="http://schemas.microsoft.com/office/powerpoint/2010/main" val="2651544366"/>
      </p:ext>
    </p:extLst>
  </p:cSld>
  <p:clrMapOvr>
    <a:masterClrMapping/>
  </p:clrMapOvr>
  <p:extLst>
    <p:ext uri="{DCECCB84-F9BA-43D5-87BE-67443E8EF086}">
      <p15:sldGuideLst xmlns:p15="http://schemas.microsoft.com/office/powerpoint/2012/main">
        <p15:guide id="1" orient="horz" pos="192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X-Negative Arrow (left) Cover (white overlay)">
    <p:bg>
      <p:bgPr>
        <a:solidFill>
          <a:schemeClr val="bg1"/>
        </a:solidFill>
        <a:effectLst/>
      </p:bgPr>
    </p:bg>
    <p:spTree>
      <p:nvGrpSpPr>
        <p:cNvPr id="1" name=""/>
        <p:cNvGrpSpPr/>
        <p:nvPr/>
      </p:nvGrpSpPr>
      <p:grpSpPr>
        <a:xfrm>
          <a:off x="0" y="0"/>
          <a:ext cx="0" cy="0"/>
          <a:chOff x="0" y="0"/>
          <a:chExt cx="0" cy="0"/>
        </a:xfrm>
      </p:grpSpPr>
      <p:sp>
        <p:nvSpPr>
          <p:cNvPr id="3" name="Supporting Image">
            <a:extLst>
              <a:ext uri="{FF2B5EF4-FFF2-40B4-BE49-F238E27FC236}">
                <a16:creationId xmlns:a16="http://schemas.microsoft.com/office/drawing/2014/main" id="{A68D0969-02D3-C34B-A798-8707A3021AE0}"/>
              </a:ext>
            </a:extLst>
          </p:cNvPr>
          <p:cNvSpPr>
            <a:spLocks noGrp="1"/>
          </p:cNvSpPr>
          <p:nvPr>
            <p:ph type="pic" sz="quarter" idx="23"/>
          </p:nvPr>
        </p:nvSpPr>
        <p:spPr>
          <a:xfrm>
            <a:off x="0" y="0"/>
            <a:ext cx="12192000" cy="6858000"/>
          </a:xfrm>
          <a:solidFill>
            <a:schemeClr val="accent6"/>
          </a:solidFill>
        </p:spPr>
        <p:txBody>
          <a:bodyPr anchor="ctr" anchorCtr="0"/>
          <a:lstStyle>
            <a:lvl1pPr algn="ctr">
              <a:defRPr sz="1400">
                <a:solidFill>
                  <a:schemeClr val="tx1"/>
                </a:solidFill>
              </a:defRPr>
            </a:lvl1pPr>
          </a:lstStyle>
          <a:p>
            <a:r>
              <a:rPr lang="en-US"/>
              <a:t>Click icon to add picture</a:t>
            </a:r>
          </a:p>
        </p:txBody>
      </p:sp>
      <p:sp>
        <p:nvSpPr>
          <p:cNvPr id="7" name="Text Placeholder">
            <a:extLst>
              <a:ext uri="{FF2B5EF4-FFF2-40B4-BE49-F238E27FC236}">
                <a16:creationId xmlns:a16="http://schemas.microsoft.com/office/drawing/2014/main" id="{B85D19B7-D771-3147-B4D2-77569C8D6CEE}"/>
              </a:ext>
            </a:extLst>
          </p:cNvPr>
          <p:cNvSpPr>
            <a:spLocks noGrp="1"/>
          </p:cNvSpPr>
          <p:nvPr>
            <p:ph type="body" sz="quarter" idx="20" hasCustomPrompt="1"/>
          </p:nvPr>
        </p:nvSpPr>
        <p:spPr>
          <a:xfrm>
            <a:off x="1523" y="0"/>
            <a:ext cx="5945124" cy="6858000"/>
          </a:xfrm>
          <a:custGeom>
            <a:avLst/>
            <a:gdLst>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12190476 w 12190476"/>
              <a:gd name="connsiteY3" fmla="*/ 292432 h 6858000"/>
              <a:gd name="connsiteX4" fmla="*/ 12190476 w 12190476"/>
              <a:gd name="connsiteY4" fmla="*/ 6353337 h 6858000"/>
              <a:gd name="connsiteX5" fmla="*/ 9529162 w 12190476"/>
              <a:gd name="connsiteY5" fmla="*/ 3377467 h 6858000"/>
              <a:gd name="connsiteX6" fmla="*/ 6588368 w 12190476"/>
              <a:gd name="connsiteY6" fmla="*/ 0 h 6858000"/>
              <a:gd name="connsiteX7" fmla="*/ 9060566 w 12190476"/>
              <a:gd name="connsiteY7" fmla="*/ 0 h 6858000"/>
              <a:gd name="connsiteX8" fmla="*/ 7824817 w 12190476"/>
              <a:gd name="connsiteY8" fmla="*/ 1423098 h 6858000"/>
              <a:gd name="connsiteX9" fmla="*/ 0 w 12190476"/>
              <a:gd name="connsiteY9" fmla="*/ 0 h 6858000"/>
              <a:gd name="connsiteX10" fmla="*/ 2961588 w 12190476"/>
              <a:gd name="connsiteY10" fmla="*/ 0 h 6858000"/>
              <a:gd name="connsiteX11" fmla="*/ 5945124 w 12190476"/>
              <a:gd name="connsiteY11" fmla="*/ 3402520 h 6858000"/>
              <a:gd name="connsiteX12" fmla="*/ 2956230 w 12190476"/>
              <a:gd name="connsiteY12" fmla="*/ 6858000 h 6858000"/>
              <a:gd name="connsiteX13" fmla="*/ 0 w 12190476"/>
              <a:gd name="connsiteY13" fmla="*/ 685800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6588368 w 12190476"/>
              <a:gd name="connsiteY8" fmla="*/ 0 h 6858000"/>
              <a:gd name="connsiteX9" fmla="*/ 9060566 w 12190476"/>
              <a:gd name="connsiteY9" fmla="*/ 0 h 6858000"/>
              <a:gd name="connsiteX10" fmla="*/ 6588368 w 12190476"/>
              <a:gd name="connsiteY10" fmla="*/ 0 h 6858000"/>
              <a:gd name="connsiteX11" fmla="*/ 0 w 12190476"/>
              <a:gd name="connsiteY11" fmla="*/ 0 h 6858000"/>
              <a:gd name="connsiteX12" fmla="*/ 2961588 w 12190476"/>
              <a:gd name="connsiteY12" fmla="*/ 0 h 6858000"/>
              <a:gd name="connsiteX13" fmla="*/ 5945124 w 12190476"/>
              <a:gd name="connsiteY13" fmla="*/ 3402520 h 6858000"/>
              <a:gd name="connsiteX14" fmla="*/ 2956230 w 12190476"/>
              <a:gd name="connsiteY14" fmla="*/ 6858000 h 6858000"/>
              <a:gd name="connsiteX15" fmla="*/ 0 w 12190476"/>
              <a:gd name="connsiteY15" fmla="*/ 6858000 h 6858000"/>
              <a:gd name="connsiteX16" fmla="*/ 0 w 12190476"/>
              <a:gd name="connsiteY16"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12190476 w 12190476"/>
              <a:gd name="connsiteY4" fmla="*/ 292432 h 6858000"/>
              <a:gd name="connsiteX5" fmla="*/ 12190476 w 12190476"/>
              <a:gd name="connsiteY5" fmla="*/ 6353337 h 6858000"/>
              <a:gd name="connsiteX6" fmla="*/ 9529162 w 12190476"/>
              <a:gd name="connsiteY6" fmla="*/ 3377467 h 6858000"/>
              <a:gd name="connsiteX7" fmla="*/ 12190476 w 12190476"/>
              <a:gd name="connsiteY7" fmla="*/ 292432 h 6858000"/>
              <a:gd name="connsiteX8" fmla="*/ 0 w 12190476"/>
              <a:gd name="connsiteY8" fmla="*/ 0 h 6858000"/>
              <a:gd name="connsiteX9" fmla="*/ 2961588 w 12190476"/>
              <a:gd name="connsiteY9" fmla="*/ 0 h 6858000"/>
              <a:gd name="connsiteX10" fmla="*/ 5945124 w 12190476"/>
              <a:gd name="connsiteY10" fmla="*/ 3402520 h 6858000"/>
              <a:gd name="connsiteX11" fmla="*/ 2956230 w 12190476"/>
              <a:gd name="connsiteY11" fmla="*/ 6858000 h 6858000"/>
              <a:gd name="connsiteX12" fmla="*/ 0 w 12190476"/>
              <a:gd name="connsiteY12" fmla="*/ 6858000 h 6858000"/>
              <a:gd name="connsiteX13" fmla="*/ 0 w 12190476"/>
              <a:gd name="connsiteY13" fmla="*/ 0 h 6858000"/>
              <a:gd name="connsiteX0" fmla="*/ 7674364 w 12190476"/>
              <a:gd name="connsiteY0" fmla="*/ 5356804 h 6858000"/>
              <a:gd name="connsiteX1" fmla="*/ 9009253 w 12190476"/>
              <a:gd name="connsiteY1" fmla="*/ 6858000 h 6858000"/>
              <a:gd name="connsiteX2" fmla="*/ 6398522 w 12190476"/>
              <a:gd name="connsiteY2" fmla="*/ 6858000 h 6858000"/>
              <a:gd name="connsiteX3" fmla="*/ 7674364 w 12190476"/>
              <a:gd name="connsiteY3" fmla="*/ 5356804 h 6858000"/>
              <a:gd name="connsiteX4" fmla="*/ 9529162 w 12190476"/>
              <a:gd name="connsiteY4" fmla="*/ 3377467 h 6858000"/>
              <a:gd name="connsiteX5" fmla="*/ 12190476 w 12190476"/>
              <a:gd name="connsiteY5" fmla="*/ 6353337 h 6858000"/>
              <a:gd name="connsiteX6" fmla="*/ 9529162 w 12190476"/>
              <a:gd name="connsiteY6" fmla="*/ 3377467 h 6858000"/>
              <a:gd name="connsiteX7" fmla="*/ 0 w 12190476"/>
              <a:gd name="connsiteY7" fmla="*/ 0 h 6858000"/>
              <a:gd name="connsiteX8" fmla="*/ 2961588 w 12190476"/>
              <a:gd name="connsiteY8" fmla="*/ 0 h 6858000"/>
              <a:gd name="connsiteX9" fmla="*/ 5945124 w 12190476"/>
              <a:gd name="connsiteY9" fmla="*/ 3402520 h 6858000"/>
              <a:gd name="connsiteX10" fmla="*/ 2956230 w 12190476"/>
              <a:gd name="connsiteY10" fmla="*/ 6858000 h 6858000"/>
              <a:gd name="connsiteX11" fmla="*/ 0 w 12190476"/>
              <a:gd name="connsiteY11" fmla="*/ 6858000 h 6858000"/>
              <a:gd name="connsiteX12" fmla="*/ 0 w 12190476"/>
              <a:gd name="connsiteY12" fmla="*/ 0 h 6858000"/>
              <a:gd name="connsiteX0" fmla="*/ 7674364 w 9009253"/>
              <a:gd name="connsiteY0" fmla="*/ 5356804 h 6858000"/>
              <a:gd name="connsiteX1" fmla="*/ 9009253 w 9009253"/>
              <a:gd name="connsiteY1" fmla="*/ 6858000 h 6858000"/>
              <a:gd name="connsiteX2" fmla="*/ 6398522 w 9009253"/>
              <a:gd name="connsiteY2" fmla="*/ 6858000 h 6858000"/>
              <a:gd name="connsiteX3" fmla="*/ 7674364 w 9009253"/>
              <a:gd name="connsiteY3" fmla="*/ 5356804 h 6858000"/>
              <a:gd name="connsiteX4" fmla="*/ 0 w 9009253"/>
              <a:gd name="connsiteY4" fmla="*/ 0 h 6858000"/>
              <a:gd name="connsiteX5" fmla="*/ 2961588 w 9009253"/>
              <a:gd name="connsiteY5" fmla="*/ 0 h 6858000"/>
              <a:gd name="connsiteX6" fmla="*/ 5945124 w 9009253"/>
              <a:gd name="connsiteY6" fmla="*/ 3402520 h 6858000"/>
              <a:gd name="connsiteX7" fmla="*/ 2956230 w 9009253"/>
              <a:gd name="connsiteY7" fmla="*/ 6858000 h 6858000"/>
              <a:gd name="connsiteX8" fmla="*/ 0 w 9009253"/>
              <a:gd name="connsiteY8" fmla="*/ 6858000 h 6858000"/>
              <a:gd name="connsiteX9" fmla="*/ 0 w 9009253"/>
              <a:gd name="connsiteY9" fmla="*/ 0 h 6858000"/>
              <a:gd name="connsiteX0" fmla="*/ 6398522 w 9009253"/>
              <a:gd name="connsiteY0" fmla="*/ 6858000 h 6858000"/>
              <a:gd name="connsiteX1" fmla="*/ 9009253 w 9009253"/>
              <a:gd name="connsiteY1" fmla="*/ 6858000 h 6858000"/>
              <a:gd name="connsiteX2" fmla="*/ 6398522 w 9009253"/>
              <a:gd name="connsiteY2" fmla="*/ 6858000 h 6858000"/>
              <a:gd name="connsiteX3" fmla="*/ 0 w 9009253"/>
              <a:gd name="connsiteY3" fmla="*/ 0 h 6858000"/>
              <a:gd name="connsiteX4" fmla="*/ 2961588 w 9009253"/>
              <a:gd name="connsiteY4" fmla="*/ 0 h 6858000"/>
              <a:gd name="connsiteX5" fmla="*/ 5945124 w 9009253"/>
              <a:gd name="connsiteY5" fmla="*/ 3402520 h 6858000"/>
              <a:gd name="connsiteX6" fmla="*/ 2956230 w 9009253"/>
              <a:gd name="connsiteY6" fmla="*/ 6858000 h 6858000"/>
              <a:gd name="connsiteX7" fmla="*/ 0 w 9009253"/>
              <a:gd name="connsiteY7" fmla="*/ 6858000 h 6858000"/>
              <a:gd name="connsiteX8" fmla="*/ 0 w 9009253"/>
              <a:gd name="connsiteY8" fmla="*/ 0 h 6858000"/>
              <a:gd name="connsiteX0" fmla="*/ 0 w 5945124"/>
              <a:gd name="connsiteY0" fmla="*/ 0 h 6858000"/>
              <a:gd name="connsiteX1" fmla="*/ 2961588 w 5945124"/>
              <a:gd name="connsiteY1" fmla="*/ 0 h 6858000"/>
              <a:gd name="connsiteX2" fmla="*/ 5945124 w 5945124"/>
              <a:gd name="connsiteY2" fmla="*/ 3402520 h 6858000"/>
              <a:gd name="connsiteX3" fmla="*/ 2956230 w 5945124"/>
              <a:gd name="connsiteY3" fmla="*/ 6858000 h 6858000"/>
              <a:gd name="connsiteX4" fmla="*/ 0 w 5945124"/>
              <a:gd name="connsiteY4" fmla="*/ 6858000 h 6858000"/>
              <a:gd name="connsiteX5" fmla="*/ 0 w 594512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5124" h="6858000">
                <a:moveTo>
                  <a:pt x="0" y="0"/>
                </a:moveTo>
                <a:lnTo>
                  <a:pt x="2961588" y="0"/>
                </a:lnTo>
                <a:lnTo>
                  <a:pt x="5945124" y="3402520"/>
                </a:lnTo>
                <a:lnTo>
                  <a:pt x="2956230" y="6858000"/>
                </a:lnTo>
                <a:lnTo>
                  <a:pt x="0" y="6858000"/>
                </a:lnTo>
                <a:lnTo>
                  <a:pt x="0" y="0"/>
                </a:lnTo>
                <a:close/>
              </a:path>
            </a:pathLst>
          </a:custGeom>
          <a:solidFill>
            <a:schemeClr val="bg1">
              <a:alpha val="90000"/>
            </a:schemeClr>
          </a:solidFill>
        </p:spPr>
        <p:txBody>
          <a:bodyPr wrap="square" lIns="576072" tIns="365760" rIns="822960" anchor="ctr" anchorCtr="0">
            <a:noAutofit/>
          </a:bodyPr>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tx1"/>
                </a:solidFill>
              </a:defRPr>
            </a:lvl2pPr>
            <a:lvl3pPr>
              <a:spcAft>
                <a:spcPts val="600"/>
              </a:spcAft>
              <a:defRPr>
                <a:solidFill>
                  <a:schemeClr val="tx1"/>
                </a:solidFill>
              </a:defRPr>
            </a:lvl3pPr>
            <a:lvl4pPr>
              <a:buNone/>
              <a:defRPr>
                <a:solidFill>
                  <a:schemeClr val="bg1"/>
                </a:solidFill>
              </a:defRPr>
            </a:lvl4pPr>
            <a:lvl5pPr>
              <a:defRPr>
                <a:solidFill>
                  <a:schemeClr val="bg1"/>
                </a:solidFill>
              </a:defRPr>
            </a:lvl5pPr>
          </a:lstStyle>
          <a:p>
            <a:pPr lvl="0"/>
            <a:r>
              <a:rPr lang="en-US"/>
              <a:t>Presentation title goes here</a:t>
            </a:r>
          </a:p>
          <a:p>
            <a:pPr lvl="1"/>
            <a:r>
              <a:rPr lang="en-US"/>
              <a:t>Presenter name or subheading goes here</a:t>
            </a:r>
          </a:p>
          <a:p>
            <a:pPr lvl="2"/>
            <a:r>
              <a:rPr lang="en-US"/>
              <a:t>Date 00, 0000</a:t>
            </a:r>
          </a:p>
        </p:txBody>
      </p:sp>
      <p:sp>
        <p:nvSpPr>
          <p:cNvPr id="5" name="Logo">
            <a:extLst>
              <a:ext uri="{FF2B5EF4-FFF2-40B4-BE49-F238E27FC236}">
                <a16:creationId xmlns:a16="http://schemas.microsoft.com/office/drawing/2014/main" id="{8559CB78-E28A-5D4B-B765-841E82B29851}"/>
              </a:ext>
            </a:extLst>
          </p:cNvPr>
          <p:cNvSpPr>
            <a:spLocks noGrp="1" noChangeAspect="1"/>
          </p:cNvSpPr>
          <p:nvPr>
            <p:ph type="pic" sz="quarter" idx="22" hasCustomPrompt="1"/>
          </p:nvPr>
        </p:nvSpPr>
        <p:spPr>
          <a:xfrm>
            <a:off x="289356" y="456438"/>
            <a:ext cx="2058736" cy="1005840"/>
          </a:xfrm>
          <a: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p:spPr>
        <p:txBody>
          <a:bodyPr>
            <a:normAutofit/>
          </a:bodyPr>
          <a:lstStyle>
            <a:lvl1pPr>
              <a:defRPr sz="500"/>
            </a:lvl1pPr>
          </a:lstStyle>
          <a:p>
            <a:r>
              <a:rPr lang="en-US"/>
              <a:t> </a:t>
            </a:r>
          </a:p>
        </p:txBody>
      </p:sp>
    </p:spTree>
    <p:extLst>
      <p:ext uri="{BB962C8B-B14F-4D97-AF65-F5344CB8AC3E}">
        <p14:creationId xmlns:p14="http://schemas.microsoft.com/office/powerpoint/2010/main" val="180807455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Simple Closing (white)">
    <p:bg>
      <p:bgRef idx="1001">
        <a:schemeClr val="bg1"/>
      </p:bgRef>
    </p:bg>
    <p:spTree>
      <p:nvGrpSpPr>
        <p:cNvPr id="1" name=""/>
        <p:cNvGrpSpPr/>
        <p:nvPr/>
      </p:nvGrpSpPr>
      <p:grpSpPr>
        <a:xfrm>
          <a:off x="0" y="0"/>
          <a:ext cx="0" cy="0"/>
          <a:chOff x="0" y="0"/>
          <a:chExt cx="0" cy="0"/>
        </a:xfrm>
      </p:grpSpPr>
      <p:sp>
        <p:nvSpPr>
          <p:cNvPr id="16" name="Text Placeholder">
            <a:extLst>
              <a:ext uri="{FF2B5EF4-FFF2-40B4-BE49-F238E27FC236}">
                <a16:creationId xmlns:a16="http://schemas.microsoft.com/office/drawing/2014/main" id="{CCF35322-5ECC-6442-ABCE-0632B044192B}"/>
              </a:ext>
            </a:extLst>
          </p:cNvPr>
          <p:cNvSpPr>
            <a:spLocks noGrp="1"/>
          </p:cNvSpPr>
          <p:nvPr>
            <p:ph type="body" sz="quarter" idx="21" hasCustomPrompt="1"/>
          </p:nvPr>
        </p:nvSpPr>
        <p:spPr>
          <a:xfrm>
            <a:off x="571500" y="2293620"/>
            <a:ext cx="9410700" cy="2270760"/>
          </a:xfrm>
        </p:spPr>
        <p:txBody>
          <a:bodyPr anchor="ctr" anchorCtr="0"/>
          <a:lstStyle>
            <a:lvl1pPr>
              <a:lnSpc>
                <a:spcPct val="110000"/>
              </a:lnSpc>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tx1"/>
                </a:solidFill>
              </a:defRPr>
            </a:lvl2pPr>
          </a:lstStyle>
          <a:p>
            <a:pPr lvl="0"/>
            <a:r>
              <a:rPr lang="en-US"/>
              <a:t>Thank you.</a:t>
            </a:r>
          </a:p>
          <a:p>
            <a:pPr lvl="1"/>
            <a:r>
              <a:rPr lang="en-US"/>
              <a:t>Subheading goes here</a:t>
            </a:r>
          </a:p>
        </p:txBody>
      </p:sp>
      <p:grpSp>
        <p:nvGrpSpPr>
          <p:cNvPr id="11" name="Logo">
            <a:extLst>
              <a:ext uri="{FF2B5EF4-FFF2-40B4-BE49-F238E27FC236}">
                <a16:creationId xmlns:a16="http://schemas.microsoft.com/office/drawing/2014/main" id="{897B4F91-8D8A-F84B-85A1-58E956C54BC8}"/>
              </a:ext>
            </a:extLst>
          </p:cNvPr>
          <p:cNvGrpSpPr/>
          <p:nvPr/>
        </p:nvGrpSpPr>
        <p:grpSpPr>
          <a:xfrm>
            <a:off x="9983497" y="5927220"/>
            <a:ext cx="1629859" cy="449768"/>
            <a:chOff x="574730" y="1096728"/>
            <a:chExt cx="1629859" cy="449768"/>
          </a:xfrm>
        </p:grpSpPr>
        <p:sp>
          <p:nvSpPr>
            <p:cNvPr id="12" name="Freeform 11">
              <a:extLst>
                <a:ext uri="{FF2B5EF4-FFF2-40B4-BE49-F238E27FC236}">
                  <a16:creationId xmlns:a16="http://schemas.microsoft.com/office/drawing/2014/main" id="{C7730D61-BA25-CB45-B67E-0DEF08CD9910}"/>
                </a:ext>
              </a:extLst>
            </p:cNvPr>
            <p:cNvSpPr/>
            <p:nvPr/>
          </p:nvSpPr>
          <p:spPr>
            <a:xfrm>
              <a:off x="2104237" y="1432745"/>
              <a:ext cx="100352" cy="99908"/>
            </a:xfrm>
            <a:custGeom>
              <a:avLst/>
              <a:gdLst>
                <a:gd name="connsiteX0" fmla="*/ 191522 w 211559"/>
                <a:gd name="connsiteY0" fmla="*/ 106207 h 210624"/>
                <a:gd name="connsiteX1" fmla="*/ 105797 w 211559"/>
                <a:gd name="connsiteY1" fmla="*/ 19059 h 210624"/>
                <a:gd name="connsiteX2" fmla="*/ 20024 w 211559"/>
                <a:gd name="connsiteY2" fmla="*/ 101631 h 210624"/>
                <a:gd name="connsiteX3" fmla="*/ 20072 w 211559"/>
                <a:gd name="connsiteY3" fmla="*/ 106207 h 210624"/>
                <a:gd name="connsiteX4" fmla="*/ 105797 w 211559"/>
                <a:gd name="connsiteY4" fmla="*/ 193346 h 210624"/>
                <a:gd name="connsiteX5" fmla="*/ 191582 w 211559"/>
                <a:gd name="connsiteY5" fmla="*/ 111908 h 210624"/>
                <a:gd name="connsiteX6" fmla="*/ 191522 w 211559"/>
                <a:gd name="connsiteY6" fmla="*/ 106207 h 210624"/>
                <a:gd name="connsiteX7" fmla="*/ 83890 w 211559"/>
                <a:gd name="connsiteY7" fmla="*/ 110739 h 210624"/>
                <a:gd name="connsiteX8" fmla="*/ 83890 w 211559"/>
                <a:gd name="connsiteY8" fmla="*/ 169527 h 210624"/>
                <a:gd name="connsiteX9" fmla="*/ 66126 w 211559"/>
                <a:gd name="connsiteY9" fmla="*/ 169527 h 210624"/>
                <a:gd name="connsiteX10" fmla="*/ 66126 w 211559"/>
                <a:gd name="connsiteY10" fmla="*/ 42536 h 210624"/>
                <a:gd name="connsiteX11" fmla="*/ 106978 w 211559"/>
                <a:gd name="connsiteY11" fmla="*/ 42536 h 210624"/>
                <a:gd name="connsiteX12" fmla="*/ 149117 w 211559"/>
                <a:gd name="connsiteY12" fmla="*/ 76064 h 210624"/>
                <a:gd name="connsiteX13" fmla="*/ 128543 w 211559"/>
                <a:gd name="connsiteY13" fmla="*/ 103884 h 210624"/>
                <a:gd name="connsiteX14" fmla="*/ 128543 w 211559"/>
                <a:gd name="connsiteY14" fmla="*/ 103960 h 210624"/>
                <a:gd name="connsiteX15" fmla="*/ 145898 w 211559"/>
                <a:gd name="connsiteY15" fmla="*/ 132529 h 210624"/>
                <a:gd name="connsiteX16" fmla="*/ 154108 w 211559"/>
                <a:gd name="connsiteY16" fmla="*/ 167925 h 210624"/>
                <a:gd name="connsiteX17" fmla="*/ 132201 w 211559"/>
                <a:gd name="connsiteY17" fmla="*/ 167925 h 210624"/>
                <a:gd name="connsiteX18" fmla="*/ 123990 w 211559"/>
                <a:gd name="connsiteY18" fmla="*/ 125256 h 210624"/>
                <a:gd name="connsiteX19" fmla="*/ 103035 w 211559"/>
                <a:gd name="connsiteY19" fmla="*/ 110730 h 210624"/>
                <a:gd name="connsiteX20" fmla="*/ 83880 w 211559"/>
                <a:gd name="connsiteY20" fmla="*/ 110730 h 210624"/>
                <a:gd name="connsiteX21" fmla="*/ 106693 w 211559"/>
                <a:gd name="connsiteY21" fmla="*/ 94402 h 210624"/>
                <a:gd name="connsiteX22" fmla="*/ 130210 w 211559"/>
                <a:gd name="connsiteY22" fmla="*/ 76329 h 210624"/>
                <a:gd name="connsiteX23" fmla="*/ 106693 w 211559"/>
                <a:gd name="connsiteY23" fmla="*/ 58096 h 210624"/>
                <a:gd name="connsiteX24" fmla="*/ 83890 w 211559"/>
                <a:gd name="connsiteY24" fmla="*/ 58096 h 210624"/>
                <a:gd name="connsiteX25" fmla="*/ 83890 w 211559"/>
                <a:gd name="connsiteY25" fmla="*/ 93899 h 210624"/>
                <a:gd name="connsiteX26" fmla="*/ 106693 w 211559"/>
                <a:gd name="connsiteY26" fmla="*/ 94402 h 210624"/>
                <a:gd name="connsiteX27" fmla="*/ 13 w 211559"/>
                <a:gd name="connsiteY27" fmla="*/ 106207 h 210624"/>
                <a:gd name="connsiteX28" fmla="*/ 104870 w 211559"/>
                <a:gd name="connsiteY28" fmla="*/ 4 h 210624"/>
                <a:gd name="connsiteX29" fmla="*/ 211555 w 211559"/>
                <a:gd name="connsiteY29" fmla="*/ 104386 h 210624"/>
                <a:gd name="connsiteX30" fmla="*/ 106699 w 211559"/>
                <a:gd name="connsiteY30" fmla="*/ 210589 h 210624"/>
                <a:gd name="connsiteX31" fmla="*/ 105788 w 211559"/>
                <a:gd name="connsiteY31" fmla="*/ 210593 h 210624"/>
                <a:gd name="connsiteX32" fmla="*/ 31 w 211559"/>
                <a:gd name="connsiteY32" fmla="*/ 110347 h 210624"/>
                <a:gd name="connsiteX33" fmla="*/ 13 w 211559"/>
                <a:gd name="connsiteY33" fmla="*/ 106207 h 21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1559" h="210624">
                  <a:moveTo>
                    <a:pt x="191522" y="106207"/>
                  </a:moveTo>
                  <a:cubicBezTo>
                    <a:pt x="191522" y="55375"/>
                    <a:pt x="155956" y="19059"/>
                    <a:pt x="105797" y="19059"/>
                  </a:cubicBezTo>
                  <a:cubicBezTo>
                    <a:pt x="59206" y="18282"/>
                    <a:pt x="20804" y="55251"/>
                    <a:pt x="20024" y="101631"/>
                  </a:cubicBezTo>
                  <a:cubicBezTo>
                    <a:pt x="19999" y="103157"/>
                    <a:pt x="20015" y="104683"/>
                    <a:pt x="20072" y="106207"/>
                  </a:cubicBezTo>
                  <a:cubicBezTo>
                    <a:pt x="20072" y="157039"/>
                    <a:pt x="55639" y="193346"/>
                    <a:pt x="105797" y="193346"/>
                  </a:cubicBezTo>
                  <a:cubicBezTo>
                    <a:pt x="152077" y="194439"/>
                    <a:pt x="190484" y="157978"/>
                    <a:pt x="191582" y="111908"/>
                  </a:cubicBezTo>
                  <a:cubicBezTo>
                    <a:pt x="191628" y="110007"/>
                    <a:pt x="191608" y="108106"/>
                    <a:pt x="191522" y="106207"/>
                  </a:cubicBezTo>
                  <a:close/>
                  <a:moveTo>
                    <a:pt x="83890" y="110739"/>
                  </a:moveTo>
                  <a:lnTo>
                    <a:pt x="83890" y="169527"/>
                  </a:lnTo>
                  <a:lnTo>
                    <a:pt x="66126" y="169527"/>
                  </a:lnTo>
                  <a:lnTo>
                    <a:pt x="66126" y="42536"/>
                  </a:lnTo>
                  <a:lnTo>
                    <a:pt x="106978" y="42536"/>
                  </a:lnTo>
                  <a:cubicBezTo>
                    <a:pt x="134334" y="42536"/>
                    <a:pt x="149117" y="53374"/>
                    <a:pt x="149117" y="76064"/>
                  </a:cubicBezTo>
                  <a:cubicBezTo>
                    <a:pt x="149840" y="89046"/>
                    <a:pt x="141211" y="100714"/>
                    <a:pt x="128543" y="103884"/>
                  </a:cubicBezTo>
                  <a:lnTo>
                    <a:pt x="128543" y="103960"/>
                  </a:lnTo>
                  <a:cubicBezTo>
                    <a:pt x="139487" y="105771"/>
                    <a:pt x="143164" y="115281"/>
                    <a:pt x="145898" y="132529"/>
                  </a:cubicBezTo>
                  <a:cubicBezTo>
                    <a:pt x="147727" y="143423"/>
                    <a:pt x="149546" y="163392"/>
                    <a:pt x="154108" y="167925"/>
                  </a:cubicBezTo>
                  <a:lnTo>
                    <a:pt x="132201" y="167925"/>
                  </a:lnTo>
                  <a:cubicBezTo>
                    <a:pt x="126733" y="156129"/>
                    <a:pt x="127638" y="139792"/>
                    <a:pt x="123990" y="125256"/>
                  </a:cubicBezTo>
                  <a:cubicBezTo>
                    <a:pt x="122034" y="115613"/>
                    <a:pt x="112799" y="109211"/>
                    <a:pt x="103035" y="110730"/>
                  </a:cubicBezTo>
                  <a:lnTo>
                    <a:pt x="83880" y="110730"/>
                  </a:lnTo>
                  <a:close/>
                  <a:moveTo>
                    <a:pt x="106693" y="94402"/>
                  </a:moveTo>
                  <a:cubicBezTo>
                    <a:pt x="124924" y="94402"/>
                    <a:pt x="130210" y="85404"/>
                    <a:pt x="130210" y="76329"/>
                  </a:cubicBezTo>
                  <a:cubicBezTo>
                    <a:pt x="130210" y="66345"/>
                    <a:pt x="124009" y="58096"/>
                    <a:pt x="106693" y="58096"/>
                  </a:cubicBezTo>
                  <a:lnTo>
                    <a:pt x="83890" y="58096"/>
                  </a:lnTo>
                  <a:lnTo>
                    <a:pt x="83890" y="93899"/>
                  </a:lnTo>
                  <a:lnTo>
                    <a:pt x="106693" y="94402"/>
                  </a:lnTo>
                  <a:close/>
                  <a:moveTo>
                    <a:pt x="13" y="106207"/>
                  </a:moveTo>
                  <a:cubicBezTo>
                    <a:pt x="-492" y="48055"/>
                    <a:pt x="46454" y="507"/>
                    <a:pt x="104870" y="4"/>
                  </a:cubicBezTo>
                  <a:cubicBezTo>
                    <a:pt x="163285" y="-499"/>
                    <a:pt x="211050" y="46235"/>
                    <a:pt x="211555" y="104386"/>
                  </a:cubicBezTo>
                  <a:cubicBezTo>
                    <a:pt x="212060" y="162538"/>
                    <a:pt x="165114" y="210087"/>
                    <a:pt x="106699" y="210589"/>
                  </a:cubicBezTo>
                  <a:cubicBezTo>
                    <a:pt x="106395" y="210592"/>
                    <a:pt x="106092" y="210593"/>
                    <a:pt x="105788" y="210593"/>
                  </a:cubicBezTo>
                  <a:cubicBezTo>
                    <a:pt x="48776" y="211983"/>
                    <a:pt x="1427" y="167101"/>
                    <a:pt x="31" y="110347"/>
                  </a:cubicBezTo>
                  <a:cubicBezTo>
                    <a:pt x="-3" y="108967"/>
                    <a:pt x="-9" y="107587"/>
                    <a:pt x="13" y="106207"/>
                  </a:cubicBezTo>
                  <a:close/>
                </a:path>
              </a:pathLst>
            </a:custGeom>
            <a:solidFill>
              <a:srgbClr val="FF6600"/>
            </a:solidFill>
            <a:ln w="952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EEE46E5C-07D4-8D41-A961-D7DB4225695A}"/>
                </a:ext>
              </a:extLst>
            </p:cNvPr>
            <p:cNvSpPr/>
            <p:nvPr/>
          </p:nvSpPr>
          <p:spPr>
            <a:xfrm>
              <a:off x="1677158" y="1254147"/>
              <a:ext cx="378185" cy="278856"/>
            </a:xfrm>
            <a:custGeom>
              <a:avLst/>
              <a:gdLst>
                <a:gd name="connsiteX0" fmla="*/ 520732 w 797280"/>
                <a:gd name="connsiteY0" fmla="*/ 587764 h 587877"/>
                <a:gd name="connsiteX1" fmla="*/ 388658 w 797280"/>
                <a:gd name="connsiteY1" fmla="*/ 439989 h 587877"/>
                <a:gd name="connsiteX2" fmla="*/ 262376 w 797280"/>
                <a:gd name="connsiteY2" fmla="*/ 587849 h 587877"/>
                <a:gd name="connsiteX3" fmla="*/ 0 w 797280"/>
                <a:gd name="connsiteY3" fmla="*/ 587878 h 587877"/>
                <a:gd name="connsiteX4" fmla="*/ 257080 w 797280"/>
                <a:gd name="connsiteY4" fmla="*/ 291929 h 587877"/>
                <a:gd name="connsiteX5" fmla="*/ 0 w 797280"/>
                <a:gd name="connsiteY5" fmla="*/ 0 h 587877"/>
                <a:gd name="connsiteX6" fmla="*/ 276225 w 797280"/>
                <a:gd name="connsiteY6" fmla="*/ 0 h 587877"/>
                <a:gd name="connsiteX7" fmla="*/ 400098 w 797280"/>
                <a:gd name="connsiteY7" fmla="*/ 141963 h 587877"/>
                <a:gd name="connsiteX8" fmla="*/ 523875 w 797280"/>
                <a:gd name="connsiteY8" fmla="*/ 0 h 587877"/>
                <a:gd name="connsiteX9" fmla="*/ 781050 w 797280"/>
                <a:gd name="connsiteY9" fmla="*/ 0 h 587877"/>
                <a:gd name="connsiteX10" fmla="*/ 529771 w 797280"/>
                <a:gd name="connsiteY10" fmla="*/ 290032 h 587877"/>
                <a:gd name="connsiteX11" fmla="*/ 797280 w 797280"/>
                <a:gd name="connsiteY11" fmla="*/ 587764 h 587877"/>
                <a:gd name="connsiteX12" fmla="*/ 520732 w 797280"/>
                <a:gd name="connsiteY12" fmla="*/ 587764 h 587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7280" h="587877">
                  <a:moveTo>
                    <a:pt x="520732" y="587764"/>
                  </a:moveTo>
                  <a:lnTo>
                    <a:pt x="388658" y="439989"/>
                  </a:lnTo>
                  <a:lnTo>
                    <a:pt x="262376" y="587849"/>
                  </a:lnTo>
                  <a:lnTo>
                    <a:pt x="0" y="587878"/>
                  </a:lnTo>
                  <a:lnTo>
                    <a:pt x="257080" y="291929"/>
                  </a:lnTo>
                  <a:lnTo>
                    <a:pt x="0" y="0"/>
                  </a:lnTo>
                  <a:lnTo>
                    <a:pt x="276225" y="0"/>
                  </a:lnTo>
                  <a:lnTo>
                    <a:pt x="400098" y="141963"/>
                  </a:lnTo>
                  <a:lnTo>
                    <a:pt x="523875" y="0"/>
                  </a:lnTo>
                  <a:lnTo>
                    <a:pt x="781050" y="0"/>
                  </a:lnTo>
                  <a:lnTo>
                    <a:pt x="529771" y="290032"/>
                  </a:lnTo>
                  <a:lnTo>
                    <a:pt x="797280" y="587764"/>
                  </a:lnTo>
                  <a:lnTo>
                    <a:pt x="520732" y="587764"/>
                  </a:lnTo>
                  <a:close/>
                </a:path>
              </a:pathLst>
            </a:custGeom>
            <a:solidFill>
              <a:srgbClr val="FF6600"/>
            </a:solidFill>
            <a:ln w="952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2C476BDC-1C03-D54E-9915-345F4C830EFB}"/>
                </a:ext>
              </a:extLst>
            </p:cNvPr>
            <p:cNvSpPr/>
            <p:nvPr/>
          </p:nvSpPr>
          <p:spPr>
            <a:xfrm>
              <a:off x="1433179" y="1096728"/>
              <a:ext cx="243979" cy="436275"/>
            </a:xfrm>
            <a:custGeom>
              <a:avLst/>
              <a:gdLst>
                <a:gd name="connsiteX0" fmla="*/ 0 w 514350"/>
                <a:gd name="connsiteY0" fmla="*/ 919744 h 919744"/>
                <a:gd name="connsiteX1" fmla="*/ 0 w 514350"/>
                <a:gd name="connsiteY1" fmla="*/ 0 h 919744"/>
                <a:gd name="connsiteX2" fmla="*/ 514350 w 514350"/>
                <a:gd name="connsiteY2" fmla="*/ 0 h 919744"/>
                <a:gd name="connsiteX3" fmla="*/ 514350 w 514350"/>
                <a:gd name="connsiteY3" fmla="*/ 208602 h 919744"/>
                <a:gd name="connsiteX4" fmla="*/ 219075 w 514350"/>
                <a:gd name="connsiteY4" fmla="*/ 208602 h 919744"/>
                <a:gd name="connsiteX5" fmla="*/ 219075 w 514350"/>
                <a:gd name="connsiteY5" fmla="*/ 331867 h 919744"/>
                <a:gd name="connsiteX6" fmla="*/ 514350 w 514350"/>
                <a:gd name="connsiteY6" fmla="*/ 331867 h 919744"/>
                <a:gd name="connsiteX7" fmla="*/ 514350 w 514350"/>
                <a:gd name="connsiteY7" fmla="*/ 530986 h 919744"/>
                <a:gd name="connsiteX8" fmla="*/ 219075 w 514350"/>
                <a:gd name="connsiteY8" fmla="*/ 530986 h 919744"/>
                <a:gd name="connsiteX9" fmla="*/ 219075 w 514350"/>
                <a:gd name="connsiteY9" fmla="*/ 711142 h 919744"/>
                <a:gd name="connsiteX10" fmla="*/ 514350 w 514350"/>
                <a:gd name="connsiteY10" fmla="*/ 711142 h 919744"/>
                <a:gd name="connsiteX11" fmla="*/ 514350 w 514350"/>
                <a:gd name="connsiteY11" fmla="*/ 919744 h 919744"/>
                <a:gd name="connsiteX12" fmla="*/ 0 w 514350"/>
                <a:gd name="connsiteY12" fmla="*/ 919744 h 919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4350" h="919744">
                  <a:moveTo>
                    <a:pt x="0" y="919744"/>
                  </a:moveTo>
                  <a:lnTo>
                    <a:pt x="0" y="0"/>
                  </a:lnTo>
                  <a:lnTo>
                    <a:pt x="514350" y="0"/>
                  </a:lnTo>
                  <a:lnTo>
                    <a:pt x="514350" y="208602"/>
                  </a:lnTo>
                  <a:lnTo>
                    <a:pt x="219075" y="208602"/>
                  </a:lnTo>
                  <a:lnTo>
                    <a:pt x="219075" y="331867"/>
                  </a:lnTo>
                  <a:lnTo>
                    <a:pt x="514350" y="331867"/>
                  </a:lnTo>
                  <a:lnTo>
                    <a:pt x="514350" y="530986"/>
                  </a:lnTo>
                  <a:lnTo>
                    <a:pt x="219075" y="530986"/>
                  </a:lnTo>
                  <a:lnTo>
                    <a:pt x="219075" y="711142"/>
                  </a:lnTo>
                  <a:lnTo>
                    <a:pt x="514350" y="711142"/>
                  </a:lnTo>
                  <a:lnTo>
                    <a:pt x="514350" y="919744"/>
                  </a:lnTo>
                  <a:lnTo>
                    <a:pt x="0" y="919744"/>
                  </a:lnTo>
                  <a:close/>
                </a:path>
              </a:pathLst>
            </a:custGeom>
            <a:solidFill>
              <a:srgbClr val="FF6600"/>
            </a:solidFill>
            <a:ln w="952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EA98633D-3BCC-FE4B-9237-280C71DBFD13}"/>
                </a:ext>
              </a:extLst>
            </p:cNvPr>
            <p:cNvSpPr/>
            <p:nvPr/>
          </p:nvSpPr>
          <p:spPr>
            <a:xfrm>
              <a:off x="574730" y="1096728"/>
              <a:ext cx="858444" cy="449768"/>
            </a:xfrm>
            <a:custGeom>
              <a:avLst/>
              <a:gdLst>
                <a:gd name="connsiteX0" fmla="*/ 1600200 w 1809750"/>
                <a:gd name="connsiteY0" fmla="*/ 0 h 948189"/>
                <a:gd name="connsiteX1" fmla="*/ 1600200 w 1809750"/>
                <a:gd name="connsiteY1" fmla="*/ 379276 h 948189"/>
                <a:gd name="connsiteX2" fmla="*/ 1592447 w 1809750"/>
                <a:gd name="connsiteY2" fmla="*/ 373217 h 948189"/>
                <a:gd name="connsiteX3" fmla="*/ 1409700 w 1809750"/>
                <a:gd name="connsiteY3" fmla="*/ 303421 h 948189"/>
                <a:gd name="connsiteX4" fmla="*/ 1130027 w 1809750"/>
                <a:gd name="connsiteY4" fmla="*/ 522235 h 948189"/>
                <a:gd name="connsiteX5" fmla="*/ 809625 w 1809750"/>
                <a:gd name="connsiteY5" fmla="*/ 303421 h 948189"/>
                <a:gd name="connsiteX6" fmla="*/ 514350 w 1809750"/>
                <a:gd name="connsiteY6" fmla="*/ 455131 h 948189"/>
                <a:gd name="connsiteX7" fmla="*/ 514350 w 1809750"/>
                <a:gd name="connsiteY7" fmla="*/ 331867 h 948189"/>
                <a:gd name="connsiteX8" fmla="*/ 247650 w 1809750"/>
                <a:gd name="connsiteY8" fmla="*/ 331867 h 948189"/>
                <a:gd name="connsiteX9" fmla="*/ 247650 w 1809750"/>
                <a:gd name="connsiteY9" fmla="*/ 208602 h 948189"/>
                <a:gd name="connsiteX10" fmla="*/ 542925 w 1809750"/>
                <a:gd name="connsiteY10" fmla="*/ 208602 h 948189"/>
                <a:gd name="connsiteX11" fmla="*/ 542925 w 1809750"/>
                <a:gd name="connsiteY11" fmla="*/ 0 h 948189"/>
                <a:gd name="connsiteX12" fmla="*/ 0 w 1809750"/>
                <a:gd name="connsiteY12" fmla="*/ 0 h 948189"/>
                <a:gd name="connsiteX13" fmla="*/ 0 w 1809750"/>
                <a:gd name="connsiteY13" fmla="*/ 919744 h 948189"/>
                <a:gd name="connsiteX14" fmla="*/ 247650 w 1809750"/>
                <a:gd name="connsiteY14" fmla="*/ 919744 h 948189"/>
                <a:gd name="connsiteX15" fmla="*/ 247650 w 1809750"/>
                <a:gd name="connsiteY15" fmla="*/ 530986 h 948189"/>
                <a:gd name="connsiteX16" fmla="*/ 491214 w 1809750"/>
                <a:gd name="connsiteY16" fmla="*/ 528881 h 948189"/>
                <a:gd name="connsiteX17" fmla="*/ 479784 w 1809750"/>
                <a:gd name="connsiteY17" fmla="*/ 619045 h 948189"/>
                <a:gd name="connsiteX18" fmla="*/ 812540 w 1809750"/>
                <a:gd name="connsiteY18" fmla="*/ 946502 h 948189"/>
                <a:gd name="connsiteX19" fmla="*/ 1124007 w 1809750"/>
                <a:gd name="connsiteY19" fmla="*/ 739588 h 948189"/>
                <a:gd name="connsiteX20" fmla="*/ 914400 w 1809750"/>
                <a:gd name="connsiteY20" fmla="*/ 739588 h 948189"/>
                <a:gd name="connsiteX21" fmla="*/ 813435 w 1809750"/>
                <a:gd name="connsiteY21" fmla="*/ 788942 h 948189"/>
                <a:gd name="connsiteX22" fmla="*/ 688534 w 1809750"/>
                <a:gd name="connsiteY22" fmla="*/ 661761 h 948189"/>
                <a:gd name="connsiteX23" fmla="*/ 1117587 w 1809750"/>
                <a:gd name="connsiteY23" fmla="*/ 661761 h 948189"/>
                <a:gd name="connsiteX24" fmla="*/ 1417892 w 1809750"/>
                <a:gd name="connsiteY24" fmla="*/ 948190 h 948189"/>
                <a:gd name="connsiteX25" fmla="*/ 1600200 w 1809750"/>
                <a:gd name="connsiteY25" fmla="*/ 850934 h 948189"/>
                <a:gd name="connsiteX26" fmla="*/ 1600200 w 1809750"/>
                <a:gd name="connsiteY26" fmla="*/ 919744 h 948189"/>
                <a:gd name="connsiteX27" fmla="*/ 1809750 w 1809750"/>
                <a:gd name="connsiteY27" fmla="*/ 919744 h 948189"/>
                <a:gd name="connsiteX28" fmla="*/ 1809750 w 1809750"/>
                <a:gd name="connsiteY28" fmla="*/ 0 h 948189"/>
                <a:gd name="connsiteX29" fmla="*/ 698116 w 1809750"/>
                <a:gd name="connsiteY29" fmla="*/ 531726 h 948189"/>
                <a:gd name="connsiteX30" fmla="*/ 813483 w 1809750"/>
                <a:gd name="connsiteY30" fmla="*/ 435864 h 948189"/>
                <a:gd name="connsiteX31" fmla="*/ 929811 w 1809750"/>
                <a:gd name="connsiteY31" fmla="*/ 531726 h 948189"/>
                <a:gd name="connsiteX32" fmla="*/ 1463745 w 1809750"/>
                <a:gd name="connsiteY32" fmla="*/ 774709 h 948189"/>
                <a:gd name="connsiteX33" fmla="*/ 1335024 w 1809750"/>
                <a:gd name="connsiteY33" fmla="*/ 623795 h 948189"/>
                <a:gd name="connsiteX34" fmla="*/ 1463745 w 1809750"/>
                <a:gd name="connsiteY34" fmla="*/ 462442 h 948189"/>
                <a:gd name="connsiteX35" fmla="*/ 1588646 w 1809750"/>
                <a:gd name="connsiteY35" fmla="*/ 623795 h 948189"/>
                <a:gd name="connsiteX36" fmla="*/ 1463745 w 1809750"/>
                <a:gd name="connsiteY36" fmla="*/ 774709 h 948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09750" h="948189">
                  <a:moveTo>
                    <a:pt x="1600200" y="0"/>
                  </a:moveTo>
                  <a:lnTo>
                    <a:pt x="1600200" y="379276"/>
                  </a:lnTo>
                  <a:lnTo>
                    <a:pt x="1592447" y="373217"/>
                  </a:lnTo>
                  <a:cubicBezTo>
                    <a:pt x="1544774" y="319170"/>
                    <a:pt x="1479299" y="303421"/>
                    <a:pt x="1409700" y="303421"/>
                  </a:cubicBezTo>
                  <a:cubicBezTo>
                    <a:pt x="1267635" y="303421"/>
                    <a:pt x="1167213" y="395054"/>
                    <a:pt x="1130027" y="522235"/>
                  </a:cubicBezTo>
                  <a:cubicBezTo>
                    <a:pt x="1087126" y="382708"/>
                    <a:pt x="972674" y="303421"/>
                    <a:pt x="809625" y="303421"/>
                  </a:cubicBezTo>
                  <a:cubicBezTo>
                    <a:pt x="677094" y="303421"/>
                    <a:pt x="568700" y="358312"/>
                    <a:pt x="514350" y="455131"/>
                  </a:cubicBezTo>
                  <a:lnTo>
                    <a:pt x="514350" y="331867"/>
                  </a:lnTo>
                  <a:lnTo>
                    <a:pt x="247650" y="331867"/>
                  </a:lnTo>
                  <a:lnTo>
                    <a:pt x="247650" y="208602"/>
                  </a:lnTo>
                  <a:lnTo>
                    <a:pt x="542925" y="208602"/>
                  </a:lnTo>
                  <a:lnTo>
                    <a:pt x="542925" y="0"/>
                  </a:lnTo>
                  <a:lnTo>
                    <a:pt x="0" y="0"/>
                  </a:lnTo>
                  <a:lnTo>
                    <a:pt x="0" y="919744"/>
                  </a:lnTo>
                  <a:lnTo>
                    <a:pt x="247650" y="919744"/>
                  </a:lnTo>
                  <a:lnTo>
                    <a:pt x="247650" y="530986"/>
                  </a:lnTo>
                  <a:lnTo>
                    <a:pt x="491214" y="528881"/>
                  </a:lnTo>
                  <a:cubicBezTo>
                    <a:pt x="483487" y="558314"/>
                    <a:pt x="479644" y="588624"/>
                    <a:pt x="479784" y="619045"/>
                  </a:cubicBezTo>
                  <a:cubicBezTo>
                    <a:pt x="479784" y="809821"/>
                    <a:pt x="625669" y="946502"/>
                    <a:pt x="812540" y="946502"/>
                  </a:cubicBezTo>
                  <a:cubicBezTo>
                    <a:pt x="969864" y="946502"/>
                    <a:pt x="1068667" y="873416"/>
                    <a:pt x="1124007" y="739588"/>
                  </a:cubicBezTo>
                  <a:lnTo>
                    <a:pt x="914400" y="739588"/>
                  </a:lnTo>
                  <a:cubicBezTo>
                    <a:pt x="885825" y="779412"/>
                    <a:pt x="869728" y="788942"/>
                    <a:pt x="813435" y="788942"/>
                  </a:cubicBezTo>
                  <a:cubicBezTo>
                    <a:pt x="747646" y="788942"/>
                    <a:pt x="688534" y="730097"/>
                    <a:pt x="688534" y="661761"/>
                  </a:cubicBezTo>
                  <a:lnTo>
                    <a:pt x="1117587" y="661761"/>
                  </a:lnTo>
                  <a:cubicBezTo>
                    <a:pt x="1135685" y="813623"/>
                    <a:pt x="1254843" y="948190"/>
                    <a:pt x="1417892" y="948190"/>
                  </a:cubicBezTo>
                  <a:cubicBezTo>
                    <a:pt x="1490728" y="946433"/>
                    <a:pt x="1558395" y="910335"/>
                    <a:pt x="1600200" y="850934"/>
                  </a:cubicBezTo>
                  <a:lnTo>
                    <a:pt x="1600200" y="919744"/>
                  </a:lnTo>
                  <a:lnTo>
                    <a:pt x="1809750" y="919744"/>
                  </a:lnTo>
                  <a:lnTo>
                    <a:pt x="1809750" y="0"/>
                  </a:lnTo>
                  <a:close/>
                  <a:moveTo>
                    <a:pt x="698116" y="531726"/>
                  </a:moveTo>
                  <a:cubicBezTo>
                    <a:pt x="711451" y="473830"/>
                    <a:pt x="757228" y="435864"/>
                    <a:pt x="813483" y="435864"/>
                  </a:cubicBezTo>
                  <a:cubicBezTo>
                    <a:pt x="875462" y="435864"/>
                    <a:pt x="918362" y="472843"/>
                    <a:pt x="929811" y="531726"/>
                  </a:cubicBezTo>
                  <a:close/>
                  <a:moveTo>
                    <a:pt x="1463745" y="774709"/>
                  </a:moveTo>
                  <a:cubicBezTo>
                    <a:pt x="1384602" y="774709"/>
                    <a:pt x="1335024" y="700675"/>
                    <a:pt x="1335024" y="623795"/>
                  </a:cubicBezTo>
                  <a:cubicBezTo>
                    <a:pt x="1335024" y="541217"/>
                    <a:pt x="1377887" y="462442"/>
                    <a:pt x="1463745" y="462442"/>
                  </a:cubicBezTo>
                  <a:cubicBezTo>
                    <a:pt x="1552413" y="462442"/>
                    <a:pt x="1588646" y="541217"/>
                    <a:pt x="1588646" y="623795"/>
                  </a:cubicBezTo>
                  <a:cubicBezTo>
                    <a:pt x="1588646" y="702571"/>
                    <a:pt x="1550508" y="774709"/>
                    <a:pt x="1463745" y="774709"/>
                  </a:cubicBezTo>
                  <a:close/>
                </a:path>
              </a:pathLst>
            </a:custGeom>
            <a:solidFill>
              <a:srgbClr val="4D148C"/>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112654154"/>
      </p:ext>
    </p:extLst>
  </p:cSld>
  <p:clrMapOvr>
    <a:overrideClrMapping bg1="lt1" tx1="dk1" bg2="lt2" tx2="dk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Simple Closing (purple)">
    <p:bg>
      <p:bgRef idx="1001">
        <a:schemeClr val="bg2"/>
      </p:bgRef>
    </p:bg>
    <p:spTree>
      <p:nvGrpSpPr>
        <p:cNvPr id="1" name=""/>
        <p:cNvGrpSpPr/>
        <p:nvPr/>
      </p:nvGrpSpPr>
      <p:grpSpPr>
        <a:xfrm>
          <a:off x="0" y="0"/>
          <a:ext cx="0" cy="0"/>
          <a:chOff x="0" y="0"/>
          <a:chExt cx="0" cy="0"/>
        </a:xfrm>
      </p:grpSpPr>
      <p:sp>
        <p:nvSpPr>
          <p:cNvPr id="8" name="Text Placeholder">
            <a:extLst>
              <a:ext uri="{FF2B5EF4-FFF2-40B4-BE49-F238E27FC236}">
                <a16:creationId xmlns:a16="http://schemas.microsoft.com/office/drawing/2014/main" id="{0BF9B48E-1B38-824C-8235-42EB3F0CF3EF}"/>
              </a:ext>
            </a:extLst>
          </p:cNvPr>
          <p:cNvSpPr>
            <a:spLocks noGrp="1"/>
          </p:cNvSpPr>
          <p:nvPr>
            <p:ph type="body" sz="quarter" idx="21" hasCustomPrompt="1"/>
          </p:nvPr>
        </p:nvSpPr>
        <p:spPr>
          <a:xfrm>
            <a:off x="571500" y="2293620"/>
            <a:ext cx="9410700" cy="2270760"/>
          </a:xfrm>
        </p:spPr>
        <p:txBody>
          <a:bodyPr anchor="ctr" anchorCtr="0"/>
          <a:lstStyle>
            <a:lvl1pPr>
              <a:lnSpc>
                <a:spcPct val="110000"/>
              </a:lnSpc>
              <a:defRPr sz="48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tx1"/>
                </a:solidFill>
              </a:defRPr>
            </a:lvl2pPr>
          </a:lstStyle>
          <a:p>
            <a:pPr lvl="0"/>
            <a:r>
              <a:rPr lang="en-US"/>
              <a:t>Thank you.</a:t>
            </a:r>
          </a:p>
          <a:p>
            <a:pPr lvl="1"/>
            <a:r>
              <a:rPr lang="en-US"/>
              <a:t>Subheading goes here</a:t>
            </a:r>
          </a:p>
        </p:txBody>
      </p:sp>
      <p:grpSp>
        <p:nvGrpSpPr>
          <p:cNvPr id="9" name="Logo">
            <a:extLst>
              <a:ext uri="{FF2B5EF4-FFF2-40B4-BE49-F238E27FC236}">
                <a16:creationId xmlns:a16="http://schemas.microsoft.com/office/drawing/2014/main" id="{A6436C29-22FC-1F4D-A592-5F216D20F4EB}"/>
              </a:ext>
            </a:extLst>
          </p:cNvPr>
          <p:cNvGrpSpPr/>
          <p:nvPr/>
        </p:nvGrpSpPr>
        <p:grpSpPr>
          <a:xfrm>
            <a:off x="9983497" y="5927220"/>
            <a:ext cx="1629859" cy="449768"/>
            <a:chOff x="574730" y="1096728"/>
            <a:chExt cx="1629859" cy="449768"/>
          </a:xfrm>
        </p:grpSpPr>
        <p:sp>
          <p:nvSpPr>
            <p:cNvPr id="10" name="Freeform 9">
              <a:extLst>
                <a:ext uri="{FF2B5EF4-FFF2-40B4-BE49-F238E27FC236}">
                  <a16:creationId xmlns:a16="http://schemas.microsoft.com/office/drawing/2014/main" id="{7FDC6F33-0494-A049-8D91-A0BC4B59742C}"/>
                </a:ext>
              </a:extLst>
            </p:cNvPr>
            <p:cNvSpPr/>
            <p:nvPr/>
          </p:nvSpPr>
          <p:spPr>
            <a:xfrm>
              <a:off x="2104237" y="1432745"/>
              <a:ext cx="100352" cy="99908"/>
            </a:xfrm>
            <a:custGeom>
              <a:avLst/>
              <a:gdLst>
                <a:gd name="connsiteX0" fmla="*/ 191522 w 211559"/>
                <a:gd name="connsiteY0" fmla="*/ 106207 h 210624"/>
                <a:gd name="connsiteX1" fmla="*/ 105797 w 211559"/>
                <a:gd name="connsiteY1" fmla="*/ 19059 h 210624"/>
                <a:gd name="connsiteX2" fmla="*/ 20024 w 211559"/>
                <a:gd name="connsiteY2" fmla="*/ 101631 h 210624"/>
                <a:gd name="connsiteX3" fmla="*/ 20072 w 211559"/>
                <a:gd name="connsiteY3" fmla="*/ 106207 h 210624"/>
                <a:gd name="connsiteX4" fmla="*/ 105797 w 211559"/>
                <a:gd name="connsiteY4" fmla="*/ 193346 h 210624"/>
                <a:gd name="connsiteX5" fmla="*/ 191582 w 211559"/>
                <a:gd name="connsiteY5" fmla="*/ 111908 h 210624"/>
                <a:gd name="connsiteX6" fmla="*/ 191522 w 211559"/>
                <a:gd name="connsiteY6" fmla="*/ 106207 h 210624"/>
                <a:gd name="connsiteX7" fmla="*/ 83890 w 211559"/>
                <a:gd name="connsiteY7" fmla="*/ 110739 h 210624"/>
                <a:gd name="connsiteX8" fmla="*/ 83890 w 211559"/>
                <a:gd name="connsiteY8" fmla="*/ 169527 h 210624"/>
                <a:gd name="connsiteX9" fmla="*/ 66126 w 211559"/>
                <a:gd name="connsiteY9" fmla="*/ 169527 h 210624"/>
                <a:gd name="connsiteX10" fmla="*/ 66126 w 211559"/>
                <a:gd name="connsiteY10" fmla="*/ 42536 h 210624"/>
                <a:gd name="connsiteX11" fmla="*/ 106978 w 211559"/>
                <a:gd name="connsiteY11" fmla="*/ 42536 h 210624"/>
                <a:gd name="connsiteX12" fmla="*/ 149117 w 211559"/>
                <a:gd name="connsiteY12" fmla="*/ 76064 h 210624"/>
                <a:gd name="connsiteX13" fmla="*/ 128543 w 211559"/>
                <a:gd name="connsiteY13" fmla="*/ 103884 h 210624"/>
                <a:gd name="connsiteX14" fmla="*/ 128543 w 211559"/>
                <a:gd name="connsiteY14" fmla="*/ 103960 h 210624"/>
                <a:gd name="connsiteX15" fmla="*/ 145898 w 211559"/>
                <a:gd name="connsiteY15" fmla="*/ 132529 h 210624"/>
                <a:gd name="connsiteX16" fmla="*/ 154108 w 211559"/>
                <a:gd name="connsiteY16" fmla="*/ 167925 h 210624"/>
                <a:gd name="connsiteX17" fmla="*/ 132201 w 211559"/>
                <a:gd name="connsiteY17" fmla="*/ 167925 h 210624"/>
                <a:gd name="connsiteX18" fmla="*/ 123990 w 211559"/>
                <a:gd name="connsiteY18" fmla="*/ 125256 h 210624"/>
                <a:gd name="connsiteX19" fmla="*/ 103035 w 211559"/>
                <a:gd name="connsiteY19" fmla="*/ 110730 h 210624"/>
                <a:gd name="connsiteX20" fmla="*/ 83880 w 211559"/>
                <a:gd name="connsiteY20" fmla="*/ 110730 h 210624"/>
                <a:gd name="connsiteX21" fmla="*/ 106693 w 211559"/>
                <a:gd name="connsiteY21" fmla="*/ 94402 h 210624"/>
                <a:gd name="connsiteX22" fmla="*/ 130210 w 211559"/>
                <a:gd name="connsiteY22" fmla="*/ 76329 h 210624"/>
                <a:gd name="connsiteX23" fmla="*/ 106693 w 211559"/>
                <a:gd name="connsiteY23" fmla="*/ 58096 h 210624"/>
                <a:gd name="connsiteX24" fmla="*/ 83890 w 211559"/>
                <a:gd name="connsiteY24" fmla="*/ 58096 h 210624"/>
                <a:gd name="connsiteX25" fmla="*/ 83890 w 211559"/>
                <a:gd name="connsiteY25" fmla="*/ 93899 h 210624"/>
                <a:gd name="connsiteX26" fmla="*/ 106693 w 211559"/>
                <a:gd name="connsiteY26" fmla="*/ 94402 h 210624"/>
                <a:gd name="connsiteX27" fmla="*/ 13 w 211559"/>
                <a:gd name="connsiteY27" fmla="*/ 106207 h 210624"/>
                <a:gd name="connsiteX28" fmla="*/ 104870 w 211559"/>
                <a:gd name="connsiteY28" fmla="*/ 4 h 210624"/>
                <a:gd name="connsiteX29" fmla="*/ 211555 w 211559"/>
                <a:gd name="connsiteY29" fmla="*/ 104386 h 210624"/>
                <a:gd name="connsiteX30" fmla="*/ 106699 w 211559"/>
                <a:gd name="connsiteY30" fmla="*/ 210589 h 210624"/>
                <a:gd name="connsiteX31" fmla="*/ 105788 w 211559"/>
                <a:gd name="connsiteY31" fmla="*/ 210593 h 210624"/>
                <a:gd name="connsiteX32" fmla="*/ 31 w 211559"/>
                <a:gd name="connsiteY32" fmla="*/ 110347 h 210624"/>
                <a:gd name="connsiteX33" fmla="*/ 13 w 211559"/>
                <a:gd name="connsiteY33" fmla="*/ 106207 h 21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1559" h="210624">
                  <a:moveTo>
                    <a:pt x="191522" y="106207"/>
                  </a:moveTo>
                  <a:cubicBezTo>
                    <a:pt x="191522" y="55375"/>
                    <a:pt x="155956" y="19059"/>
                    <a:pt x="105797" y="19059"/>
                  </a:cubicBezTo>
                  <a:cubicBezTo>
                    <a:pt x="59206" y="18282"/>
                    <a:pt x="20804" y="55251"/>
                    <a:pt x="20024" y="101631"/>
                  </a:cubicBezTo>
                  <a:cubicBezTo>
                    <a:pt x="19999" y="103157"/>
                    <a:pt x="20015" y="104683"/>
                    <a:pt x="20072" y="106207"/>
                  </a:cubicBezTo>
                  <a:cubicBezTo>
                    <a:pt x="20072" y="157039"/>
                    <a:pt x="55639" y="193346"/>
                    <a:pt x="105797" y="193346"/>
                  </a:cubicBezTo>
                  <a:cubicBezTo>
                    <a:pt x="152077" y="194439"/>
                    <a:pt x="190484" y="157978"/>
                    <a:pt x="191582" y="111908"/>
                  </a:cubicBezTo>
                  <a:cubicBezTo>
                    <a:pt x="191628" y="110007"/>
                    <a:pt x="191608" y="108106"/>
                    <a:pt x="191522" y="106207"/>
                  </a:cubicBezTo>
                  <a:close/>
                  <a:moveTo>
                    <a:pt x="83890" y="110739"/>
                  </a:moveTo>
                  <a:lnTo>
                    <a:pt x="83890" y="169527"/>
                  </a:lnTo>
                  <a:lnTo>
                    <a:pt x="66126" y="169527"/>
                  </a:lnTo>
                  <a:lnTo>
                    <a:pt x="66126" y="42536"/>
                  </a:lnTo>
                  <a:lnTo>
                    <a:pt x="106978" y="42536"/>
                  </a:lnTo>
                  <a:cubicBezTo>
                    <a:pt x="134334" y="42536"/>
                    <a:pt x="149117" y="53374"/>
                    <a:pt x="149117" y="76064"/>
                  </a:cubicBezTo>
                  <a:cubicBezTo>
                    <a:pt x="149840" y="89046"/>
                    <a:pt x="141211" y="100714"/>
                    <a:pt x="128543" y="103884"/>
                  </a:cubicBezTo>
                  <a:lnTo>
                    <a:pt x="128543" y="103960"/>
                  </a:lnTo>
                  <a:cubicBezTo>
                    <a:pt x="139487" y="105771"/>
                    <a:pt x="143164" y="115281"/>
                    <a:pt x="145898" y="132529"/>
                  </a:cubicBezTo>
                  <a:cubicBezTo>
                    <a:pt x="147727" y="143423"/>
                    <a:pt x="149546" y="163392"/>
                    <a:pt x="154108" y="167925"/>
                  </a:cubicBezTo>
                  <a:lnTo>
                    <a:pt x="132201" y="167925"/>
                  </a:lnTo>
                  <a:cubicBezTo>
                    <a:pt x="126733" y="156129"/>
                    <a:pt x="127638" y="139792"/>
                    <a:pt x="123990" y="125256"/>
                  </a:cubicBezTo>
                  <a:cubicBezTo>
                    <a:pt x="122034" y="115613"/>
                    <a:pt x="112799" y="109211"/>
                    <a:pt x="103035" y="110730"/>
                  </a:cubicBezTo>
                  <a:lnTo>
                    <a:pt x="83880" y="110730"/>
                  </a:lnTo>
                  <a:close/>
                  <a:moveTo>
                    <a:pt x="106693" y="94402"/>
                  </a:moveTo>
                  <a:cubicBezTo>
                    <a:pt x="124924" y="94402"/>
                    <a:pt x="130210" y="85404"/>
                    <a:pt x="130210" y="76329"/>
                  </a:cubicBezTo>
                  <a:cubicBezTo>
                    <a:pt x="130210" y="66345"/>
                    <a:pt x="124009" y="58096"/>
                    <a:pt x="106693" y="58096"/>
                  </a:cubicBezTo>
                  <a:lnTo>
                    <a:pt x="83890" y="58096"/>
                  </a:lnTo>
                  <a:lnTo>
                    <a:pt x="83890" y="93899"/>
                  </a:lnTo>
                  <a:lnTo>
                    <a:pt x="106693" y="94402"/>
                  </a:lnTo>
                  <a:close/>
                  <a:moveTo>
                    <a:pt x="13" y="106207"/>
                  </a:moveTo>
                  <a:cubicBezTo>
                    <a:pt x="-492" y="48055"/>
                    <a:pt x="46454" y="507"/>
                    <a:pt x="104870" y="4"/>
                  </a:cubicBezTo>
                  <a:cubicBezTo>
                    <a:pt x="163285" y="-499"/>
                    <a:pt x="211050" y="46235"/>
                    <a:pt x="211555" y="104386"/>
                  </a:cubicBezTo>
                  <a:cubicBezTo>
                    <a:pt x="212060" y="162538"/>
                    <a:pt x="165114" y="210087"/>
                    <a:pt x="106699" y="210589"/>
                  </a:cubicBezTo>
                  <a:cubicBezTo>
                    <a:pt x="106395" y="210592"/>
                    <a:pt x="106092" y="210593"/>
                    <a:pt x="105788" y="210593"/>
                  </a:cubicBezTo>
                  <a:cubicBezTo>
                    <a:pt x="48776" y="211983"/>
                    <a:pt x="1427" y="167101"/>
                    <a:pt x="31" y="110347"/>
                  </a:cubicBezTo>
                  <a:cubicBezTo>
                    <a:pt x="-3" y="108967"/>
                    <a:pt x="-9" y="107587"/>
                    <a:pt x="13" y="106207"/>
                  </a:cubicBezTo>
                  <a:close/>
                </a:path>
              </a:pathLst>
            </a:custGeom>
            <a:solidFill>
              <a:srgbClr val="FF6600"/>
            </a:solidFill>
            <a:ln w="952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A770B81-B9D0-484C-8B8D-3D0C679408FA}"/>
                </a:ext>
              </a:extLst>
            </p:cNvPr>
            <p:cNvSpPr/>
            <p:nvPr/>
          </p:nvSpPr>
          <p:spPr>
            <a:xfrm>
              <a:off x="1677158" y="1254147"/>
              <a:ext cx="378185" cy="278856"/>
            </a:xfrm>
            <a:custGeom>
              <a:avLst/>
              <a:gdLst>
                <a:gd name="connsiteX0" fmla="*/ 520732 w 797280"/>
                <a:gd name="connsiteY0" fmla="*/ 587764 h 587877"/>
                <a:gd name="connsiteX1" fmla="*/ 388658 w 797280"/>
                <a:gd name="connsiteY1" fmla="*/ 439989 h 587877"/>
                <a:gd name="connsiteX2" fmla="*/ 262376 w 797280"/>
                <a:gd name="connsiteY2" fmla="*/ 587849 h 587877"/>
                <a:gd name="connsiteX3" fmla="*/ 0 w 797280"/>
                <a:gd name="connsiteY3" fmla="*/ 587878 h 587877"/>
                <a:gd name="connsiteX4" fmla="*/ 257080 w 797280"/>
                <a:gd name="connsiteY4" fmla="*/ 291929 h 587877"/>
                <a:gd name="connsiteX5" fmla="*/ 0 w 797280"/>
                <a:gd name="connsiteY5" fmla="*/ 0 h 587877"/>
                <a:gd name="connsiteX6" fmla="*/ 276225 w 797280"/>
                <a:gd name="connsiteY6" fmla="*/ 0 h 587877"/>
                <a:gd name="connsiteX7" fmla="*/ 400098 w 797280"/>
                <a:gd name="connsiteY7" fmla="*/ 141963 h 587877"/>
                <a:gd name="connsiteX8" fmla="*/ 523875 w 797280"/>
                <a:gd name="connsiteY8" fmla="*/ 0 h 587877"/>
                <a:gd name="connsiteX9" fmla="*/ 781050 w 797280"/>
                <a:gd name="connsiteY9" fmla="*/ 0 h 587877"/>
                <a:gd name="connsiteX10" fmla="*/ 529771 w 797280"/>
                <a:gd name="connsiteY10" fmla="*/ 290032 h 587877"/>
                <a:gd name="connsiteX11" fmla="*/ 797280 w 797280"/>
                <a:gd name="connsiteY11" fmla="*/ 587764 h 587877"/>
                <a:gd name="connsiteX12" fmla="*/ 520732 w 797280"/>
                <a:gd name="connsiteY12" fmla="*/ 587764 h 587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7280" h="587877">
                  <a:moveTo>
                    <a:pt x="520732" y="587764"/>
                  </a:moveTo>
                  <a:lnTo>
                    <a:pt x="388658" y="439989"/>
                  </a:lnTo>
                  <a:lnTo>
                    <a:pt x="262376" y="587849"/>
                  </a:lnTo>
                  <a:lnTo>
                    <a:pt x="0" y="587878"/>
                  </a:lnTo>
                  <a:lnTo>
                    <a:pt x="257080" y="291929"/>
                  </a:lnTo>
                  <a:lnTo>
                    <a:pt x="0" y="0"/>
                  </a:lnTo>
                  <a:lnTo>
                    <a:pt x="276225" y="0"/>
                  </a:lnTo>
                  <a:lnTo>
                    <a:pt x="400098" y="141963"/>
                  </a:lnTo>
                  <a:lnTo>
                    <a:pt x="523875" y="0"/>
                  </a:lnTo>
                  <a:lnTo>
                    <a:pt x="781050" y="0"/>
                  </a:lnTo>
                  <a:lnTo>
                    <a:pt x="529771" y="290032"/>
                  </a:lnTo>
                  <a:lnTo>
                    <a:pt x="797280" y="587764"/>
                  </a:lnTo>
                  <a:lnTo>
                    <a:pt x="520732" y="587764"/>
                  </a:lnTo>
                  <a:close/>
                </a:path>
              </a:pathLst>
            </a:custGeom>
            <a:solidFill>
              <a:srgbClr val="FF6600"/>
            </a:solid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D9E3A6A-6B64-E546-A169-7C50944F9061}"/>
                </a:ext>
              </a:extLst>
            </p:cNvPr>
            <p:cNvSpPr/>
            <p:nvPr/>
          </p:nvSpPr>
          <p:spPr>
            <a:xfrm>
              <a:off x="1433179" y="1096728"/>
              <a:ext cx="243979" cy="436275"/>
            </a:xfrm>
            <a:custGeom>
              <a:avLst/>
              <a:gdLst>
                <a:gd name="connsiteX0" fmla="*/ 0 w 514350"/>
                <a:gd name="connsiteY0" fmla="*/ 919744 h 919744"/>
                <a:gd name="connsiteX1" fmla="*/ 0 w 514350"/>
                <a:gd name="connsiteY1" fmla="*/ 0 h 919744"/>
                <a:gd name="connsiteX2" fmla="*/ 514350 w 514350"/>
                <a:gd name="connsiteY2" fmla="*/ 0 h 919744"/>
                <a:gd name="connsiteX3" fmla="*/ 514350 w 514350"/>
                <a:gd name="connsiteY3" fmla="*/ 208602 h 919744"/>
                <a:gd name="connsiteX4" fmla="*/ 219075 w 514350"/>
                <a:gd name="connsiteY4" fmla="*/ 208602 h 919744"/>
                <a:gd name="connsiteX5" fmla="*/ 219075 w 514350"/>
                <a:gd name="connsiteY5" fmla="*/ 331867 h 919744"/>
                <a:gd name="connsiteX6" fmla="*/ 514350 w 514350"/>
                <a:gd name="connsiteY6" fmla="*/ 331867 h 919744"/>
                <a:gd name="connsiteX7" fmla="*/ 514350 w 514350"/>
                <a:gd name="connsiteY7" fmla="*/ 530986 h 919744"/>
                <a:gd name="connsiteX8" fmla="*/ 219075 w 514350"/>
                <a:gd name="connsiteY8" fmla="*/ 530986 h 919744"/>
                <a:gd name="connsiteX9" fmla="*/ 219075 w 514350"/>
                <a:gd name="connsiteY9" fmla="*/ 711142 h 919744"/>
                <a:gd name="connsiteX10" fmla="*/ 514350 w 514350"/>
                <a:gd name="connsiteY10" fmla="*/ 711142 h 919744"/>
                <a:gd name="connsiteX11" fmla="*/ 514350 w 514350"/>
                <a:gd name="connsiteY11" fmla="*/ 919744 h 919744"/>
                <a:gd name="connsiteX12" fmla="*/ 0 w 514350"/>
                <a:gd name="connsiteY12" fmla="*/ 919744 h 919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4350" h="919744">
                  <a:moveTo>
                    <a:pt x="0" y="919744"/>
                  </a:moveTo>
                  <a:lnTo>
                    <a:pt x="0" y="0"/>
                  </a:lnTo>
                  <a:lnTo>
                    <a:pt x="514350" y="0"/>
                  </a:lnTo>
                  <a:lnTo>
                    <a:pt x="514350" y="208602"/>
                  </a:lnTo>
                  <a:lnTo>
                    <a:pt x="219075" y="208602"/>
                  </a:lnTo>
                  <a:lnTo>
                    <a:pt x="219075" y="331867"/>
                  </a:lnTo>
                  <a:lnTo>
                    <a:pt x="514350" y="331867"/>
                  </a:lnTo>
                  <a:lnTo>
                    <a:pt x="514350" y="530986"/>
                  </a:lnTo>
                  <a:lnTo>
                    <a:pt x="219075" y="530986"/>
                  </a:lnTo>
                  <a:lnTo>
                    <a:pt x="219075" y="711142"/>
                  </a:lnTo>
                  <a:lnTo>
                    <a:pt x="514350" y="711142"/>
                  </a:lnTo>
                  <a:lnTo>
                    <a:pt x="514350" y="919744"/>
                  </a:lnTo>
                  <a:lnTo>
                    <a:pt x="0" y="919744"/>
                  </a:lnTo>
                  <a:close/>
                </a:path>
              </a:pathLst>
            </a:custGeom>
            <a:solidFill>
              <a:srgbClr val="FF6600"/>
            </a:solidFill>
            <a:ln w="952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744CE726-5E8D-F34C-8C27-3683956B0F3D}"/>
                </a:ext>
              </a:extLst>
            </p:cNvPr>
            <p:cNvSpPr/>
            <p:nvPr/>
          </p:nvSpPr>
          <p:spPr>
            <a:xfrm>
              <a:off x="574730" y="1096728"/>
              <a:ext cx="858444" cy="449768"/>
            </a:xfrm>
            <a:custGeom>
              <a:avLst/>
              <a:gdLst>
                <a:gd name="connsiteX0" fmla="*/ 1600200 w 1809750"/>
                <a:gd name="connsiteY0" fmla="*/ 0 h 948189"/>
                <a:gd name="connsiteX1" fmla="*/ 1600200 w 1809750"/>
                <a:gd name="connsiteY1" fmla="*/ 379276 h 948189"/>
                <a:gd name="connsiteX2" fmla="*/ 1592447 w 1809750"/>
                <a:gd name="connsiteY2" fmla="*/ 373217 h 948189"/>
                <a:gd name="connsiteX3" fmla="*/ 1409700 w 1809750"/>
                <a:gd name="connsiteY3" fmla="*/ 303421 h 948189"/>
                <a:gd name="connsiteX4" fmla="*/ 1130027 w 1809750"/>
                <a:gd name="connsiteY4" fmla="*/ 522235 h 948189"/>
                <a:gd name="connsiteX5" fmla="*/ 809625 w 1809750"/>
                <a:gd name="connsiteY5" fmla="*/ 303421 h 948189"/>
                <a:gd name="connsiteX6" fmla="*/ 514350 w 1809750"/>
                <a:gd name="connsiteY6" fmla="*/ 455131 h 948189"/>
                <a:gd name="connsiteX7" fmla="*/ 514350 w 1809750"/>
                <a:gd name="connsiteY7" fmla="*/ 331867 h 948189"/>
                <a:gd name="connsiteX8" fmla="*/ 247650 w 1809750"/>
                <a:gd name="connsiteY8" fmla="*/ 331867 h 948189"/>
                <a:gd name="connsiteX9" fmla="*/ 247650 w 1809750"/>
                <a:gd name="connsiteY9" fmla="*/ 208602 h 948189"/>
                <a:gd name="connsiteX10" fmla="*/ 542925 w 1809750"/>
                <a:gd name="connsiteY10" fmla="*/ 208602 h 948189"/>
                <a:gd name="connsiteX11" fmla="*/ 542925 w 1809750"/>
                <a:gd name="connsiteY11" fmla="*/ 0 h 948189"/>
                <a:gd name="connsiteX12" fmla="*/ 0 w 1809750"/>
                <a:gd name="connsiteY12" fmla="*/ 0 h 948189"/>
                <a:gd name="connsiteX13" fmla="*/ 0 w 1809750"/>
                <a:gd name="connsiteY13" fmla="*/ 919744 h 948189"/>
                <a:gd name="connsiteX14" fmla="*/ 247650 w 1809750"/>
                <a:gd name="connsiteY14" fmla="*/ 919744 h 948189"/>
                <a:gd name="connsiteX15" fmla="*/ 247650 w 1809750"/>
                <a:gd name="connsiteY15" fmla="*/ 530986 h 948189"/>
                <a:gd name="connsiteX16" fmla="*/ 491214 w 1809750"/>
                <a:gd name="connsiteY16" fmla="*/ 528881 h 948189"/>
                <a:gd name="connsiteX17" fmla="*/ 479784 w 1809750"/>
                <a:gd name="connsiteY17" fmla="*/ 619045 h 948189"/>
                <a:gd name="connsiteX18" fmla="*/ 812540 w 1809750"/>
                <a:gd name="connsiteY18" fmla="*/ 946502 h 948189"/>
                <a:gd name="connsiteX19" fmla="*/ 1124007 w 1809750"/>
                <a:gd name="connsiteY19" fmla="*/ 739588 h 948189"/>
                <a:gd name="connsiteX20" fmla="*/ 914400 w 1809750"/>
                <a:gd name="connsiteY20" fmla="*/ 739588 h 948189"/>
                <a:gd name="connsiteX21" fmla="*/ 813435 w 1809750"/>
                <a:gd name="connsiteY21" fmla="*/ 788942 h 948189"/>
                <a:gd name="connsiteX22" fmla="*/ 688534 w 1809750"/>
                <a:gd name="connsiteY22" fmla="*/ 661761 h 948189"/>
                <a:gd name="connsiteX23" fmla="*/ 1117587 w 1809750"/>
                <a:gd name="connsiteY23" fmla="*/ 661761 h 948189"/>
                <a:gd name="connsiteX24" fmla="*/ 1417892 w 1809750"/>
                <a:gd name="connsiteY24" fmla="*/ 948190 h 948189"/>
                <a:gd name="connsiteX25" fmla="*/ 1600200 w 1809750"/>
                <a:gd name="connsiteY25" fmla="*/ 850934 h 948189"/>
                <a:gd name="connsiteX26" fmla="*/ 1600200 w 1809750"/>
                <a:gd name="connsiteY26" fmla="*/ 919744 h 948189"/>
                <a:gd name="connsiteX27" fmla="*/ 1809750 w 1809750"/>
                <a:gd name="connsiteY27" fmla="*/ 919744 h 948189"/>
                <a:gd name="connsiteX28" fmla="*/ 1809750 w 1809750"/>
                <a:gd name="connsiteY28" fmla="*/ 0 h 948189"/>
                <a:gd name="connsiteX29" fmla="*/ 698116 w 1809750"/>
                <a:gd name="connsiteY29" fmla="*/ 531726 h 948189"/>
                <a:gd name="connsiteX30" fmla="*/ 813483 w 1809750"/>
                <a:gd name="connsiteY30" fmla="*/ 435864 h 948189"/>
                <a:gd name="connsiteX31" fmla="*/ 929811 w 1809750"/>
                <a:gd name="connsiteY31" fmla="*/ 531726 h 948189"/>
                <a:gd name="connsiteX32" fmla="*/ 1463745 w 1809750"/>
                <a:gd name="connsiteY32" fmla="*/ 774709 h 948189"/>
                <a:gd name="connsiteX33" fmla="*/ 1335024 w 1809750"/>
                <a:gd name="connsiteY33" fmla="*/ 623795 h 948189"/>
                <a:gd name="connsiteX34" fmla="*/ 1463745 w 1809750"/>
                <a:gd name="connsiteY34" fmla="*/ 462442 h 948189"/>
                <a:gd name="connsiteX35" fmla="*/ 1588646 w 1809750"/>
                <a:gd name="connsiteY35" fmla="*/ 623795 h 948189"/>
                <a:gd name="connsiteX36" fmla="*/ 1463745 w 1809750"/>
                <a:gd name="connsiteY36" fmla="*/ 774709 h 948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09750" h="948189">
                  <a:moveTo>
                    <a:pt x="1600200" y="0"/>
                  </a:moveTo>
                  <a:lnTo>
                    <a:pt x="1600200" y="379276"/>
                  </a:lnTo>
                  <a:lnTo>
                    <a:pt x="1592447" y="373217"/>
                  </a:lnTo>
                  <a:cubicBezTo>
                    <a:pt x="1544774" y="319170"/>
                    <a:pt x="1479299" y="303421"/>
                    <a:pt x="1409700" y="303421"/>
                  </a:cubicBezTo>
                  <a:cubicBezTo>
                    <a:pt x="1267635" y="303421"/>
                    <a:pt x="1167213" y="395054"/>
                    <a:pt x="1130027" y="522235"/>
                  </a:cubicBezTo>
                  <a:cubicBezTo>
                    <a:pt x="1087126" y="382708"/>
                    <a:pt x="972674" y="303421"/>
                    <a:pt x="809625" y="303421"/>
                  </a:cubicBezTo>
                  <a:cubicBezTo>
                    <a:pt x="677094" y="303421"/>
                    <a:pt x="568700" y="358312"/>
                    <a:pt x="514350" y="455131"/>
                  </a:cubicBezTo>
                  <a:lnTo>
                    <a:pt x="514350" y="331867"/>
                  </a:lnTo>
                  <a:lnTo>
                    <a:pt x="247650" y="331867"/>
                  </a:lnTo>
                  <a:lnTo>
                    <a:pt x="247650" y="208602"/>
                  </a:lnTo>
                  <a:lnTo>
                    <a:pt x="542925" y="208602"/>
                  </a:lnTo>
                  <a:lnTo>
                    <a:pt x="542925" y="0"/>
                  </a:lnTo>
                  <a:lnTo>
                    <a:pt x="0" y="0"/>
                  </a:lnTo>
                  <a:lnTo>
                    <a:pt x="0" y="919744"/>
                  </a:lnTo>
                  <a:lnTo>
                    <a:pt x="247650" y="919744"/>
                  </a:lnTo>
                  <a:lnTo>
                    <a:pt x="247650" y="530986"/>
                  </a:lnTo>
                  <a:lnTo>
                    <a:pt x="491214" y="528881"/>
                  </a:lnTo>
                  <a:cubicBezTo>
                    <a:pt x="483487" y="558314"/>
                    <a:pt x="479644" y="588624"/>
                    <a:pt x="479784" y="619045"/>
                  </a:cubicBezTo>
                  <a:cubicBezTo>
                    <a:pt x="479784" y="809821"/>
                    <a:pt x="625669" y="946502"/>
                    <a:pt x="812540" y="946502"/>
                  </a:cubicBezTo>
                  <a:cubicBezTo>
                    <a:pt x="969864" y="946502"/>
                    <a:pt x="1068667" y="873416"/>
                    <a:pt x="1124007" y="739588"/>
                  </a:cubicBezTo>
                  <a:lnTo>
                    <a:pt x="914400" y="739588"/>
                  </a:lnTo>
                  <a:cubicBezTo>
                    <a:pt x="885825" y="779412"/>
                    <a:pt x="869728" y="788942"/>
                    <a:pt x="813435" y="788942"/>
                  </a:cubicBezTo>
                  <a:cubicBezTo>
                    <a:pt x="747646" y="788942"/>
                    <a:pt x="688534" y="730097"/>
                    <a:pt x="688534" y="661761"/>
                  </a:cubicBezTo>
                  <a:lnTo>
                    <a:pt x="1117587" y="661761"/>
                  </a:lnTo>
                  <a:cubicBezTo>
                    <a:pt x="1135685" y="813623"/>
                    <a:pt x="1254843" y="948190"/>
                    <a:pt x="1417892" y="948190"/>
                  </a:cubicBezTo>
                  <a:cubicBezTo>
                    <a:pt x="1490728" y="946433"/>
                    <a:pt x="1558395" y="910335"/>
                    <a:pt x="1600200" y="850934"/>
                  </a:cubicBezTo>
                  <a:lnTo>
                    <a:pt x="1600200" y="919744"/>
                  </a:lnTo>
                  <a:lnTo>
                    <a:pt x="1809750" y="919744"/>
                  </a:lnTo>
                  <a:lnTo>
                    <a:pt x="1809750" y="0"/>
                  </a:lnTo>
                  <a:close/>
                  <a:moveTo>
                    <a:pt x="698116" y="531726"/>
                  </a:moveTo>
                  <a:cubicBezTo>
                    <a:pt x="711451" y="473830"/>
                    <a:pt x="757228" y="435864"/>
                    <a:pt x="813483" y="435864"/>
                  </a:cubicBezTo>
                  <a:cubicBezTo>
                    <a:pt x="875462" y="435864"/>
                    <a:pt x="918362" y="472843"/>
                    <a:pt x="929811" y="531726"/>
                  </a:cubicBezTo>
                  <a:close/>
                  <a:moveTo>
                    <a:pt x="1463745" y="774709"/>
                  </a:moveTo>
                  <a:cubicBezTo>
                    <a:pt x="1384602" y="774709"/>
                    <a:pt x="1335024" y="700675"/>
                    <a:pt x="1335024" y="623795"/>
                  </a:cubicBezTo>
                  <a:cubicBezTo>
                    <a:pt x="1335024" y="541217"/>
                    <a:pt x="1377887" y="462442"/>
                    <a:pt x="1463745" y="462442"/>
                  </a:cubicBezTo>
                  <a:cubicBezTo>
                    <a:pt x="1552413" y="462442"/>
                    <a:pt x="1588646" y="541217"/>
                    <a:pt x="1588646" y="623795"/>
                  </a:cubicBezTo>
                  <a:cubicBezTo>
                    <a:pt x="1588646" y="702571"/>
                    <a:pt x="1550508" y="774709"/>
                    <a:pt x="1463745" y="774709"/>
                  </a:cubicBez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087255656"/>
      </p:ext>
    </p:extLst>
  </p:cSld>
  <p:clrMapOvr>
    <a:overrideClrMapping bg1="dk1" tx1="lt1" bg2="dk2" tx2="lt2" accent1="accent1" accent2="accent2" accent3="accent3" accent4="accent4" accent5="accent5" accent6="accent6" hlink="hlink" folHlink="folHlink"/>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Closing (gradient bar w. full bleed image)">
    <p:bg>
      <p:bgPr>
        <a:solidFill>
          <a:schemeClr val="bg1"/>
        </a:solidFill>
        <a:effectLst/>
      </p:bgPr>
    </p:bg>
    <p:spTree>
      <p:nvGrpSpPr>
        <p:cNvPr id="1" name=""/>
        <p:cNvGrpSpPr/>
        <p:nvPr/>
      </p:nvGrpSpPr>
      <p:grpSpPr>
        <a:xfrm>
          <a:off x="0" y="0"/>
          <a:ext cx="0" cy="0"/>
          <a:chOff x="0" y="0"/>
          <a:chExt cx="0" cy="0"/>
        </a:xfrm>
      </p:grpSpPr>
      <p:sp>
        <p:nvSpPr>
          <p:cNvPr id="5" name="Supporting Image">
            <a:extLst>
              <a:ext uri="{FF2B5EF4-FFF2-40B4-BE49-F238E27FC236}">
                <a16:creationId xmlns:a16="http://schemas.microsoft.com/office/drawing/2014/main" id="{CBC7FE7D-754B-0B4A-BCF1-4F278D65C2DE}"/>
              </a:ext>
            </a:extLst>
          </p:cNvPr>
          <p:cNvSpPr>
            <a:spLocks noGrp="1"/>
          </p:cNvSpPr>
          <p:nvPr>
            <p:ph type="pic" sz="quarter" idx="20"/>
          </p:nvPr>
        </p:nvSpPr>
        <p:spPr>
          <a:xfrm>
            <a:off x="0" y="0"/>
            <a:ext cx="12192000" cy="6858000"/>
          </a:xfrm>
          <a:prstGeom prst="rect">
            <a:avLst/>
          </a:prstGeom>
          <a:solidFill>
            <a:schemeClr val="accent6"/>
          </a:solidFill>
        </p:spPr>
        <p:txBody>
          <a:bodyPr tIns="914400" anchor="t" anchorCtr="0"/>
          <a:lstStyle>
            <a:lvl1pPr algn="ctr">
              <a:defRPr sz="1400"/>
            </a:lvl1pPr>
          </a:lstStyle>
          <a:p>
            <a:r>
              <a:rPr lang="en-US"/>
              <a:t>Click icon to add picture</a:t>
            </a:r>
          </a:p>
        </p:txBody>
      </p:sp>
      <p:sp>
        <p:nvSpPr>
          <p:cNvPr id="6" name="Text Placeholder / Gradient Color Bar ">
            <a:extLst>
              <a:ext uri="{FF2B5EF4-FFF2-40B4-BE49-F238E27FC236}">
                <a16:creationId xmlns:a16="http://schemas.microsoft.com/office/drawing/2014/main" id="{C25614AF-CDB2-A945-AD82-414F373D4E9D}"/>
              </a:ext>
            </a:extLst>
          </p:cNvPr>
          <p:cNvSpPr>
            <a:spLocks noGrp="1"/>
          </p:cNvSpPr>
          <p:nvPr>
            <p:ph type="body" sz="quarter" idx="21" hasCustomPrompt="1"/>
          </p:nvPr>
        </p:nvSpPr>
        <p:spPr>
          <a:xfrm flipH="1">
            <a:off x="0" y="2912810"/>
            <a:ext cx="12192000" cy="1032380"/>
          </a:xfrm>
          <a:prstGeom prst="rect">
            <a:avLst/>
          </a:prstGeom>
          <a:gradFill flip="none" rotWithShape="1">
            <a:gsLst>
              <a:gs pos="0">
                <a:schemeClr val="tx2"/>
              </a:gs>
              <a:gs pos="32000">
                <a:schemeClr val="accent1">
                  <a:lumMod val="91000"/>
                  <a:lumOff val="9000"/>
                  <a:alpha val="90000"/>
                </a:schemeClr>
              </a:gs>
              <a:gs pos="100000">
                <a:schemeClr val="bg2"/>
              </a:gs>
            </a:gsLst>
            <a:lin ang="10800000" scaled="1"/>
            <a:tileRect/>
          </a:gradFill>
        </p:spPr>
        <p:txBody>
          <a:bodyPr wrap="square" lIns="548640" tIns="0" rIns="548640" anchor="ctr" anchorCtr="0">
            <a:noAutofit/>
          </a:bodyPr>
          <a:lstStyle>
            <a:lvl1pPr algn="ctr">
              <a:lnSpc>
                <a:spcPct val="110000"/>
              </a:lnSpc>
              <a:spcAft>
                <a:spcPts val="0"/>
              </a:spcAft>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spcBef>
                <a:spcPts val="600"/>
              </a:spcBef>
              <a:spcAft>
                <a:spcPts val="0"/>
              </a:spcAft>
              <a:defRPr b="0" i="0">
                <a:solidFill>
                  <a:schemeClr val="bg1"/>
                </a:solidFill>
                <a:latin typeface="FedEx Sans Medium" panose="020B0603020203020204" pitchFamily="34" charset="0"/>
                <a:ea typeface="FedEx Sans Medium" panose="020B0603020203020204" pitchFamily="34" charset="0"/>
                <a:cs typeface="FedEx Sans Medium" panose="020B0603020203020204" pitchFamily="34" charset="0"/>
              </a:defRPr>
            </a:lvl2pPr>
            <a:lvl3pPr algn="ctr">
              <a:defRPr sz="16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3pPr>
            <a:lvl4pPr>
              <a:buNone/>
              <a:defRPr>
                <a:solidFill>
                  <a:schemeClr val="bg1"/>
                </a:solidFill>
              </a:defRPr>
            </a:lvl4pPr>
            <a:lvl5pPr>
              <a:defRPr>
                <a:solidFill>
                  <a:schemeClr val="bg1"/>
                </a:solidFill>
              </a:defRPr>
            </a:lvl5pPr>
          </a:lstStyle>
          <a:p>
            <a:pPr lvl="0"/>
            <a:r>
              <a:rPr lang="en-US"/>
              <a:t>Closing statement</a:t>
            </a:r>
          </a:p>
        </p:txBody>
      </p:sp>
      <p:sp>
        <p:nvSpPr>
          <p:cNvPr id="8" name="Logo">
            <a:extLst>
              <a:ext uri="{FF2B5EF4-FFF2-40B4-BE49-F238E27FC236}">
                <a16:creationId xmlns:a16="http://schemas.microsoft.com/office/drawing/2014/main" id="{49C51027-7953-FD49-82A7-2481928FCBE1}"/>
              </a:ext>
            </a:extLst>
          </p:cNvPr>
          <p:cNvSpPr>
            <a:spLocks noGrp="1" noChangeAspect="1"/>
          </p:cNvSpPr>
          <p:nvPr>
            <p:ph type="pic" sz="quarter" idx="22" hasCustomPrompt="1"/>
          </p:nvPr>
        </p:nvSpPr>
        <p:spPr>
          <a:xfrm>
            <a:off x="9690531" y="5642800"/>
            <a:ext cx="2058736" cy="1005840"/>
          </a:xfrm>
          <a: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p:spPr>
        <p:txBody>
          <a:bodyPr>
            <a:normAutofit/>
          </a:bodyPr>
          <a:lstStyle>
            <a:lvl1pPr>
              <a:defRPr sz="500">
                <a:solidFill>
                  <a:schemeClr val="bg1"/>
                </a:solidFill>
              </a:defRPr>
            </a:lvl1pPr>
          </a:lstStyle>
          <a:p>
            <a:r>
              <a:rPr lang="en-US"/>
              <a:t> </a:t>
            </a:r>
          </a:p>
        </p:txBody>
      </p:sp>
    </p:spTree>
    <p:extLst>
      <p:ext uri="{BB962C8B-B14F-4D97-AF65-F5344CB8AC3E}">
        <p14:creationId xmlns:p14="http://schemas.microsoft.com/office/powerpoint/2010/main" val="226627785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X-Negative Arrow (right, off center) Closing (white)">
    <p:spTree>
      <p:nvGrpSpPr>
        <p:cNvPr id="1" name=""/>
        <p:cNvGrpSpPr/>
        <p:nvPr/>
      </p:nvGrpSpPr>
      <p:grpSpPr>
        <a:xfrm>
          <a:off x="0" y="0"/>
          <a:ext cx="0" cy="0"/>
          <a:chOff x="0" y="0"/>
          <a:chExt cx="0" cy="0"/>
        </a:xfrm>
      </p:grpSpPr>
      <p:sp>
        <p:nvSpPr>
          <p:cNvPr id="8" name="Supporting Image">
            <a:extLst>
              <a:ext uri="{FF2B5EF4-FFF2-40B4-BE49-F238E27FC236}">
                <a16:creationId xmlns:a16="http://schemas.microsoft.com/office/drawing/2014/main" id="{413A713E-351C-D446-9A7D-F628FDF843A9}"/>
              </a:ext>
            </a:extLst>
          </p:cNvPr>
          <p:cNvSpPr>
            <a:spLocks noGrp="1"/>
          </p:cNvSpPr>
          <p:nvPr>
            <p:ph type="pic" sz="quarter" idx="20"/>
          </p:nvPr>
        </p:nvSpPr>
        <p:spPr>
          <a:xfrm>
            <a:off x="0" y="0"/>
            <a:ext cx="12192000" cy="6858000"/>
          </a:xfrm>
          <a:prstGeom prst="rect">
            <a:avLst/>
          </a:prstGeom>
          <a:solidFill>
            <a:schemeClr val="accent6"/>
          </a:solidFill>
        </p:spPr>
        <p:txBody>
          <a:bodyPr anchor="ctr" anchorCtr="0"/>
          <a:lstStyle>
            <a:lvl1pPr algn="ctr">
              <a:defRPr sz="1400" b="0" i="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stStyle>
          <a:p>
            <a:r>
              <a:rPr lang="en-US"/>
              <a:t>Click icon to add picture</a:t>
            </a:r>
          </a:p>
        </p:txBody>
      </p:sp>
      <p:sp>
        <p:nvSpPr>
          <p:cNvPr id="18" name="Text Placeholder">
            <a:extLst>
              <a:ext uri="{FF2B5EF4-FFF2-40B4-BE49-F238E27FC236}">
                <a16:creationId xmlns:a16="http://schemas.microsoft.com/office/drawing/2014/main" id="{E8CCFFE4-6898-B54A-80BD-6E0C8BD8F62E}"/>
              </a:ext>
            </a:extLst>
          </p:cNvPr>
          <p:cNvSpPr>
            <a:spLocks noGrp="1"/>
          </p:cNvSpPr>
          <p:nvPr>
            <p:ph type="body" sz="quarter" idx="19" hasCustomPrompt="1"/>
          </p:nvPr>
        </p:nvSpPr>
        <p:spPr>
          <a:xfrm flipH="1">
            <a:off x="6122667" y="0"/>
            <a:ext cx="6069333" cy="6858000"/>
          </a:xfrm>
          <a:custGeom>
            <a:avLst/>
            <a:gdLst>
              <a:gd name="connsiteX0" fmla="*/ 0 w 6069333"/>
              <a:gd name="connsiteY0" fmla="*/ 0 h 6858000"/>
              <a:gd name="connsiteX1" fmla="*/ 1841500 w 6069333"/>
              <a:gd name="connsiteY1" fmla="*/ 0 h 6858000"/>
              <a:gd name="connsiteX2" fmla="*/ 6069333 w 6069333"/>
              <a:gd name="connsiteY2" fmla="*/ 4821678 h 6858000"/>
              <a:gd name="connsiteX3" fmla="*/ 4308015 w 6069333"/>
              <a:gd name="connsiteY3" fmla="*/ 6858000 h 6858000"/>
              <a:gd name="connsiteX4" fmla="*/ 0 w 6069333"/>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333" h="6858000">
                <a:moveTo>
                  <a:pt x="0" y="0"/>
                </a:moveTo>
                <a:lnTo>
                  <a:pt x="1841500" y="0"/>
                </a:lnTo>
                <a:lnTo>
                  <a:pt x="6069333" y="4821678"/>
                </a:lnTo>
                <a:lnTo>
                  <a:pt x="4308015" y="6858000"/>
                </a:lnTo>
                <a:lnTo>
                  <a:pt x="0" y="6858000"/>
                </a:lnTo>
                <a:close/>
              </a:path>
            </a:pathLst>
          </a:custGeom>
          <a:solidFill>
            <a:schemeClr val="bg1">
              <a:alpha val="90000"/>
            </a:schemeClr>
          </a:solidFill>
        </p:spPr>
        <p:txBody>
          <a:bodyPr wrap="square" lIns="1947672" tIns="1371600" rIns="548640" anchor="ctr" anchorCtr="0">
            <a:noAutofit/>
          </a:bodyPr>
          <a:lstStyle>
            <a:lvl1pPr>
              <a:lnSpc>
                <a:spcPct val="110000"/>
              </a:lnSpc>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lvl2pPr>
            <a:lvl3pPr>
              <a:spcAft>
                <a:spcPts val="600"/>
              </a:spcAft>
              <a:defRPr/>
            </a:lvl3pPr>
          </a:lstStyle>
          <a:p>
            <a:pPr lvl="0"/>
            <a:r>
              <a:rPr lang="en-US"/>
              <a:t>Closing remarks</a:t>
            </a:r>
          </a:p>
          <a:p>
            <a:pPr lvl="1"/>
            <a:r>
              <a:rPr lang="en-US"/>
              <a:t>Subheading goes here</a:t>
            </a:r>
          </a:p>
          <a:p>
            <a:pPr lvl="2"/>
            <a:r>
              <a:rPr lang="en-US"/>
              <a:t>Third level</a:t>
            </a:r>
          </a:p>
        </p:txBody>
      </p:sp>
      <p:sp>
        <p:nvSpPr>
          <p:cNvPr id="6" name="Logo">
            <a:extLst>
              <a:ext uri="{FF2B5EF4-FFF2-40B4-BE49-F238E27FC236}">
                <a16:creationId xmlns:a16="http://schemas.microsoft.com/office/drawing/2014/main" id="{4744680E-668A-1C4C-BE7D-4B437AB3D2D7}"/>
              </a:ext>
            </a:extLst>
          </p:cNvPr>
          <p:cNvSpPr>
            <a:spLocks noGrp="1" noChangeAspect="1"/>
          </p:cNvSpPr>
          <p:nvPr>
            <p:ph type="pic" sz="quarter" idx="22" hasCustomPrompt="1"/>
          </p:nvPr>
        </p:nvSpPr>
        <p:spPr>
          <a:xfrm>
            <a:off x="9690531" y="5642800"/>
            <a:ext cx="2058736" cy="1005840"/>
          </a:xfrm>
          <a: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p:spPr>
        <p:txBody>
          <a:bodyPr>
            <a:normAutofit/>
          </a:bodyPr>
          <a:lstStyle>
            <a:lvl1pPr>
              <a:defRPr sz="500">
                <a:solidFill>
                  <a:schemeClr val="tx1"/>
                </a:solidFill>
              </a:defRPr>
            </a:lvl1pPr>
          </a:lstStyle>
          <a:p>
            <a:r>
              <a:rPr lang="en-US"/>
              <a:t> </a:t>
            </a:r>
          </a:p>
        </p:txBody>
      </p:sp>
    </p:spTree>
    <p:extLst>
      <p:ext uri="{BB962C8B-B14F-4D97-AF65-F5344CB8AC3E}">
        <p14:creationId xmlns:p14="http://schemas.microsoft.com/office/powerpoint/2010/main" val="387094295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Title &amp; 4 Text Columns / Content">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20" name="Text Placeholder 1">
            <a:extLst>
              <a:ext uri="{FF2B5EF4-FFF2-40B4-BE49-F238E27FC236}">
                <a16:creationId xmlns:a16="http://schemas.microsoft.com/office/drawing/2014/main" id="{1B7AC303-520A-E245-9F1E-2D64FD2934FA}"/>
              </a:ext>
            </a:extLst>
          </p:cNvPr>
          <p:cNvSpPr>
            <a:spLocks noGrp="1"/>
          </p:cNvSpPr>
          <p:nvPr>
            <p:ph type="body" sz="quarter" idx="24" hasCustomPrompt="1"/>
          </p:nvPr>
        </p:nvSpPr>
        <p:spPr>
          <a:xfrm>
            <a:off x="576072" y="3419576"/>
            <a:ext cx="2487168"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6" name="Content Placeholder 1">
            <a:extLst>
              <a:ext uri="{FF2B5EF4-FFF2-40B4-BE49-F238E27FC236}">
                <a16:creationId xmlns:a16="http://schemas.microsoft.com/office/drawing/2014/main" id="{7CBDE075-5301-8D46-9B37-3DA5CFDEED0C}"/>
              </a:ext>
            </a:extLst>
          </p:cNvPr>
          <p:cNvSpPr>
            <a:spLocks noGrp="1"/>
          </p:cNvSpPr>
          <p:nvPr>
            <p:ph sz="quarter" idx="25" hasCustomPrompt="1"/>
          </p:nvPr>
        </p:nvSpPr>
        <p:spPr>
          <a:xfrm>
            <a:off x="571500" y="1527048"/>
            <a:ext cx="2240280" cy="1669126"/>
          </a:xfrm>
        </p:spPr>
        <p:txBody>
          <a:bodyPr anchor="ctr" anchorCtr="0"/>
          <a:lstStyle>
            <a:lvl1pPr algn="ctr">
              <a:defRPr sz="1400"/>
            </a:lvl1pPr>
          </a:lstStyle>
          <a:p>
            <a:pPr lvl="0"/>
            <a:r>
              <a:rPr lang="en-US"/>
              <a:t>Click to add photo, video chart or media</a:t>
            </a:r>
          </a:p>
        </p:txBody>
      </p:sp>
      <p:sp>
        <p:nvSpPr>
          <p:cNvPr id="21" name="Text Placeholder 2">
            <a:extLst>
              <a:ext uri="{FF2B5EF4-FFF2-40B4-BE49-F238E27FC236}">
                <a16:creationId xmlns:a16="http://schemas.microsoft.com/office/drawing/2014/main" id="{770D3D0A-ACAE-D841-9E9A-A46CBAD73680}"/>
              </a:ext>
            </a:extLst>
          </p:cNvPr>
          <p:cNvSpPr>
            <a:spLocks noGrp="1"/>
          </p:cNvSpPr>
          <p:nvPr>
            <p:ph type="body" sz="quarter" idx="12" hasCustomPrompt="1"/>
          </p:nvPr>
        </p:nvSpPr>
        <p:spPr>
          <a:xfrm>
            <a:off x="3423920" y="3422084"/>
            <a:ext cx="2487168"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7" name="Content Placeholder 2">
            <a:extLst>
              <a:ext uri="{FF2B5EF4-FFF2-40B4-BE49-F238E27FC236}">
                <a16:creationId xmlns:a16="http://schemas.microsoft.com/office/drawing/2014/main" id="{E080A7D1-536D-4C45-BCFD-C7A03569D34D}"/>
              </a:ext>
            </a:extLst>
          </p:cNvPr>
          <p:cNvSpPr>
            <a:spLocks noGrp="1"/>
          </p:cNvSpPr>
          <p:nvPr>
            <p:ph sz="quarter" idx="26" hasCustomPrompt="1"/>
          </p:nvPr>
        </p:nvSpPr>
        <p:spPr>
          <a:xfrm>
            <a:off x="3423920" y="1527048"/>
            <a:ext cx="2240280" cy="1673352"/>
          </a:xfrm>
        </p:spPr>
        <p:txBody>
          <a:bodyPr anchor="ctr" anchorCtr="0"/>
          <a:lstStyle>
            <a:lvl1pPr algn="ctr">
              <a:defRPr sz="1400"/>
            </a:lvl1pPr>
          </a:lstStyle>
          <a:p>
            <a:pPr lvl="0"/>
            <a:r>
              <a:rPr lang="en-US"/>
              <a:t>Click to add photo, video chart or media</a:t>
            </a:r>
          </a:p>
        </p:txBody>
      </p:sp>
      <p:sp>
        <p:nvSpPr>
          <p:cNvPr id="22" name="Text Placeholder 3">
            <a:extLst>
              <a:ext uri="{FF2B5EF4-FFF2-40B4-BE49-F238E27FC236}">
                <a16:creationId xmlns:a16="http://schemas.microsoft.com/office/drawing/2014/main" id="{5008D4B3-75B5-B84C-868B-C61F193FD007}"/>
              </a:ext>
            </a:extLst>
          </p:cNvPr>
          <p:cNvSpPr>
            <a:spLocks noGrp="1"/>
          </p:cNvSpPr>
          <p:nvPr>
            <p:ph type="body" sz="quarter" idx="29" hasCustomPrompt="1"/>
          </p:nvPr>
        </p:nvSpPr>
        <p:spPr>
          <a:xfrm>
            <a:off x="6280914" y="3419575"/>
            <a:ext cx="2487166"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8" name="Content Placeholder 3">
            <a:extLst>
              <a:ext uri="{FF2B5EF4-FFF2-40B4-BE49-F238E27FC236}">
                <a16:creationId xmlns:a16="http://schemas.microsoft.com/office/drawing/2014/main" id="{8A65B888-1B6B-664A-8EA4-FCDD01B5D123}"/>
              </a:ext>
            </a:extLst>
          </p:cNvPr>
          <p:cNvSpPr>
            <a:spLocks noGrp="1"/>
          </p:cNvSpPr>
          <p:nvPr>
            <p:ph sz="quarter" idx="27" hasCustomPrompt="1"/>
          </p:nvPr>
        </p:nvSpPr>
        <p:spPr>
          <a:xfrm>
            <a:off x="6275833" y="1527048"/>
            <a:ext cx="2240280" cy="1669126"/>
          </a:xfrm>
        </p:spPr>
        <p:txBody>
          <a:bodyPr anchor="ctr" anchorCtr="0"/>
          <a:lstStyle>
            <a:lvl1pPr algn="ctr">
              <a:defRPr sz="1400"/>
            </a:lvl1pPr>
          </a:lstStyle>
          <a:p>
            <a:pPr lvl="0"/>
            <a:r>
              <a:rPr lang="en-US"/>
              <a:t>Click to add photo, video chart or media</a:t>
            </a:r>
          </a:p>
        </p:txBody>
      </p:sp>
      <p:sp>
        <p:nvSpPr>
          <p:cNvPr id="23" name="Text Placeholder 4">
            <a:extLst>
              <a:ext uri="{FF2B5EF4-FFF2-40B4-BE49-F238E27FC236}">
                <a16:creationId xmlns:a16="http://schemas.microsoft.com/office/drawing/2014/main" id="{92A86EA6-71F5-6C41-9F03-C551F2839281}"/>
              </a:ext>
            </a:extLst>
          </p:cNvPr>
          <p:cNvSpPr>
            <a:spLocks noGrp="1"/>
          </p:cNvSpPr>
          <p:nvPr>
            <p:ph type="body" sz="quarter" idx="30" hasCustomPrompt="1"/>
          </p:nvPr>
        </p:nvSpPr>
        <p:spPr>
          <a:xfrm>
            <a:off x="9131047" y="3419574"/>
            <a:ext cx="2487166" cy="2597716"/>
          </a:xfrm>
        </p:spPr>
        <p:txBody>
          <a:bodyPr/>
          <a:lstStyle>
            <a:lvl1pP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defRPr sz="1400" b="0" i="0">
                <a:latin typeface="FedEx Sans" panose="020B0603020203020204" pitchFamily="34" charset="0"/>
                <a:ea typeface="FedEx Sans" panose="020B0603020203020204" pitchFamily="34" charset="0"/>
                <a:cs typeface="FedEx Sans" panose="020B0603020203020204" pitchFamily="34" charset="0"/>
              </a:defRPr>
            </a:lvl2pPr>
            <a:lvl3pPr>
              <a:defRPr lang="en-US" sz="1400" kern="1200" dirty="0">
                <a:solidFill>
                  <a:schemeClr val="tx1"/>
                </a:solidFill>
                <a:latin typeface="+mn-lt"/>
                <a:ea typeface="+mn-ea"/>
                <a:cs typeface="+mn-cs"/>
              </a:defRPr>
            </a:lvl3pPr>
            <a:lvl4pPr marL="219456">
              <a:defRPr lang="en-US" sz="1400" kern="1200" dirty="0">
                <a:solidFill>
                  <a:schemeClr val="tx1"/>
                </a:solidFill>
                <a:latin typeface="+mn-lt"/>
                <a:ea typeface="+mn-ea"/>
                <a:cs typeface="+mn-cs"/>
              </a:defRPr>
            </a:lvl4pPr>
            <a:lvl5pPr>
              <a:defRPr sz="1400"/>
            </a:lvl5pPr>
            <a:lvl6pPr>
              <a:defRPr sz="1200"/>
            </a:lvl6pPr>
          </a:lstStyle>
          <a:p>
            <a:pPr lvl="0"/>
            <a:r>
              <a:rPr lang="en-US"/>
              <a:t>First level</a:t>
            </a:r>
          </a:p>
          <a:p>
            <a:pPr lvl="1"/>
            <a:r>
              <a:rPr lang="en-US"/>
              <a:t>Second level</a:t>
            </a:r>
          </a:p>
          <a:p>
            <a:pPr marL="219456" lvl="3" indent="-219456" algn="l" defTabSz="914400" rtl="0" eaLnBrk="1" latinLnBrk="0" hangingPunct="1">
              <a:lnSpc>
                <a:spcPct val="130000"/>
              </a:lnSpc>
              <a:spcBef>
                <a:spcPts val="0"/>
              </a:spcBef>
              <a:spcAft>
                <a:spcPts val="600"/>
              </a:spcAft>
              <a:buFont typeface="Arial" panose="020B0604020202020204" pitchFamily="34" charset="0"/>
              <a:buChar char="•"/>
              <a:tabLst/>
            </a:pPr>
            <a:r>
              <a:rPr lang="en-US"/>
              <a:t>Third level</a:t>
            </a:r>
          </a:p>
          <a:p>
            <a:pPr marL="438912" lvl="4" indent="-219456" algn="l" defTabSz="914400" rtl="0" eaLnBrk="1" latinLnBrk="0" hangingPunct="1">
              <a:lnSpc>
                <a:spcPct val="130000"/>
              </a:lnSpc>
              <a:spcBef>
                <a:spcPts val="0"/>
              </a:spcBef>
              <a:spcAft>
                <a:spcPts val="600"/>
              </a:spcAft>
              <a:buFont typeface="System Font Regular"/>
              <a:buChar char="–"/>
              <a:tabLst/>
            </a:pPr>
            <a:r>
              <a:rPr lang="en-US"/>
              <a:t>Fourth level</a:t>
            </a:r>
          </a:p>
        </p:txBody>
      </p:sp>
      <p:sp>
        <p:nvSpPr>
          <p:cNvPr id="19" name="Content Placeholder 4">
            <a:extLst>
              <a:ext uri="{FF2B5EF4-FFF2-40B4-BE49-F238E27FC236}">
                <a16:creationId xmlns:a16="http://schemas.microsoft.com/office/drawing/2014/main" id="{316155C8-5634-EE4C-A0E2-907425AC2FA1}"/>
              </a:ext>
            </a:extLst>
          </p:cNvPr>
          <p:cNvSpPr>
            <a:spLocks noGrp="1"/>
          </p:cNvSpPr>
          <p:nvPr>
            <p:ph sz="quarter" idx="28" hasCustomPrompt="1"/>
          </p:nvPr>
        </p:nvSpPr>
        <p:spPr>
          <a:xfrm>
            <a:off x="9131047" y="1527048"/>
            <a:ext cx="2240280" cy="1669126"/>
          </a:xfrm>
        </p:spPr>
        <p:txBody>
          <a:bodyPr anchor="ctr" anchorCtr="0"/>
          <a:lstStyle>
            <a:lvl1pPr algn="ctr">
              <a:defRPr sz="1400"/>
            </a:lvl1pPr>
          </a:lstStyle>
          <a:p>
            <a:pPr lvl="0"/>
            <a:r>
              <a:rPr lang="en-US"/>
              <a:t>Click to add photo, video chart or media</a:t>
            </a:r>
          </a:p>
        </p:txBody>
      </p:sp>
      <p:sp>
        <p:nvSpPr>
          <p:cNvPr id="3" name="Footer Placeholder">
            <a:extLst>
              <a:ext uri="{FF2B5EF4-FFF2-40B4-BE49-F238E27FC236}">
                <a16:creationId xmlns:a16="http://schemas.microsoft.com/office/drawing/2014/main" id="{4951D64E-9BC4-954B-AD42-9AE9E387BC70}"/>
              </a:ext>
            </a:extLst>
          </p:cNvPr>
          <p:cNvSpPr>
            <a:spLocks noGrp="1"/>
          </p:cNvSpPr>
          <p:nvPr>
            <p:ph type="ftr" sz="quarter" idx="31"/>
          </p:nvPr>
        </p:nvSpPr>
        <p:spPr/>
        <p:txBody>
          <a:bodyPr/>
          <a:lstStyle/>
          <a:p>
            <a:endParaRPr lang="en-IN"/>
          </a:p>
        </p:txBody>
      </p:sp>
      <p:sp>
        <p:nvSpPr>
          <p:cNvPr id="4" name="Slide Number Placeholder">
            <a:extLst>
              <a:ext uri="{FF2B5EF4-FFF2-40B4-BE49-F238E27FC236}">
                <a16:creationId xmlns:a16="http://schemas.microsoft.com/office/drawing/2014/main" id="{3A3EA974-EBAC-FD47-8D88-DCB4AC8B5F25}"/>
              </a:ext>
            </a:extLst>
          </p:cNvPr>
          <p:cNvSpPr>
            <a:spLocks noGrp="1"/>
          </p:cNvSpPr>
          <p:nvPr>
            <p:ph type="sldNum" sz="quarter" idx="32"/>
          </p:nvPr>
        </p:nvSpPr>
        <p:spPr/>
        <p:txBody>
          <a:bodyPr/>
          <a:lstStyle/>
          <a:p>
            <a:fld id="{D3B131D2-36A3-44C4-AC9E-727AE9684CC9}" type="slidenum">
              <a:rPr lang="en-IN" smtClean="0"/>
              <a:t>‹#›</a:t>
            </a:fld>
            <a:endParaRPr lang="en-IN"/>
          </a:p>
        </p:txBody>
      </p:sp>
    </p:spTree>
    <p:extLst>
      <p:ext uri="{BB962C8B-B14F-4D97-AF65-F5344CB8AC3E}">
        <p14:creationId xmlns:p14="http://schemas.microsoft.com/office/powerpoint/2010/main" val="222434108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Title &amp; 2 Content Blocks">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sz="3000"/>
            </a:lvl1pPr>
          </a:lstStyle>
          <a:p>
            <a:r>
              <a:rPr lang="en-US"/>
              <a:t>Click to edit Master title style</a:t>
            </a:r>
          </a:p>
        </p:txBody>
      </p:sp>
      <p:sp>
        <p:nvSpPr>
          <p:cNvPr id="3" name="Content Placeholder 1"/>
          <p:cNvSpPr>
            <a:spLocks noGrp="1"/>
          </p:cNvSpPr>
          <p:nvPr>
            <p:ph idx="1"/>
          </p:nvPr>
        </p:nvSpPr>
        <p:spPr>
          <a:xfrm>
            <a:off x="576072" y="1524000"/>
            <a:ext cx="7272528" cy="4485118"/>
          </a:xfrm>
        </p:spPr>
        <p:txBody>
          <a:bodyPr/>
          <a:lstStyle>
            <a:lvl1pPr>
              <a:defRPr sz="1300"/>
            </a:lvl1pPr>
            <a:lvl2pPr>
              <a:defRPr sz="1300"/>
            </a:lvl2pPr>
            <a:lvl3pPr>
              <a:defRPr sz="1300"/>
            </a:lvl3pPr>
            <a:lvl4pPr>
              <a:defRPr sz="1300"/>
            </a:lvl4pPr>
            <a:lvl5pPr>
              <a:defRPr sz="13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9602D6A0-0BAF-3A48-B4F7-DCCC443F899B}"/>
              </a:ext>
            </a:extLst>
          </p:cNvPr>
          <p:cNvSpPr>
            <a:spLocks noGrp="1"/>
          </p:cNvSpPr>
          <p:nvPr>
            <p:ph idx="12"/>
          </p:nvPr>
        </p:nvSpPr>
        <p:spPr>
          <a:xfrm>
            <a:off x="8077200" y="1524000"/>
            <a:ext cx="3543300" cy="44851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aption Placeholder 1">
            <a:extLst>
              <a:ext uri="{FF2B5EF4-FFF2-40B4-BE49-F238E27FC236}">
                <a16:creationId xmlns:a16="http://schemas.microsoft.com/office/drawing/2014/main" id="{7D9CC340-A85C-9342-B19A-BB49DF9FE9E1}"/>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endParaRPr lang="en-IN"/>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D3B131D2-36A3-44C4-AC9E-727AE9684CC9}" type="slidenum">
              <a:rPr lang="en-IN" smtClean="0"/>
              <a:t>‹#›</a:t>
            </a:fld>
            <a:endParaRPr lang="en-IN"/>
          </a:p>
        </p:txBody>
      </p:sp>
      <p:sp>
        <p:nvSpPr>
          <p:cNvPr id="5" name="Rectangle 4">
            <a:extLst>
              <a:ext uri="{FF2B5EF4-FFF2-40B4-BE49-F238E27FC236}">
                <a16:creationId xmlns:a16="http://schemas.microsoft.com/office/drawing/2014/main" id="{87992C69-6677-7997-B874-F2E49E097422}"/>
              </a:ext>
            </a:extLst>
          </p:cNvPr>
          <p:cNvSpPr/>
          <p:nvPr userDrawn="1"/>
        </p:nvSpPr>
        <p:spPr>
          <a:xfrm>
            <a:off x="1" y="6780362"/>
            <a:ext cx="12191999" cy="77638"/>
          </a:xfrm>
          <a:prstGeom prst="rect">
            <a:avLst/>
          </a:prstGeom>
          <a:gradFill flip="none" rotWithShape="1">
            <a:gsLst>
              <a:gs pos="100000">
                <a:schemeClr val="bg2"/>
              </a:gs>
              <a:gs pos="33000">
                <a:schemeClr val="accent1"/>
              </a:gs>
              <a:gs pos="0">
                <a:schemeClr val="tx2"/>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2F2F2">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p:txBody>
      </p:sp>
    </p:spTree>
    <p:extLst>
      <p:ext uri="{BB962C8B-B14F-4D97-AF65-F5344CB8AC3E}">
        <p14:creationId xmlns:p14="http://schemas.microsoft.com/office/powerpoint/2010/main" val="224997440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
        <p:nvSpPr>
          <p:cNvPr id="8" name="Intro. Text Placeholder">
            <a:extLst>
              <a:ext uri="{FF2B5EF4-FFF2-40B4-BE49-F238E27FC236}">
                <a16:creationId xmlns:a16="http://schemas.microsoft.com/office/drawing/2014/main" id="{2C0E0027-CB12-F348-9AAD-AA7620510F3C}"/>
              </a:ext>
            </a:extLst>
          </p:cNvPr>
          <p:cNvSpPr>
            <a:spLocks noGrp="1"/>
          </p:cNvSpPr>
          <p:nvPr>
            <p:ph type="body" sz="quarter" idx="19" hasCustomPrompt="1"/>
          </p:nvPr>
        </p:nvSpPr>
        <p:spPr>
          <a:xfrm>
            <a:off x="571500" y="1523999"/>
            <a:ext cx="9182100" cy="898689"/>
          </a:xfrm>
        </p:spPr>
        <p:txBody>
          <a:bodyPr/>
          <a:lstStyle>
            <a:lvl1pPr>
              <a:spcAft>
                <a:spcPts val="600"/>
              </a:spcAft>
              <a:defRPr/>
            </a:lvl1pPr>
          </a:lstStyle>
          <a:p>
            <a:pPr lvl="0"/>
            <a:r>
              <a:rPr lang="en-US"/>
              <a:t>Click to edit Master text styles slide</a:t>
            </a:r>
          </a:p>
          <a:p>
            <a:pPr lvl="1"/>
            <a:r>
              <a:rPr lang="en-US"/>
              <a:t>Second line</a:t>
            </a:r>
          </a:p>
        </p:txBody>
      </p:sp>
      <p:sp>
        <p:nvSpPr>
          <p:cNvPr id="9" name="Caption Placeholder 1">
            <a:extLst>
              <a:ext uri="{FF2B5EF4-FFF2-40B4-BE49-F238E27FC236}">
                <a16:creationId xmlns:a16="http://schemas.microsoft.com/office/drawing/2014/main" id="{FF49BF76-31F5-8F4D-880C-E6D1C9E41B29}"/>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a:t>This is a caption / footnote</a:t>
            </a:r>
          </a:p>
        </p:txBody>
      </p:sp>
      <p:sp>
        <p:nvSpPr>
          <p:cNvPr id="6" name="Footer Placeholder">
            <a:extLst>
              <a:ext uri="{FF2B5EF4-FFF2-40B4-BE49-F238E27FC236}">
                <a16:creationId xmlns:a16="http://schemas.microsoft.com/office/drawing/2014/main" id="{DEF0BEC7-6DDB-6942-A57B-330AB3EC7D77}"/>
              </a:ext>
            </a:extLst>
          </p:cNvPr>
          <p:cNvSpPr>
            <a:spLocks noGrp="1"/>
          </p:cNvSpPr>
          <p:nvPr>
            <p:ph type="ftr" sz="quarter" idx="11"/>
          </p:nvPr>
        </p:nvSpPr>
        <p:spPr/>
        <p:txBody>
          <a:bodyPr/>
          <a:lstStyle/>
          <a:p>
            <a:endParaRPr lang="en-IN"/>
          </a:p>
        </p:txBody>
      </p:sp>
      <p:sp>
        <p:nvSpPr>
          <p:cNvPr id="7" name="Slide Number Placeholder">
            <a:extLst>
              <a:ext uri="{FF2B5EF4-FFF2-40B4-BE49-F238E27FC236}">
                <a16:creationId xmlns:a16="http://schemas.microsoft.com/office/drawing/2014/main" id="{E5CC3CBC-5733-4044-9A31-921B7FC8CEFA}"/>
              </a:ext>
            </a:extLst>
          </p:cNvPr>
          <p:cNvSpPr>
            <a:spLocks noGrp="1"/>
          </p:cNvSpPr>
          <p:nvPr>
            <p:ph type="sldNum" sz="quarter" idx="12"/>
          </p:nvPr>
        </p:nvSpPr>
        <p:spPr/>
        <p:txBody>
          <a:bodyPr/>
          <a:lstStyle/>
          <a:p>
            <a:fld id="{D3B131D2-36A3-44C4-AC9E-727AE9684CC9}" type="slidenum">
              <a:rPr lang="en-IN" smtClean="0"/>
              <a:t>‹#›</a:t>
            </a:fld>
            <a:endParaRPr lang="en-IN"/>
          </a:p>
        </p:txBody>
      </p:sp>
    </p:spTree>
    <p:extLst>
      <p:ext uri="{BB962C8B-B14F-4D97-AF65-F5344CB8AC3E}">
        <p14:creationId xmlns:p14="http://schemas.microsoft.com/office/powerpoint/2010/main" val="254849239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cSld name="Title (1 line) &amp; Text">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a:t>Click to edit Master title style</a:t>
            </a:r>
          </a:p>
        </p:txBody>
      </p:sp>
      <p:sp>
        <p:nvSpPr>
          <p:cNvPr id="7" name="Text Placeholder">
            <a:extLst>
              <a:ext uri="{FF2B5EF4-FFF2-40B4-BE49-F238E27FC236}">
                <a16:creationId xmlns:a16="http://schemas.microsoft.com/office/drawing/2014/main" id="{6592F3C6-568D-8944-9BFB-F6E8DC4D3BA5}"/>
              </a:ext>
            </a:extLst>
          </p:cNvPr>
          <p:cNvSpPr>
            <a:spLocks noGrp="1"/>
          </p:cNvSpPr>
          <p:nvPr>
            <p:ph type="body" orient="vert" idx="1"/>
          </p:nvPr>
        </p:nvSpPr>
        <p:spPr>
          <a:xfrm>
            <a:off x="576073" y="1524000"/>
            <a:ext cx="9177527" cy="4495800"/>
          </a:xfrm>
        </p:spPr>
        <p:txBody>
          <a:bodyPr vert="horz"/>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aption Placeholder 1">
            <a:extLst>
              <a:ext uri="{FF2B5EF4-FFF2-40B4-BE49-F238E27FC236}">
                <a16:creationId xmlns:a16="http://schemas.microsoft.com/office/drawing/2014/main" id="{DB007ED1-79E2-6A4E-8060-0908970F4173}"/>
              </a:ext>
            </a:extLst>
          </p:cNvPr>
          <p:cNvSpPr>
            <a:spLocks noGrp="1"/>
          </p:cNvSpPr>
          <p:nvPr>
            <p:ph type="body" sz="quarter" idx="32" hasCustomPrompt="1"/>
          </p:nvPr>
        </p:nvSpPr>
        <p:spPr>
          <a:xfrm>
            <a:off x="576580" y="6096000"/>
            <a:ext cx="5385816" cy="152400"/>
          </a:xfrm>
        </p:spPr>
        <p:txBody>
          <a:bodyPr anchor="b" anchorCtr="0"/>
          <a:lstStyle>
            <a:lvl1pPr>
              <a:defRPr sz="800">
                <a:solidFill>
                  <a:schemeClr val="accent4"/>
                </a:solidFill>
              </a:defRPr>
            </a:lvl1pPr>
          </a:lstStyle>
          <a:p>
            <a:pPr lvl="0"/>
            <a:r>
              <a:rPr lang="en-US"/>
              <a:t>This is a caption / footnote</a:t>
            </a:r>
          </a:p>
        </p:txBody>
      </p:sp>
      <p:sp>
        <p:nvSpPr>
          <p:cNvPr id="12" name="Footer Placeholder">
            <a:extLst>
              <a:ext uri="{FF2B5EF4-FFF2-40B4-BE49-F238E27FC236}">
                <a16:creationId xmlns:a16="http://schemas.microsoft.com/office/drawing/2014/main" id="{A3A9BCDB-AFF0-F340-8674-046D2700D485}"/>
              </a:ext>
            </a:extLst>
          </p:cNvPr>
          <p:cNvSpPr>
            <a:spLocks noGrp="1"/>
          </p:cNvSpPr>
          <p:nvPr>
            <p:ph type="ftr" sz="quarter" idx="10"/>
          </p:nvPr>
        </p:nvSpPr>
        <p:spPr/>
        <p:txBody>
          <a:bodyPr/>
          <a:lstStyle/>
          <a:p>
            <a:endParaRPr lang="en-IN"/>
          </a:p>
        </p:txBody>
      </p:sp>
      <p:sp>
        <p:nvSpPr>
          <p:cNvPr id="13" name="Slide Number Placeholder">
            <a:extLst>
              <a:ext uri="{FF2B5EF4-FFF2-40B4-BE49-F238E27FC236}">
                <a16:creationId xmlns:a16="http://schemas.microsoft.com/office/drawing/2014/main" id="{DB3E86AE-DB47-084F-8B8D-CA61D57CFCA7}"/>
              </a:ext>
            </a:extLst>
          </p:cNvPr>
          <p:cNvSpPr>
            <a:spLocks noGrp="1"/>
          </p:cNvSpPr>
          <p:nvPr>
            <p:ph type="sldNum" sz="quarter" idx="11"/>
          </p:nvPr>
        </p:nvSpPr>
        <p:spPr/>
        <p:txBody>
          <a:bodyPr/>
          <a:lstStyle/>
          <a:p>
            <a:fld id="{D3B131D2-36A3-44C4-AC9E-727AE9684CC9}" type="slidenum">
              <a:rPr lang="en-IN" smtClean="0"/>
              <a:t>‹#›</a:t>
            </a:fld>
            <a:endParaRPr lang="en-IN"/>
          </a:p>
        </p:txBody>
      </p:sp>
    </p:spTree>
    <p:extLst>
      <p:ext uri="{BB962C8B-B14F-4D97-AF65-F5344CB8AC3E}">
        <p14:creationId xmlns:p14="http://schemas.microsoft.com/office/powerpoint/2010/main" val="213667072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Custom Logo_White Title Slide">
    <p:spTree>
      <p:nvGrpSpPr>
        <p:cNvPr id="1" name=""/>
        <p:cNvGrpSpPr/>
        <p:nvPr/>
      </p:nvGrpSpPr>
      <p:grpSpPr>
        <a:xfrm>
          <a:off x="0" y="0"/>
          <a:ext cx="0" cy="0"/>
          <a:chOff x="0" y="0"/>
          <a:chExt cx="0" cy="0"/>
        </a:xfrm>
      </p:grpSpPr>
      <p:sp>
        <p:nvSpPr>
          <p:cNvPr id="8" name="Text Placeholder">
            <a:extLst>
              <a:ext uri="{FF2B5EF4-FFF2-40B4-BE49-F238E27FC236}">
                <a16:creationId xmlns:a16="http://schemas.microsoft.com/office/drawing/2014/main" id="{B5106553-5911-5249-B1C6-882CB01E5E12}"/>
              </a:ext>
            </a:extLst>
          </p:cNvPr>
          <p:cNvSpPr>
            <a:spLocks noGrp="1"/>
          </p:cNvSpPr>
          <p:nvPr>
            <p:ph type="body" sz="quarter" idx="21" hasCustomPrompt="1"/>
          </p:nvPr>
        </p:nvSpPr>
        <p:spPr>
          <a:xfrm>
            <a:off x="2476500" y="2458290"/>
            <a:ext cx="7277100" cy="2542688"/>
          </a:xfrm>
        </p:spPr>
        <p:txBody>
          <a:bodyPr/>
          <a:lstStyle>
            <a:lvl1pPr>
              <a:lnSpc>
                <a:spcPct val="110000"/>
              </a:lnSpc>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tx1"/>
                </a:solidFill>
              </a:defRPr>
            </a:lvl2pPr>
            <a:lvl3pPr>
              <a:spcAft>
                <a:spcPts val="600"/>
              </a:spcAft>
              <a:defRPr sz="1800">
                <a:solidFill>
                  <a:schemeClr val="tx1"/>
                </a:solidFill>
              </a:defRPr>
            </a:lvl3pPr>
          </a:lstStyle>
          <a:p>
            <a:pPr lvl="0"/>
            <a:r>
              <a:rPr lang="en-US"/>
              <a:t>Presentation title goes here</a:t>
            </a:r>
          </a:p>
          <a:p>
            <a:pPr lvl="1"/>
            <a:r>
              <a:rPr lang="en-US"/>
              <a:t>Presenter name or subheading goes here: keep it short</a:t>
            </a:r>
          </a:p>
          <a:p>
            <a:pPr lvl="2"/>
            <a:r>
              <a:rPr lang="en-US"/>
              <a:t>Date 00, 0000</a:t>
            </a:r>
          </a:p>
        </p:txBody>
      </p:sp>
      <p:sp>
        <p:nvSpPr>
          <p:cNvPr id="9" name="Logo">
            <a:extLst>
              <a:ext uri="{FF2B5EF4-FFF2-40B4-BE49-F238E27FC236}">
                <a16:creationId xmlns:a16="http://schemas.microsoft.com/office/drawing/2014/main" id="{306553B9-161B-394F-AA55-EC100F64460C}"/>
              </a:ext>
            </a:extLst>
          </p:cNvPr>
          <p:cNvSpPr>
            <a:spLocks noGrp="1"/>
          </p:cNvSpPr>
          <p:nvPr>
            <p:ph type="pic" sz="quarter" idx="22" hasCustomPrompt="1"/>
          </p:nvPr>
        </p:nvSpPr>
        <p:spPr>
          <a:xfrm rot="16200000">
            <a:off x="-1257300" y="2131964"/>
            <a:ext cx="4901184" cy="2386584"/>
          </a:xfrm>
          <a:noFill/>
        </p:spPr>
        <p:txBody>
          <a:bodyPr anchor="ctr" anchorCtr="0">
            <a:normAutofit/>
          </a:bodyPr>
          <a:lstStyle>
            <a:lvl1pPr algn="ctr">
              <a:defRPr sz="1400">
                <a:solidFill>
                  <a:schemeClr val="tx1"/>
                </a:solidFill>
              </a:defRPr>
            </a:lvl1pPr>
          </a:lstStyle>
          <a:p>
            <a:r>
              <a:rPr lang="en-US"/>
              <a:t>Logo placeholder</a:t>
            </a:r>
          </a:p>
        </p:txBody>
      </p:sp>
    </p:spTree>
    <p:extLst>
      <p:ext uri="{BB962C8B-B14F-4D97-AF65-F5344CB8AC3E}">
        <p14:creationId xmlns:p14="http://schemas.microsoft.com/office/powerpoint/2010/main" val="3024101045"/>
      </p:ext>
    </p:extLst>
  </p:cSld>
  <p:clrMapOvr>
    <a:masterClrMapping/>
  </p:clrMapOvr>
  <p:extLst>
    <p:ext uri="{DCECCB84-F9BA-43D5-87BE-67443E8EF086}">
      <p15:sldGuideLst xmlns:p15="http://schemas.microsoft.com/office/powerpoint/2012/main">
        <p15:guide id="1" orient="horz" pos="192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cSld name="Agenda (whit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lvl1pPr>
              <a:defRPr sz="3800"/>
            </a:lvl1pPr>
          </a:lstStyle>
          <a:p>
            <a:r>
              <a:rPr lang="en-US"/>
              <a:t>Click to edit Master title style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571500" y="1524000"/>
            <a:ext cx="9182100" cy="4495800"/>
          </a:xfrm>
        </p:spPr>
        <p:txBody>
          <a:bodyPr/>
          <a:lstStyle>
            <a:lvl1pPr marL="658368" indent="-658368">
              <a:spcAft>
                <a:spcPts val="1800"/>
              </a:spcAft>
              <a:buClr>
                <a:schemeClr val="tx2"/>
              </a:buClr>
              <a:buSzPct val="125000"/>
              <a:buFont typeface="+mj-lt"/>
              <a:buAutoNum type="arabicPeriod"/>
              <a:tabLst/>
              <a:defRPr/>
            </a:lvl1pPr>
          </a:lstStyle>
          <a:p>
            <a:pPr lvl="0"/>
            <a:r>
              <a:rPr lang="en-US"/>
              <a:t>Click to add your first section title here</a:t>
            </a:r>
          </a:p>
          <a:p>
            <a:pPr lvl="0"/>
            <a:r>
              <a:rPr lang="en-US"/>
              <a:t>Click to add your second section title here</a:t>
            </a:r>
          </a:p>
          <a:p>
            <a:pPr lvl="0"/>
            <a:r>
              <a:rPr lang="en-US"/>
              <a:t>Click to add your third section title here</a:t>
            </a:r>
          </a:p>
        </p:txBody>
      </p:sp>
      <p:sp>
        <p:nvSpPr>
          <p:cNvPr id="5" name="Footer Placeholder">
            <a:extLst>
              <a:ext uri="{FF2B5EF4-FFF2-40B4-BE49-F238E27FC236}">
                <a16:creationId xmlns:a16="http://schemas.microsoft.com/office/drawing/2014/main" id="{551031FF-EED5-6749-947B-08BDF717F550}"/>
              </a:ext>
            </a:extLst>
          </p:cNvPr>
          <p:cNvSpPr>
            <a:spLocks noGrp="1"/>
          </p:cNvSpPr>
          <p:nvPr>
            <p:ph type="ftr" sz="quarter" idx="13"/>
          </p:nvPr>
        </p:nvSpPr>
        <p:spPr/>
        <p:txBody>
          <a:bodyPr/>
          <a:lstStyle/>
          <a:p>
            <a:endParaRPr lang="en-IN"/>
          </a:p>
        </p:txBody>
      </p:sp>
      <p:sp>
        <p:nvSpPr>
          <p:cNvPr id="7" name="Slide Number Placeholder">
            <a:extLst>
              <a:ext uri="{FF2B5EF4-FFF2-40B4-BE49-F238E27FC236}">
                <a16:creationId xmlns:a16="http://schemas.microsoft.com/office/drawing/2014/main" id="{E39F7C1A-C762-1044-B781-827DA224DFD8}"/>
              </a:ext>
            </a:extLst>
          </p:cNvPr>
          <p:cNvSpPr>
            <a:spLocks noGrp="1"/>
          </p:cNvSpPr>
          <p:nvPr>
            <p:ph type="sldNum" sz="quarter" idx="14"/>
          </p:nvPr>
        </p:nvSpPr>
        <p:spPr/>
        <p:txBody>
          <a:bodyPr/>
          <a:lstStyle/>
          <a:p>
            <a:fld id="{D3B131D2-36A3-44C4-AC9E-727AE9684CC9}" type="slidenum">
              <a:rPr lang="en-IN" smtClean="0"/>
              <a:t>‹#›</a:t>
            </a:fld>
            <a:endParaRPr lang="en-IN"/>
          </a:p>
        </p:txBody>
      </p:sp>
    </p:spTree>
    <p:extLst>
      <p:ext uri="{BB962C8B-B14F-4D97-AF65-F5344CB8AC3E}">
        <p14:creationId xmlns:p14="http://schemas.microsoft.com/office/powerpoint/2010/main" val="52979897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cSld name="Agenda Horizontal, Highly Visual">
    <p:spTree>
      <p:nvGrpSpPr>
        <p:cNvPr id="1" name=""/>
        <p:cNvGrpSpPr/>
        <p:nvPr/>
      </p:nvGrpSpPr>
      <p:grpSpPr>
        <a:xfrm>
          <a:off x="0" y="0"/>
          <a:ext cx="0" cy="0"/>
          <a:chOff x="0" y="0"/>
          <a:chExt cx="0" cy="0"/>
        </a:xfrm>
      </p:grpSpPr>
      <p:sp>
        <p:nvSpPr>
          <p:cNvPr id="10" name="Supporting Image">
            <a:extLst>
              <a:ext uri="{FF2B5EF4-FFF2-40B4-BE49-F238E27FC236}">
                <a16:creationId xmlns:a16="http://schemas.microsoft.com/office/drawing/2014/main" id="{6D4132D8-6B68-C840-BF70-235ADEE1CBD7}"/>
              </a:ext>
            </a:extLst>
          </p:cNvPr>
          <p:cNvSpPr>
            <a:spLocks noGrp="1"/>
          </p:cNvSpPr>
          <p:nvPr>
            <p:ph type="pic" sz="quarter" idx="15" hasCustomPrompt="1"/>
          </p:nvPr>
        </p:nvSpPr>
        <p:spPr>
          <a:xfrm>
            <a:off x="0" y="0"/>
            <a:ext cx="12192000" cy="3225800"/>
          </a:xfrm>
        </p:spPr>
        <p:txBody>
          <a:bodyPr tIns="0" anchor="ctr" anchorCtr="0"/>
          <a:lstStyle>
            <a:lvl1pPr algn="ctr">
              <a:defRPr sz="1400">
                <a:solidFill>
                  <a:schemeClr val="tx1"/>
                </a:solidFill>
              </a:defRPr>
            </a:lvl1pPr>
          </a:lstStyle>
          <a:p>
            <a:r>
              <a:rPr lang="en-US"/>
              <a:t>Picture</a:t>
            </a:r>
          </a:p>
        </p:txBody>
      </p:sp>
      <p:sp>
        <p:nvSpPr>
          <p:cNvPr id="33" name="Title ">
            <a:extLst>
              <a:ext uri="{FF2B5EF4-FFF2-40B4-BE49-F238E27FC236}">
                <a16:creationId xmlns:a16="http://schemas.microsoft.com/office/drawing/2014/main" id="{F766590A-0D40-6841-B78B-70DE63D7B27B}"/>
              </a:ext>
            </a:extLst>
          </p:cNvPr>
          <p:cNvSpPr>
            <a:spLocks noGrp="1"/>
          </p:cNvSpPr>
          <p:nvPr>
            <p:ph type="title"/>
          </p:nvPr>
        </p:nvSpPr>
        <p:spPr>
          <a:xfrm>
            <a:off x="0" y="2422358"/>
            <a:ext cx="12192000" cy="803442"/>
          </a:xfrm>
          <a:gradFill>
            <a:gsLst>
              <a:gs pos="0">
                <a:schemeClr val="tx2">
                  <a:alpha val="90000"/>
                </a:schemeClr>
              </a:gs>
              <a:gs pos="33000">
                <a:schemeClr val="accent1">
                  <a:lumMod val="100000"/>
                  <a:alpha val="90000"/>
                </a:schemeClr>
              </a:gs>
              <a:gs pos="100000">
                <a:schemeClr val="bg2">
                  <a:alpha val="90000"/>
                </a:schemeClr>
              </a:gs>
            </a:gsLst>
            <a:lin ang="10800000" scaled="1"/>
          </a:gradFill>
        </p:spPr>
        <p:txBody>
          <a:bodyPr lIns="576072" rIns="548640" anchor="ctr" anchorCtr="0"/>
          <a:lstStyle>
            <a:lvl1pPr>
              <a:lnSpc>
                <a:spcPct val="110000"/>
              </a:lnSpc>
              <a:defRPr>
                <a:solidFill>
                  <a:schemeClr val="bg1"/>
                </a:solidFill>
              </a:defRPr>
            </a:lvl1pPr>
          </a:lstStyle>
          <a:p>
            <a:r>
              <a:rPr lang="en-US"/>
              <a:t>Click to edit Master title style</a:t>
            </a:r>
          </a:p>
        </p:txBody>
      </p:sp>
      <p:sp>
        <p:nvSpPr>
          <p:cNvPr id="20" name="Section 1 Placeholder">
            <a:extLst>
              <a:ext uri="{FF2B5EF4-FFF2-40B4-BE49-F238E27FC236}">
                <a16:creationId xmlns:a16="http://schemas.microsoft.com/office/drawing/2014/main" id="{EEA84A93-F77E-3C41-8341-6F8D8C00B54A}"/>
              </a:ext>
            </a:extLst>
          </p:cNvPr>
          <p:cNvSpPr>
            <a:spLocks noGrp="1"/>
          </p:cNvSpPr>
          <p:nvPr>
            <p:ph type="body" sz="quarter" idx="20" hasCustomPrompt="1"/>
          </p:nvPr>
        </p:nvSpPr>
        <p:spPr>
          <a:xfrm>
            <a:off x="584073"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000</a:t>
            </a:r>
          </a:p>
        </p:txBody>
      </p:sp>
      <p:sp>
        <p:nvSpPr>
          <p:cNvPr id="9" name="Text Placeholder 1">
            <a:extLst>
              <a:ext uri="{FF2B5EF4-FFF2-40B4-BE49-F238E27FC236}">
                <a16:creationId xmlns:a16="http://schemas.microsoft.com/office/drawing/2014/main" id="{E469B8C2-D32D-5045-BF2B-9A859456BA3F}"/>
              </a:ext>
            </a:extLst>
          </p:cNvPr>
          <p:cNvSpPr>
            <a:spLocks noGrp="1"/>
          </p:cNvSpPr>
          <p:nvPr>
            <p:ph type="body" sz="quarter" idx="12"/>
          </p:nvPr>
        </p:nvSpPr>
        <p:spPr>
          <a:xfrm>
            <a:off x="584073" y="4489047"/>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3" name="Section 2 Placeholder">
            <a:extLst>
              <a:ext uri="{FF2B5EF4-FFF2-40B4-BE49-F238E27FC236}">
                <a16:creationId xmlns:a16="http://schemas.microsoft.com/office/drawing/2014/main" id="{A3B43458-C925-B741-A1AB-2CCE0D759FD8}"/>
              </a:ext>
            </a:extLst>
          </p:cNvPr>
          <p:cNvSpPr>
            <a:spLocks noGrp="1"/>
          </p:cNvSpPr>
          <p:nvPr>
            <p:ph type="body" sz="quarter" idx="21" hasCustomPrompt="1"/>
          </p:nvPr>
        </p:nvSpPr>
        <p:spPr>
          <a:xfrm>
            <a:off x="2885599"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000</a:t>
            </a:r>
          </a:p>
        </p:txBody>
      </p:sp>
      <p:sp>
        <p:nvSpPr>
          <p:cNvPr id="21" name="Text Placeholder 2">
            <a:extLst>
              <a:ext uri="{FF2B5EF4-FFF2-40B4-BE49-F238E27FC236}">
                <a16:creationId xmlns:a16="http://schemas.microsoft.com/office/drawing/2014/main" id="{CD093230-AA68-8343-9940-DF9AB8EE0633}"/>
              </a:ext>
            </a:extLst>
          </p:cNvPr>
          <p:cNvSpPr>
            <a:spLocks noGrp="1"/>
          </p:cNvSpPr>
          <p:nvPr>
            <p:ph type="body" sz="quarter" idx="25"/>
          </p:nvPr>
        </p:nvSpPr>
        <p:spPr>
          <a:xfrm>
            <a:off x="2885599"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4" name="Section 3 Placeholder">
            <a:extLst>
              <a:ext uri="{FF2B5EF4-FFF2-40B4-BE49-F238E27FC236}">
                <a16:creationId xmlns:a16="http://schemas.microsoft.com/office/drawing/2014/main" id="{DE46D1A5-2D46-3F4B-9B6F-544FC95D67CA}"/>
              </a:ext>
            </a:extLst>
          </p:cNvPr>
          <p:cNvSpPr>
            <a:spLocks noGrp="1"/>
          </p:cNvSpPr>
          <p:nvPr>
            <p:ph type="body" sz="quarter" idx="22" hasCustomPrompt="1"/>
          </p:nvPr>
        </p:nvSpPr>
        <p:spPr>
          <a:xfrm>
            <a:off x="5187125"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000</a:t>
            </a:r>
          </a:p>
        </p:txBody>
      </p:sp>
      <p:sp>
        <p:nvSpPr>
          <p:cNvPr id="22" name="Text Placeholder 3">
            <a:extLst>
              <a:ext uri="{FF2B5EF4-FFF2-40B4-BE49-F238E27FC236}">
                <a16:creationId xmlns:a16="http://schemas.microsoft.com/office/drawing/2014/main" id="{9F67DE24-FD1B-CF45-894E-CE915D1C2753}"/>
              </a:ext>
            </a:extLst>
          </p:cNvPr>
          <p:cNvSpPr>
            <a:spLocks noGrp="1"/>
          </p:cNvSpPr>
          <p:nvPr>
            <p:ph type="body" sz="quarter" idx="26"/>
          </p:nvPr>
        </p:nvSpPr>
        <p:spPr>
          <a:xfrm>
            <a:off x="5187125" y="4489047"/>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5" name="Section 4 Placeholder">
            <a:extLst>
              <a:ext uri="{FF2B5EF4-FFF2-40B4-BE49-F238E27FC236}">
                <a16:creationId xmlns:a16="http://schemas.microsoft.com/office/drawing/2014/main" id="{4F133E20-4C3B-B943-97D7-D3D0D7DDFFD8}"/>
              </a:ext>
            </a:extLst>
          </p:cNvPr>
          <p:cNvSpPr>
            <a:spLocks noGrp="1"/>
          </p:cNvSpPr>
          <p:nvPr>
            <p:ph type="body" sz="quarter" idx="23" hasCustomPrompt="1"/>
          </p:nvPr>
        </p:nvSpPr>
        <p:spPr>
          <a:xfrm>
            <a:off x="7488651"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000</a:t>
            </a:r>
          </a:p>
        </p:txBody>
      </p:sp>
      <p:sp>
        <p:nvSpPr>
          <p:cNvPr id="27" name="Text Placeholder 4">
            <a:extLst>
              <a:ext uri="{FF2B5EF4-FFF2-40B4-BE49-F238E27FC236}">
                <a16:creationId xmlns:a16="http://schemas.microsoft.com/office/drawing/2014/main" id="{0DCDD65F-BF7B-944F-A7A3-3A9467883513}"/>
              </a:ext>
            </a:extLst>
          </p:cNvPr>
          <p:cNvSpPr>
            <a:spLocks noGrp="1"/>
          </p:cNvSpPr>
          <p:nvPr>
            <p:ph type="body" sz="quarter" idx="27"/>
          </p:nvPr>
        </p:nvSpPr>
        <p:spPr>
          <a:xfrm>
            <a:off x="7488651"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6" name="Section 5 Placeholder">
            <a:extLst>
              <a:ext uri="{FF2B5EF4-FFF2-40B4-BE49-F238E27FC236}">
                <a16:creationId xmlns:a16="http://schemas.microsoft.com/office/drawing/2014/main" id="{6D2B15E2-9E0F-6441-8BE9-19AC758028E0}"/>
              </a:ext>
            </a:extLst>
          </p:cNvPr>
          <p:cNvSpPr>
            <a:spLocks noGrp="1"/>
          </p:cNvSpPr>
          <p:nvPr>
            <p:ph type="body" sz="quarter" idx="24" hasCustomPrompt="1"/>
          </p:nvPr>
        </p:nvSpPr>
        <p:spPr>
          <a:xfrm>
            <a:off x="9790176" y="3671343"/>
            <a:ext cx="1828800" cy="521208"/>
          </a:xfrm>
        </p:spPr>
        <p:txBody>
          <a:bodyPr anchor="ctr" anchorCtr="0">
            <a:noAutofit/>
          </a:bodyPr>
          <a:lstStyle>
            <a:lvl1pPr algn="ctr">
              <a:defRPr sz="40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algn="ctr">
              <a:defRPr sz="1400"/>
            </a:lvl2pPr>
          </a:lstStyle>
          <a:p>
            <a:pPr lvl="0"/>
            <a:r>
              <a:rPr lang="en-US"/>
              <a:t>000</a:t>
            </a:r>
          </a:p>
        </p:txBody>
      </p:sp>
      <p:sp>
        <p:nvSpPr>
          <p:cNvPr id="28" name="Text Placeholder 5">
            <a:extLst>
              <a:ext uri="{FF2B5EF4-FFF2-40B4-BE49-F238E27FC236}">
                <a16:creationId xmlns:a16="http://schemas.microsoft.com/office/drawing/2014/main" id="{BC9E298E-DC54-E74B-A7E0-ABDEA73B1DB5}"/>
              </a:ext>
            </a:extLst>
          </p:cNvPr>
          <p:cNvSpPr>
            <a:spLocks noGrp="1"/>
          </p:cNvSpPr>
          <p:nvPr>
            <p:ph type="body" sz="quarter" idx="28"/>
          </p:nvPr>
        </p:nvSpPr>
        <p:spPr>
          <a:xfrm>
            <a:off x="9790176" y="4489046"/>
            <a:ext cx="1828800" cy="1530754"/>
          </a:xfrm>
        </p:spPr>
        <p:txBody>
          <a:bodyPr/>
          <a:lstStyle>
            <a:lvl1pPr algn="ctr">
              <a:spcAft>
                <a:spcPts val="300"/>
              </a:spcAft>
              <a:defRPr sz="1400" b="1" i="0">
                <a:latin typeface="FedEx Sans" panose="020B0603020203020204" pitchFamily="34" charset="0"/>
                <a:ea typeface="FedEx Sans" panose="020B0603020203020204" pitchFamily="34" charset="0"/>
                <a:cs typeface="FedEx Sans" panose="020B0603020203020204" pitchFamily="34" charset="0"/>
              </a:defRPr>
            </a:lvl1pPr>
            <a:lvl2pPr algn="ctr">
              <a:spcAft>
                <a:spcPts val="300"/>
              </a:spcAft>
              <a:defRPr sz="1400" b="0" i="0">
                <a:latin typeface="FedEx Sans" panose="020B0603020203020204" pitchFamily="34" charset="0"/>
                <a:ea typeface="FedEx Sans" panose="020B0603020203020204" pitchFamily="34" charset="0"/>
                <a:cs typeface="FedEx Sans" panose="020B0603020203020204" pitchFamily="34" charset="0"/>
              </a:defRPr>
            </a:lvl2pPr>
          </a:lstStyle>
          <a:p>
            <a:pPr lvl="0"/>
            <a:r>
              <a:rPr lang="en-US"/>
              <a:t>Click to edit Master text styles</a:t>
            </a:r>
          </a:p>
          <a:p>
            <a:pPr lvl="1"/>
            <a:r>
              <a:rPr lang="en-US"/>
              <a:t>Second level</a:t>
            </a:r>
          </a:p>
        </p:txBody>
      </p:sp>
      <p:sp>
        <p:nvSpPr>
          <p:cNvPr id="2" name="Footer Placeholder">
            <a:extLst>
              <a:ext uri="{FF2B5EF4-FFF2-40B4-BE49-F238E27FC236}">
                <a16:creationId xmlns:a16="http://schemas.microsoft.com/office/drawing/2014/main" id="{14DB1443-8D7F-104E-8136-A4679E2ABE87}"/>
              </a:ext>
            </a:extLst>
          </p:cNvPr>
          <p:cNvSpPr>
            <a:spLocks noGrp="1"/>
          </p:cNvSpPr>
          <p:nvPr>
            <p:ph type="ftr" sz="quarter" idx="29"/>
          </p:nvPr>
        </p:nvSpPr>
        <p:spPr/>
        <p:txBody>
          <a:bodyPr/>
          <a:lstStyle/>
          <a:p>
            <a:endParaRPr lang="en-IN"/>
          </a:p>
        </p:txBody>
      </p:sp>
      <p:sp>
        <p:nvSpPr>
          <p:cNvPr id="3" name="Slide Number Placeholder">
            <a:extLst>
              <a:ext uri="{FF2B5EF4-FFF2-40B4-BE49-F238E27FC236}">
                <a16:creationId xmlns:a16="http://schemas.microsoft.com/office/drawing/2014/main" id="{B41228D7-3C14-ED44-8D9B-158FE5EEF13F}"/>
              </a:ext>
            </a:extLst>
          </p:cNvPr>
          <p:cNvSpPr>
            <a:spLocks noGrp="1"/>
          </p:cNvSpPr>
          <p:nvPr>
            <p:ph type="sldNum" sz="quarter" idx="30"/>
          </p:nvPr>
        </p:nvSpPr>
        <p:spPr/>
        <p:txBody>
          <a:bodyPr/>
          <a:lstStyle/>
          <a:p>
            <a:fld id="{D3B131D2-36A3-44C4-AC9E-727AE9684CC9}" type="slidenum">
              <a:rPr lang="en-IN" smtClean="0"/>
              <a:t>‹#›</a:t>
            </a:fld>
            <a:endParaRPr lang="en-IN"/>
          </a:p>
        </p:txBody>
      </p:sp>
    </p:spTree>
    <p:extLst>
      <p:ext uri="{BB962C8B-B14F-4D97-AF65-F5344CB8AC3E}">
        <p14:creationId xmlns:p14="http://schemas.microsoft.com/office/powerpoint/2010/main" val="3015823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cSld name="Title &amp; Intro and Body (2 colum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6" name="Intro. Text Placeholder">
            <a:extLst>
              <a:ext uri="{FF2B5EF4-FFF2-40B4-BE49-F238E27FC236}">
                <a16:creationId xmlns:a16="http://schemas.microsoft.com/office/drawing/2014/main" id="{CAB57E01-7BD9-5D45-9F56-00B666EF7D53}"/>
              </a:ext>
            </a:extLst>
          </p:cNvPr>
          <p:cNvSpPr>
            <a:spLocks noGrp="1"/>
          </p:cNvSpPr>
          <p:nvPr>
            <p:ph type="body" sz="quarter" idx="12" hasCustomPrompt="1"/>
          </p:nvPr>
        </p:nvSpPr>
        <p:spPr>
          <a:xfrm>
            <a:off x="571500" y="1524000"/>
            <a:ext cx="9182100" cy="1355834"/>
          </a:xfrm>
        </p:spPr>
        <p:txBody>
          <a:bodyPr/>
          <a:lstStyle>
            <a:lvl1pPr>
              <a:defRPr/>
            </a:lvl1pPr>
          </a:lstStyle>
          <a:p>
            <a:pPr lvl="0"/>
            <a:r>
              <a:rPr lang="en-US"/>
              <a:t>Click to edit Master text styles, place introduction copy here.</a:t>
            </a:r>
          </a:p>
        </p:txBody>
      </p:sp>
      <p:sp>
        <p:nvSpPr>
          <p:cNvPr id="9" name="Body Text Placeholder">
            <a:extLst>
              <a:ext uri="{FF2B5EF4-FFF2-40B4-BE49-F238E27FC236}">
                <a16:creationId xmlns:a16="http://schemas.microsoft.com/office/drawing/2014/main" id="{352A7D46-0C64-F947-89BF-BBCC040766CE}"/>
              </a:ext>
            </a:extLst>
          </p:cNvPr>
          <p:cNvSpPr>
            <a:spLocks noGrp="1"/>
          </p:cNvSpPr>
          <p:nvPr>
            <p:ph type="body" sz="quarter" idx="15"/>
          </p:nvPr>
        </p:nvSpPr>
        <p:spPr>
          <a:xfrm>
            <a:off x="571500" y="3195303"/>
            <a:ext cx="11049000" cy="2824498"/>
          </a:xfrm>
        </p:spPr>
        <p:txBody>
          <a:bodyPr rIns="91440" numCol="2" spcCol="731520"/>
          <a:lstStyle>
            <a:lvl1pPr>
              <a:spcAft>
                <a:spcPts val="300"/>
              </a:spcAft>
              <a:defRPr sz="1600" b="1"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b="0"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600" kern="1200" dirty="0">
                <a:solidFill>
                  <a:schemeClr val="accent5">
                    <a:lumMod val="50000"/>
                  </a:schemeClr>
                </a:solidFill>
                <a:latin typeface="+mn-lt"/>
                <a:ea typeface="+mn-ea"/>
                <a:cs typeface="+mn-cs"/>
              </a:defRPr>
            </a:lvl4pPr>
            <a:lvl5pPr>
              <a:spcAft>
                <a:spcPts val="600"/>
              </a:spcAft>
              <a:defRPr>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aption Placeholder 1">
            <a:extLst>
              <a:ext uri="{FF2B5EF4-FFF2-40B4-BE49-F238E27FC236}">
                <a16:creationId xmlns:a16="http://schemas.microsoft.com/office/drawing/2014/main" id="{3B7F5D9E-C360-DE4E-9413-11909763EFDD}"/>
              </a:ext>
            </a:extLst>
          </p:cNvPr>
          <p:cNvSpPr>
            <a:spLocks noGrp="1"/>
          </p:cNvSpPr>
          <p:nvPr>
            <p:ph type="body" sz="quarter" idx="22" hasCustomPrompt="1"/>
          </p:nvPr>
        </p:nvSpPr>
        <p:spPr>
          <a:xfrm>
            <a:off x="576580" y="6096000"/>
            <a:ext cx="7223760" cy="152400"/>
          </a:xfrm>
        </p:spPr>
        <p:txBody>
          <a:bodyPr anchor="b" anchorCtr="0"/>
          <a:lstStyle>
            <a:lvl1pPr>
              <a:defRPr sz="800">
                <a:solidFill>
                  <a:schemeClr val="accent4"/>
                </a:solidFill>
              </a:defRPr>
            </a:lvl1pPr>
          </a:lstStyle>
          <a:p>
            <a:pPr lvl="0"/>
            <a:r>
              <a:rPr lang="en-US"/>
              <a:t>This is a caption / footnote</a:t>
            </a:r>
          </a:p>
        </p:txBody>
      </p:sp>
      <p:sp>
        <p:nvSpPr>
          <p:cNvPr id="3" name="Footer Placeholder 2">
            <a:extLst>
              <a:ext uri="{FF2B5EF4-FFF2-40B4-BE49-F238E27FC236}">
                <a16:creationId xmlns:a16="http://schemas.microsoft.com/office/drawing/2014/main" id="{58ACFAE9-4FD5-FF47-BFC8-654D085B1BF7}"/>
              </a:ext>
            </a:extLst>
          </p:cNvPr>
          <p:cNvSpPr>
            <a:spLocks noGrp="1"/>
          </p:cNvSpPr>
          <p:nvPr>
            <p:ph type="ftr" sz="quarter" idx="16"/>
          </p:nvPr>
        </p:nvSpPr>
        <p:spPr/>
        <p:txBody>
          <a:bodyPr/>
          <a:lstStyle/>
          <a:p>
            <a:endParaRPr lang="en-IN"/>
          </a:p>
        </p:txBody>
      </p:sp>
      <p:sp>
        <p:nvSpPr>
          <p:cNvPr id="4" name="Slide Number Placeholder 3">
            <a:extLst>
              <a:ext uri="{FF2B5EF4-FFF2-40B4-BE49-F238E27FC236}">
                <a16:creationId xmlns:a16="http://schemas.microsoft.com/office/drawing/2014/main" id="{9017FDF7-54E6-134C-88D4-318365AD1362}"/>
              </a:ext>
            </a:extLst>
          </p:cNvPr>
          <p:cNvSpPr>
            <a:spLocks noGrp="1"/>
          </p:cNvSpPr>
          <p:nvPr>
            <p:ph type="sldNum" sz="quarter" idx="17"/>
          </p:nvPr>
        </p:nvSpPr>
        <p:spPr/>
        <p:txBody>
          <a:bodyPr/>
          <a:lstStyle/>
          <a:p>
            <a:fld id="{D3B131D2-36A3-44C4-AC9E-727AE9684CC9}" type="slidenum">
              <a:rPr lang="en-IN" smtClean="0"/>
              <a:t>‹#›</a:t>
            </a:fld>
            <a:endParaRPr lang="en-IN"/>
          </a:p>
        </p:txBody>
      </p:sp>
    </p:spTree>
    <p:extLst>
      <p:ext uri="{BB962C8B-B14F-4D97-AF65-F5344CB8AC3E}">
        <p14:creationId xmlns:p14="http://schemas.microsoft.com/office/powerpoint/2010/main" val="229153893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cSld name="Title &amp; Comparison">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7" name="Text Placeholder 1">
            <a:extLst>
              <a:ext uri="{FF2B5EF4-FFF2-40B4-BE49-F238E27FC236}">
                <a16:creationId xmlns:a16="http://schemas.microsoft.com/office/drawing/2014/main" id="{D57DBE6B-5EE4-D84B-8FB8-5B3E9BEC32AE}"/>
              </a:ext>
            </a:extLst>
          </p:cNvPr>
          <p:cNvSpPr>
            <a:spLocks noGrp="1"/>
          </p:cNvSpPr>
          <p:nvPr>
            <p:ph type="body" sz="quarter" idx="12"/>
          </p:nvPr>
        </p:nvSpPr>
        <p:spPr>
          <a:xfrm>
            <a:off x="571500" y="1524000"/>
            <a:ext cx="5410200" cy="4495800"/>
          </a:xfrm>
        </p:spPr>
        <p:txBody>
          <a:bodyPr/>
          <a:lstStyle>
            <a:lvl1pPr marL="0">
              <a:spcAft>
                <a:spcPts val="600"/>
              </a:spcAft>
              <a:buFont typeface="Arial" panose="020B0604020202020204" pitchFamily="34" charset="0"/>
              <a:buChar char="•"/>
              <a:defRPr lang="en-US" sz="1600" b="1"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3pPr>
            <a:lvl4pPr marL="438912" indent="-219456">
              <a:spcAft>
                <a:spcPts val="600"/>
              </a:spcAft>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4pPr>
            <a:lvl5pPr marL="658368" indent="-219456">
              <a:spcAft>
                <a:spcPts val="600"/>
              </a:spcAft>
              <a:defRPr lang="en-US" sz="14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Master text styles</a:t>
            </a:r>
          </a:p>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a:t>Second level</a:t>
            </a:r>
          </a:p>
          <a:p>
            <a:pPr marL="11113" lvl="2" indent="0" algn="l" defTabSz="914400" rtl="0" eaLnBrk="1" latinLnBrk="0" hangingPunct="1">
              <a:lnSpc>
                <a:spcPct val="130000"/>
              </a:lnSpc>
              <a:spcBef>
                <a:spcPts val="0"/>
              </a:spcBef>
              <a:spcAft>
                <a:spcPts val="300"/>
              </a:spcAft>
              <a:buFont typeface="Arial" panose="020B0604020202020204" pitchFamily="34" charset="0"/>
              <a:buNone/>
              <a:tabLst/>
            </a:pPr>
            <a:r>
              <a:rPr lang="en-US"/>
              <a:t>Third level</a:t>
            </a:r>
          </a:p>
          <a:p>
            <a:pPr marL="11113" lvl="3" indent="0" algn="l" defTabSz="914400" rtl="0" eaLnBrk="1" latinLnBrk="0" hangingPunct="1">
              <a:lnSpc>
                <a:spcPct val="130000"/>
              </a:lnSpc>
              <a:spcBef>
                <a:spcPts val="0"/>
              </a:spcBef>
              <a:spcAft>
                <a:spcPts val="300"/>
              </a:spcAft>
              <a:buFont typeface="Arial" panose="020B0604020202020204" pitchFamily="34" charset="0"/>
              <a:buNone/>
              <a:tabLst/>
            </a:pPr>
            <a:r>
              <a:rPr lang="en-US"/>
              <a:t>Fourth level</a:t>
            </a:r>
          </a:p>
          <a:p>
            <a:pPr marL="11113" lvl="4" indent="0" algn="l" defTabSz="914400" rtl="0" eaLnBrk="1" latinLnBrk="0" hangingPunct="1">
              <a:lnSpc>
                <a:spcPct val="130000"/>
              </a:lnSpc>
              <a:spcBef>
                <a:spcPts val="0"/>
              </a:spcBef>
              <a:spcAft>
                <a:spcPts val="300"/>
              </a:spcAft>
              <a:buFont typeface="Arial" panose="020B0604020202020204" pitchFamily="34" charset="0"/>
              <a:buNone/>
              <a:tabLst/>
            </a:pPr>
            <a:r>
              <a:rPr lang="en-US"/>
              <a:t>Fifth level</a:t>
            </a:r>
          </a:p>
        </p:txBody>
      </p:sp>
      <p:sp>
        <p:nvSpPr>
          <p:cNvPr id="8" name="Text Placeholder 2">
            <a:extLst>
              <a:ext uri="{FF2B5EF4-FFF2-40B4-BE49-F238E27FC236}">
                <a16:creationId xmlns:a16="http://schemas.microsoft.com/office/drawing/2014/main" id="{DFD5CB16-F0FE-E54A-8ED1-B7F4CCE60CD7}"/>
              </a:ext>
            </a:extLst>
          </p:cNvPr>
          <p:cNvSpPr>
            <a:spLocks noGrp="1"/>
          </p:cNvSpPr>
          <p:nvPr>
            <p:ph type="body" sz="quarter" idx="19"/>
          </p:nvPr>
        </p:nvSpPr>
        <p:spPr>
          <a:xfrm>
            <a:off x="6210302" y="1524000"/>
            <a:ext cx="5410200" cy="4495800"/>
          </a:xfrm>
        </p:spPr>
        <p:txBody>
          <a:bodyPr/>
          <a:lstStyle>
            <a:lvl1pPr marL="0">
              <a:spcAft>
                <a:spcPts val="600"/>
              </a:spcAft>
              <a:buFont typeface="Arial" panose="020B0604020202020204" pitchFamily="34" charset="0"/>
              <a:buChar char="•"/>
              <a:defRPr lang="en-US" sz="1600" b="1"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marL="219456" indent="-219456">
              <a:spcAft>
                <a:spcPts val="600"/>
              </a:spcAft>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3pPr>
            <a:lvl4pPr marL="438912" indent="-219456">
              <a:spcAft>
                <a:spcPts val="600"/>
              </a:spcAft>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4pPr>
            <a:lvl5pPr marL="658368" indent="-219456">
              <a:spcAft>
                <a:spcPts val="600"/>
              </a:spcAft>
              <a:defRPr lang="en-US" sz="14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5pPr>
            <a:lvl6pPr>
              <a:spcAft>
                <a:spcPts val="600"/>
              </a:spcAft>
              <a:defRPr b="0" i="0">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Master text styles</a:t>
            </a:r>
          </a:p>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a:t>Second level</a:t>
            </a:r>
          </a:p>
          <a:p>
            <a:pPr marL="11113" lvl="2" indent="0" algn="l" defTabSz="914400" rtl="0" eaLnBrk="1" latinLnBrk="0" hangingPunct="1">
              <a:lnSpc>
                <a:spcPct val="130000"/>
              </a:lnSpc>
              <a:spcBef>
                <a:spcPts val="0"/>
              </a:spcBef>
              <a:spcAft>
                <a:spcPts val="300"/>
              </a:spcAft>
              <a:buFont typeface="Arial" panose="020B0604020202020204" pitchFamily="34" charset="0"/>
              <a:buNone/>
              <a:tabLst/>
            </a:pPr>
            <a:r>
              <a:rPr lang="en-US"/>
              <a:t>Third level</a:t>
            </a:r>
          </a:p>
          <a:p>
            <a:pPr marL="11113" lvl="3" indent="0" algn="l" defTabSz="914400" rtl="0" eaLnBrk="1" latinLnBrk="0" hangingPunct="1">
              <a:lnSpc>
                <a:spcPct val="130000"/>
              </a:lnSpc>
              <a:spcBef>
                <a:spcPts val="0"/>
              </a:spcBef>
              <a:spcAft>
                <a:spcPts val="300"/>
              </a:spcAft>
              <a:buFont typeface="Arial" panose="020B0604020202020204" pitchFamily="34" charset="0"/>
              <a:buNone/>
              <a:tabLst/>
            </a:pPr>
            <a:r>
              <a:rPr lang="en-US"/>
              <a:t>Fourth level</a:t>
            </a:r>
          </a:p>
          <a:p>
            <a:pPr marL="11113" lvl="4" indent="0" algn="l" defTabSz="914400" rtl="0" eaLnBrk="1" latinLnBrk="0" hangingPunct="1">
              <a:lnSpc>
                <a:spcPct val="130000"/>
              </a:lnSpc>
              <a:spcBef>
                <a:spcPts val="0"/>
              </a:spcBef>
              <a:spcAft>
                <a:spcPts val="300"/>
              </a:spcAft>
              <a:buFont typeface="Arial" panose="020B0604020202020204" pitchFamily="34" charset="0"/>
              <a:buNone/>
              <a:tabLst/>
            </a:pPr>
            <a:r>
              <a:rPr lang="en-US"/>
              <a:t>Fifth level</a:t>
            </a:r>
          </a:p>
        </p:txBody>
      </p:sp>
      <p:sp>
        <p:nvSpPr>
          <p:cNvPr id="3" name="Footer Placeholder">
            <a:extLst>
              <a:ext uri="{FF2B5EF4-FFF2-40B4-BE49-F238E27FC236}">
                <a16:creationId xmlns:a16="http://schemas.microsoft.com/office/drawing/2014/main" id="{DC85FC84-61CB-204E-A6A1-74AF3DDD65E6}"/>
              </a:ext>
            </a:extLst>
          </p:cNvPr>
          <p:cNvSpPr>
            <a:spLocks noGrp="1"/>
          </p:cNvSpPr>
          <p:nvPr>
            <p:ph type="ftr" sz="quarter" idx="17"/>
          </p:nvPr>
        </p:nvSpPr>
        <p:spPr/>
        <p:txBody>
          <a:bodyPr/>
          <a:lstStyle/>
          <a:p>
            <a:endParaRPr lang="en-IN"/>
          </a:p>
        </p:txBody>
      </p:sp>
      <p:sp>
        <p:nvSpPr>
          <p:cNvPr id="4" name="Slide Number Placeholder">
            <a:extLst>
              <a:ext uri="{FF2B5EF4-FFF2-40B4-BE49-F238E27FC236}">
                <a16:creationId xmlns:a16="http://schemas.microsoft.com/office/drawing/2014/main" id="{5D64F891-6F45-934A-87E2-505F51C1F563}"/>
              </a:ext>
            </a:extLst>
          </p:cNvPr>
          <p:cNvSpPr>
            <a:spLocks noGrp="1"/>
          </p:cNvSpPr>
          <p:nvPr>
            <p:ph type="sldNum" sz="quarter" idx="18"/>
          </p:nvPr>
        </p:nvSpPr>
        <p:spPr/>
        <p:txBody>
          <a:bodyPr/>
          <a:lstStyle/>
          <a:p>
            <a:fld id="{D3B131D2-36A3-44C4-AC9E-727AE9684CC9}" type="slidenum">
              <a:rPr lang="en-IN" smtClean="0"/>
              <a:t>‹#›</a:t>
            </a:fld>
            <a:endParaRPr lang="en-IN"/>
          </a:p>
        </p:txBody>
      </p:sp>
    </p:spTree>
    <p:extLst>
      <p:ext uri="{BB962C8B-B14F-4D97-AF65-F5344CB8AC3E}">
        <p14:creationId xmlns:p14="http://schemas.microsoft.com/office/powerpoint/2010/main" val="329956047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cSld name="Title 4 Column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9" name="Text Placeholder 1">
            <a:extLst>
              <a:ext uri="{FF2B5EF4-FFF2-40B4-BE49-F238E27FC236}">
                <a16:creationId xmlns:a16="http://schemas.microsoft.com/office/drawing/2014/main" id="{22222FC3-DDDC-A74C-A457-1799E4795C0B}"/>
              </a:ext>
            </a:extLst>
          </p:cNvPr>
          <p:cNvSpPr>
            <a:spLocks noGrp="1"/>
          </p:cNvSpPr>
          <p:nvPr>
            <p:ph type="body" sz="quarter" idx="15"/>
          </p:nvPr>
        </p:nvSpPr>
        <p:spPr>
          <a:xfrm>
            <a:off x="57150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5pPr>
            <a:lvl6pPr>
              <a:defRPr b="0"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Master text styles</a:t>
            </a:r>
          </a:p>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a:t>Second level</a:t>
            </a:r>
          </a:p>
          <a:p>
            <a:pPr marL="11113" lvl="2" indent="0" algn="l" defTabSz="914400" rtl="0" eaLnBrk="1" latinLnBrk="0" hangingPunct="1">
              <a:lnSpc>
                <a:spcPct val="130000"/>
              </a:lnSpc>
              <a:spcBef>
                <a:spcPts val="0"/>
              </a:spcBef>
              <a:spcAft>
                <a:spcPts val="300"/>
              </a:spcAft>
              <a:buFont typeface="Arial" panose="020B0604020202020204" pitchFamily="34" charset="0"/>
              <a:buNone/>
              <a:tabLst/>
            </a:pPr>
            <a:r>
              <a:rPr lang="en-US"/>
              <a:t>Third level</a:t>
            </a:r>
          </a:p>
          <a:p>
            <a:pPr marL="11113" lvl="3" indent="0" algn="l" defTabSz="914400" rtl="0" eaLnBrk="1" latinLnBrk="0" hangingPunct="1">
              <a:lnSpc>
                <a:spcPct val="130000"/>
              </a:lnSpc>
              <a:spcBef>
                <a:spcPts val="0"/>
              </a:spcBef>
              <a:spcAft>
                <a:spcPts val="300"/>
              </a:spcAft>
              <a:buFont typeface="Arial" panose="020B0604020202020204" pitchFamily="34" charset="0"/>
              <a:buNone/>
              <a:tabLst/>
            </a:pPr>
            <a:r>
              <a:rPr lang="en-US"/>
              <a:t>Fourth level</a:t>
            </a:r>
          </a:p>
          <a:p>
            <a:pPr marL="11113" lvl="4" indent="0" algn="l" defTabSz="914400" rtl="0" eaLnBrk="1" latinLnBrk="0" hangingPunct="1">
              <a:lnSpc>
                <a:spcPct val="130000"/>
              </a:lnSpc>
              <a:spcBef>
                <a:spcPts val="0"/>
              </a:spcBef>
              <a:spcAft>
                <a:spcPts val="300"/>
              </a:spcAft>
              <a:buFont typeface="Arial" panose="020B0604020202020204" pitchFamily="34" charset="0"/>
              <a:buNone/>
              <a:tabLst/>
            </a:pPr>
            <a:r>
              <a:rPr lang="en-US"/>
              <a:t>Fifth level</a:t>
            </a:r>
          </a:p>
        </p:txBody>
      </p:sp>
      <p:sp>
        <p:nvSpPr>
          <p:cNvPr id="13" name="Text Placeholder 2">
            <a:extLst>
              <a:ext uri="{FF2B5EF4-FFF2-40B4-BE49-F238E27FC236}">
                <a16:creationId xmlns:a16="http://schemas.microsoft.com/office/drawing/2014/main" id="{7805591D-C3D8-664E-832B-4C22B79E72C8}"/>
              </a:ext>
            </a:extLst>
          </p:cNvPr>
          <p:cNvSpPr>
            <a:spLocks noGrp="1"/>
          </p:cNvSpPr>
          <p:nvPr>
            <p:ph type="body" sz="quarter" idx="16"/>
          </p:nvPr>
        </p:nvSpPr>
        <p:spPr>
          <a:xfrm>
            <a:off x="340106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5pPr>
            <a:lvl6pPr>
              <a:defRPr b="0"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Master text styles</a:t>
            </a:r>
          </a:p>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a:t>Second level</a:t>
            </a:r>
          </a:p>
          <a:p>
            <a:pPr marL="11113" lvl="2" indent="0" algn="l" defTabSz="914400" rtl="0" eaLnBrk="1" latinLnBrk="0" hangingPunct="1">
              <a:lnSpc>
                <a:spcPct val="130000"/>
              </a:lnSpc>
              <a:spcBef>
                <a:spcPts val="0"/>
              </a:spcBef>
              <a:spcAft>
                <a:spcPts val="300"/>
              </a:spcAft>
              <a:buFont typeface="Arial" panose="020B0604020202020204" pitchFamily="34" charset="0"/>
              <a:buNone/>
              <a:tabLst/>
            </a:pPr>
            <a:r>
              <a:rPr lang="en-US"/>
              <a:t>Third level</a:t>
            </a:r>
          </a:p>
          <a:p>
            <a:pPr marL="11113" lvl="3" indent="0" algn="l" defTabSz="914400" rtl="0" eaLnBrk="1" latinLnBrk="0" hangingPunct="1">
              <a:lnSpc>
                <a:spcPct val="130000"/>
              </a:lnSpc>
              <a:spcBef>
                <a:spcPts val="0"/>
              </a:spcBef>
              <a:spcAft>
                <a:spcPts val="300"/>
              </a:spcAft>
              <a:buFont typeface="Arial" panose="020B0604020202020204" pitchFamily="34" charset="0"/>
              <a:buNone/>
              <a:tabLst/>
            </a:pPr>
            <a:r>
              <a:rPr lang="en-US"/>
              <a:t>Fourth level</a:t>
            </a:r>
          </a:p>
          <a:p>
            <a:pPr marL="11113" lvl="4" indent="0" algn="l" defTabSz="914400" rtl="0" eaLnBrk="1" latinLnBrk="0" hangingPunct="1">
              <a:lnSpc>
                <a:spcPct val="130000"/>
              </a:lnSpc>
              <a:spcBef>
                <a:spcPts val="0"/>
              </a:spcBef>
              <a:spcAft>
                <a:spcPts val="300"/>
              </a:spcAft>
              <a:buFont typeface="Arial" panose="020B0604020202020204" pitchFamily="34" charset="0"/>
              <a:buNone/>
              <a:tabLst/>
            </a:pPr>
            <a:r>
              <a:rPr lang="en-US"/>
              <a:t>Fifth level</a:t>
            </a:r>
          </a:p>
        </p:txBody>
      </p:sp>
      <p:sp>
        <p:nvSpPr>
          <p:cNvPr id="14" name="Text Placeholder 3">
            <a:extLst>
              <a:ext uri="{FF2B5EF4-FFF2-40B4-BE49-F238E27FC236}">
                <a16:creationId xmlns:a16="http://schemas.microsoft.com/office/drawing/2014/main" id="{2B6CC560-6E42-E74F-9760-6C171E376684}"/>
              </a:ext>
            </a:extLst>
          </p:cNvPr>
          <p:cNvSpPr>
            <a:spLocks noGrp="1"/>
          </p:cNvSpPr>
          <p:nvPr>
            <p:ph type="body" sz="quarter" idx="17"/>
          </p:nvPr>
        </p:nvSpPr>
        <p:spPr>
          <a:xfrm>
            <a:off x="623062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5pPr>
            <a:lvl6pPr>
              <a:defRPr b="0"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Master text styles</a:t>
            </a:r>
          </a:p>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a:t>Second level</a:t>
            </a:r>
          </a:p>
          <a:p>
            <a:pPr marL="11113" lvl="2" indent="0" algn="l" defTabSz="914400" rtl="0" eaLnBrk="1" latinLnBrk="0" hangingPunct="1">
              <a:lnSpc>
                <a:spcPct val="130000"/>
              </a:lnSpc>
              <a:spcBef>
                <a:spcPts val="0"/>
              </a:spcBef>
              <a:spcAft>
                <a:spcPts val="300"/>
              </a:spcAft>
              <a:buFont typeface="Arial" panose="020B0604020202020204" pitchFamily="34" charset="0"/>
              <a:buNone/>
              <a:tabLst/>
            </a:pPr>
            <a:r>
              <a:rPr lang="en-US"/>
              <a:t>Third level</a:t>
            </a:r>
          </a:p>
          <a:p>
            <a:pPr marL="11113" lvl="3" indent="0" algn="l" defTabSz="914400" rtl="0" eaLnBrk="1" latinLnBrk="0" hangingPunct="1">
              <a:lnSpc>
                <a:spcPct val="130000"/>
              </a:lnSpc>
              <a:spcBef>
                <a:spcPts val="0"/>
              </a:spcBef>
              <a:spcAft>
                <a:spcPts val="300"/>
              </a:spcAft>
              <a:buFont typeface="Arial" panose="020B0604020202020204" pitchFamily="34" charset="0"/>
              <a:buNone/>
              <a:tabLst/>
            </a:pPr>
            <a:r>
              <a:rPr lang="en-US"/>
              <a:t>Fourth level</a:t>
            </a:r>
          </a:p>
          <a:p>
            <a:pPr marL="11113" lvl="4" indent="0" algn="l" defTabSz="914400" rtl="0" eaLnBrk="1" latinLnBrk="0" hangingPunct="1">
              <a:lnSpc>
                <a:spcPct val="130000"/>
              </a:lnSpc>
              <a:spcBef>
                <a:spcPts val="0"/>
              </a:spcBef>
              <a:spcAft>
                <a:spcPts val="300"/>
              </a:spcAft>
              <a:buFont typeface="Arial" panose="020B0604020202020204" pitchFamily="34" charset="0"/>
              <a:buNone/>
              <a:tabLst/>
            </a:pPr>
            <a:r>
              <a:rPr lang="en-US"/>
              <a:t>Fifth level</a:t>
            </a:r>
          </a:p>
        </p:txBody>
      </p:sp>
      <p:sp>
        <p:nvSpPr>
          <p:cNvPr id="15" name="Text Placeholder 4">
            <a:extLst>
              <a:ext uri="{FF2B5EF4-FFF2-40B4-BE49-F238E27FC236}">
                <a16:creationId xmlns:a16="http://schemas.microsoft.com/office/drawing/2014/main" id="{44CCC918-6199-7546-9B5E-8DAC054B1E9E}"/>
              </a:ext>
            </a:extLst>
          </p:cNvPr>
          <p:cNvSpPr>
            <a:spLocks noGrp="1"/>
          </p:cNvSpPr>
          <p:nvPr>
            <p:ph type="body" sz="quarter" idx="18"/>
          </p:nvPr>
        </p:nvSpPr>
        <p:spPr>
          <a:xfrm>
            <a:off x="9060180" y="1524000"/>
            <a:ext cx="2560320" cy="4495800"/>
          </a:xfrm>
        </p:spPr>
        <p:txBody>
          <a:bodyPr/>
          <a:lstStyle>
            <a:lvl1pPr>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a:spcAft>
                <a:spcPts val="100"/>
              </a:spcAft>
              <a:defRPr lang="en-US" sz="1600" b="1"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3pPr>
            <a:lvl4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4pPr>
            <a:lvl5pPr>
              <a:defRPr lang="en-US" sz="1600" b="0" i="0" kern="1200" dirty="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5pPr>
            <a:lvl6pPr>
              <a:defRPr b="0"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6pPr>
          </a:lstStyle>
          <a:p>
            <a:pPr marL="11113" lvl="0" indent="0" algn="l" defTabSz="914400" rtl="0" eaLnBrk="1" latinLnBrk="0" hangingPunct="1">
              <a:lnSpc>
                <a:spcPct val="130000"/>
              </a:lnSpc>
              <a:spcBef>
                <a:spcPts val="0"/>
              </a:spcBef>
              <a:spcAft>
                <a:spcPts val="300"/>
              </a:spcAft>
              <a:buFont typeface="Arial" panose="020B0604020202020204" pitchFamily="34" charset="0"/>
              <a:buNone/>
              <a:tabLst/>
            </a:pPr>
            <a:r>
              <a:rPr lang="en-US"/>
              <a:t>Click to edit Master text styles</a:t>
            </a:r>
          </a:p>
          <a:p>
            <a:pPr marL="11113" lvl="1" indent="0" algn="l" defTabSz="914400" rtl="0" eaLnBrk="1" latinLnBrk="0" hangingPunct="1">
              <a:lnSpc>
                <a:spcPct val="130000"/>
              </a:lnSpc>
              <a:spcBef>
                <a:spcPts val="0"/>
              </a:spcBef>
              <a:spcAft>
                <a:spcPts val="300"/>
              </a:spcAft>
              <a:buFont typeface="Arial" panose="020B0604020202020204" pitchFamily="34" charset="0"/>
              <a:buNone/>
              <a:tabLst/>
            </a:pPr>
            <a:r>
              <a:rPr lang="en-US"/>
              <a:t>Second level</a:t>
            </a:r>
          </a:p>
          <a:p>
            <a:pPr marL="11113" lvl="2" indent="0" algn="l" defTabSz="914400" rtl="0" eaLnBrk="1" latinLnBrk="0" hangingPunct="1">
              <a:lnSpc>
                <a:spcPct val="130000"/>
              </a:lnSpc>
              <a:spcBef>
                <a:spcPts val="0"/>
              </a:spcBef>
              <a:spcAft>
                <a:spcPts val="300"/>
              </a:spcAft>
              <a:buFont typeface="Arial" panose="020B0604020202020204" pitchFamily="34" charset="0"/>
              <a:buNone/>
              <a:tabLst/>
            </a:pPr>
            <a:r>
              <a:rPr lang="en-US"/>
              <a:t>Third level</a:t>
            </a:r>
          </a:p>
          <a:p>
            <a:pPr marL="11113" lvl="3" indent="0" algn="l" defTabSz="914400" rtl="0" eaLnBrk="1" latinLnBrk="0" hangingPunct="1">
              <a:lnSpc>
                <a:spcPct val="130000"/>
              </a:lnSpc>
              <a:spcBef>
                <a:spcPts val="0"/>
              </a:spcBef>
              <a:spcAft>
                <a:spcPts val="300"/>
              </a:spcAft>
              <a:buFont typeface="Arial" panose="020B0604020202020204" pitchFamily="34" charset="0"/>
              <a:buNone/>
              <a:tabLst/>
            </a:pPr>
            <a:r>
              <a:rPr lang="en-US"/>
              <a:t>Fourth level</a:t>
            </a:r>
          </a:p>
          <a:p>
            <a:pPr marL="11113" lvl="4" indent="0" algn="l" defTabSz="914400" rtl="0" eaLnBrk="1" latinLnBrk="0" hangingPunct="1">
              <a:lnSpc>
                <a:spcPct val="130000"/>
              </a:lnSpc>
              <a:spcBef>
                <a:spcPts val="0"/>
              </a:spcBef>
              <a:spcAft>
                <a:spcPts val="300"/>
              </a:spcAft>
              <a:buFont typeface="Arial" panose="020B0604020202020204" pitchFamily="34" charset="0"/>
              <a:buNone/>
              <a:tabLst/>
            </a:pPr>
            <a:r>
              <a:rPr lang="en-US"/>
              <a:t>Fifth level</a:t>
            </a:r>
          </a:p>
        </p:txBody>
      </p:sp>
      <p:sp>
        <p:nvSpPr>
          <p:cNvPr id="3" name="Footer Placeholder">
            <a:extLst>
              <a:ext uri="{FF2B5EF4-FFF2-40B4-BE49-F238E27FC236}">
                <a16:creationId xmlns:a16="http://schemas.microsoft.com/office/drawing/2014/main" id="{41874378-DBA7-EE49-96D9-02F6C05000F2}"/>
              </a:ext>
            </a:extLst>
          </p:cNvPr>
          <p:cNvSpPr>
            <a:spLocks noGrp="1"/>
          </p:cNvSpPr>
          <p:nvPr>
            <p:ph type="ftr" sz="quarter" idx="19"/>
          </p:nvPr>
        </p:nvSpPr>
        <p:spPr/>
        <p:txBody>
          <a:bodyPr/>
          <a:lstStyle/>
          <a:p>
            <a:endParaRPr lang="en-IN"/>
          </a:p>
        </p:txBody>
      </p:sp>
      <p:sp>
        <p:nvSpPr>
          <p:cNvPr id="4" name="Slide Number Placeholder">
            <a:extLst>
              <a:ext uri="{FF2B5EF4-FFF2-40B4-BE49-F238E27FC236}">
                <a16:creationId xmlns:a16="http://schemas.microsoft.com/office/drawing/2014/main" id="{D69A0CF1-3080-7842-A503-46FEED21E760}"/>
              </a:ext>
            </a:extLst>
          </p:cNvPr>
          <p:cNvSpPr>
            <a:spLocks noGrp="1"/>
          </p:cNvSpPr>
          <p:nvPr>
            <p:ph type="sldNum" sz="quarter" idx="20"/>
          </p:nvPr>
        </p:nvSpPr>
        <p:spPr/>
        <p:txBody>
          <a:bodyPr/>
          <a:lstStyle/>
          <a:p>
            <a:fld id="{D3B131D2-36A3-44C4-AC9E-727AE9684CC9}" type="slidenum">
              <a:rPr lang="en-IN" smtClean="0"/>
              <a:t>‹#›</a:t>
            </a:fld>
            <a:endParaRPr lang="en-IN"/>
          </a:p>
        </p:txBody>
      </p:sp>
    </p:spTree>
    <p:extLst>
      <p:ext uri="{BB962C8B-B14F-4D97-AF65-F5344CB8AC3E}">
        <p14:creationId xmlns:p14="http://schemas.microsoft.com/office/powerpoint/2010/main" val="569384231"/>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cSld name="Title &amp; 6 Textboxes">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501"/>
            <a:ext cx="9182100" cy="603504"/>
          </a:xfrm>
        </p:spPr>
        <p:txBody>
          <a:bodyPr/>
          <a:lstStyle/>
          <a:p>
            <a:r>
              <a:rPr lang="en-US"/>
              <a:t>Click to edit Master title style</a:t>
            </a:r>
          </a:p>
        </p:txBody>
      </p:sp>
      <p:sp>
        <p:nvSpPr>
          <p:cNvPr id="12" name="Text Placeholder 1">
            <a:extLst>
              <a:ext uri="{FF2B5EF4-FFF2-40B4-BE49-F238E27FC236}">
                <a16:creationId xmlns:a16="http://schemas.microsoft.com/office/drawing/2014/main" id="{59E6D9F4-5346-D440-9905-8C5A0646B489}"/>
              </a:ext>
            </a:extLst>
          </p:cNvPr>
          <p:cNvSpPr>
            <a:spLocks noGrp="1"/>
          </p:cNvSpPr>
          <p:nvPr>
            <p:ph type="body" sz="quarter" idx="18"/>
          </p:nvPr>
        </p:nvSpPr>
        <p:spPr>
          <a:xfrm>
            <a:off x="571500" y="1527048"/>
            <a:ext cx="3505200" cy="2069904"/>
          </a:xfrm>
        </p:spPr>
        <p:txBody>
          <a:bodyPr/>
          <a:lstStyle>
            <a:lvl1pPr>
              <a:spcAft>
                <a:spcPts val="300"/>
              </a:spcAft>
              <a:defRPr sz="1400" b="1"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accent5">
                    <a:lumMod val="50000"/>
                  </a:schemeClr>
                </a:solidFill>
                <a:latin typeface="+mn-lt"/>
                <a:ea typeface="+mn-ea"/>
                <a:cs typeface="+mn-cs"/>
              </a:defRPr>
            </a:lvl4pPr>
            <a:lvl5pPr>
              <a:spcAft>
                <a:spcPts val="600"/>
              </a:spcAft>
              <a:defRPr sz="1400">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Text Placeholder 2">
            <a:extLst>
              <a:ext uri="{FF2B5EF4-FFF2-40B4-BE49-F238E27FC236}">
                <a16:creationId xmlns:a16="http://schemas.microsoft.com/office/drawing/2014/main" id="{513E6178-4D64-7445-8E2E-8E8D75CD2D2F}"/>
              </a:ext>
            </a:extLst>
          </p:cNvPr>
          <p:cNvSpPr>
            <a:spLocks noGrp="1"/>
          </p:cNvSpPr>
          <p:nvPr>
            <p:ph type="body" sz="quarter" idx="20"/>
          </p:nvPr>
        </p:nvSpPr>
        <p:spPr>
          <a:xfrm>
            <a:off x="4343400" y="1527048"/>
            <a:ext cx="3505200" cy="2069904"/>
          </a:xfrm>
        </p:spPr>
        <p:txBody>
          <a:bodyPr/>
          <a:lstStyle>
            <a:lvl1pPr>
              <a:spcAft>
                <a:spcPts val="300"/>
              </a:spcAft>
              <a:defRPr sz="1400" b="1"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accent5">
                    <a:lumMod val="50000"/>
                  </a:schemeClr>
                </a:solidFill>
                <a:latin typeface="+mn-lt"/>
                <a:ea typeface="+mn-ea"/>
                <a:cs typeface="+mn-cs"/>
              </a:defRPr>
            </a:lvl4pPr>
            <a:lvl5pPr>
              <a:spcAft>
                <a:spcPts val="600"/>
              </a:spcAft>
              <a:defRPr sz="1400">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Text Placeholder 3">
            <a:extLst>
              <a:ext uri="{FF2B5EF4-FFF2-40B4-BE49-F238E27FC236}">
                <a16:creationId xmlns:a16="http://schemas.microsoft.com/office/drawing/2014/main" id="{6ABBF33C-A4F4-074E-A154-069141A95969}"/>
              </a:ext>
            </a:extLst>
          </p:cNvPr>
          <p:cNvSpPr>
            <a:spLocks noGrp="1"/>
          </p:cNvSpPr>
          <p:nvPr>
            <p:ph type="body" sz="quarter" idx="22"/>
          </p:nvPr>
        </p:nvSpPr>
        <p:spPr>
          <a:xfrm>
            <a:off x="8115300" y="1527048"/>
            <a:ext cx="3505200" cy="2069904"/>
          </a:xfrm>
        </p:spPr>
        <p:txBody>
          <a:bodyPr/>
          <a:lstStyle>
            <a:lvl1pPr>
              <a:spcAft>
                <a:spcPts val="300"/>
              </a:spcAft>
              <a:defRPr sz="1400" b="1"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accent5">
                    <a:lumMod val="50000"/>
                  </a:schemeClr>
                </a:solidFill>
                <a:latin typeface="+mn-lt"/>
                <a:ea typeface="+mn-ea"/>
                <a:cs typeface="+mn-cs"/>
              </a:defRPr>
            </a:lvl4pPr>
            <a:lvl5pPr>
              <a:spcAft>
                <a:spcPts val="600"/>
              </a:spcAft>
              <a:defRPr sz="1400">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Text Placeholder 4">
            <a:extLst>
              <a:ext uri="{FF2B5EF4-FFF2-40B4-BE49-F238E27FC236}">
                <a16:creationId xmlns:a16="http://schemas.microsoft.com/office/drawing/2014/main" id="{820ABBF5-1B31-F24B-8BE7-219D96CFFE5C}"/>
              </a:ext>
            </a:extLst>
          </p:cNvPr>
          <p:cNvSpPr>
            <a:spLocks noGrp="1"/>
          </p:cNvSpPr>
          <p:nvPr>
            <p:ph type="body" sz="quarter" idx="17"/>
          </p:nvPr>
        </p:nvSpPr>
        <p:spPr>
          <a:xfrm>
            <a:off x="571500" y="3949896"/>
            <a:ext cx="3505200" cy="2069904"/>
          </a:xfrm>
        </p:spPr>
        <p:txBody>
          <a:bodyPr/>
          <a:lstStyle>
            <a:lvl1pPr>
              <a:spcAft>
                <a:spcPts val="300"/>
              </a:spcAft>
              <a:defRPr sz="1400" b="1"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accent5">
                    <a:lumMod val="50000"/>
                  </a:schemeClr>
                </a:solidFill>
                <a:latin typeface="+mn-lt"/>
                <a:ea typeface="+mn-ea"/>
                <a:cs typeface="+mn-cs"/>
              </a:defRPr>
            </a:lvl4pPr>
            <a:lvl5pPr>
              <a:spcAft>
                <a:spcPts val="600"/>
              </a:spcAft>
              <a:defRPr sz="1400">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Text Placeholder 5">
            <a:extLst>
              <a:ext uri="{FF2B5EF4-FFF2-40B4-BE49-F238E27FC236}">
                <a16:creationId xmlns:a16="http://schemas.microsoft.com/office/drawing/2014/main" id="{0B85B636-4035-454C-8C8D-3534AC8AC231}"/>
              </a:ext>
            </a:extLst>
          </p:cNvPr>
          <p:cNvSpPr>
            <a:spLocks noGrp="1"/>
          </p:cNvSpPr>
          <p:nvPr>
            <p:ph type="body" sz="quarter" idx="19"/>
          </p:nvPr>
        </p:nvSpPr>
        <p:spPr>
          <a:xfrm>
            <a:off x="4343400" y="3949896"/>
            <a:ext cx="3505200" cy="2069904"/>
          </a:xfrm>
        </p:spPr>
        <p:txBody>
          <a:bodyPr/>
          <a:lstStyle>
            <a:lvl1pPr>
              <a:spcAft>
                <a:spcPts val="300"/>
              </a:spcAft>
              <a:defRPr sz="1400" b="1"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accent5">
                    <a:lumMod val="50000"/>
                  </a:schemeClr>
                </a:solidFill>
                <a:latin typeface="+mn-lt"/>
                <a:ea typeface="+mn-ea"/>
                <a:cs typeface="+mn-cs"/>
              </a:defRPr>
            </a:lvl4pPr>
            <a:lvl5pPr>
              <a:spcAft>
                <a:spcPts val="600"/>
              </a:spcAft>
              <a:defRPr sz="1400">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6">
            <a:extLst>
              <a:ext uri="{FF2B5EF4-FFF2-40B4-BE49-F238E27FC236}">
                <a16:creationId xmlns:a16="http://schemas.microsoft.com/office/drawing/2014/main" id="{63F451CE-A098-A446-88A4-F938BB04C885}"/>
              </a:ext>
            </a:extLst>
          </p:cNvPr>
          <p:cNvSpPr>
            <a:spLocks noGrp="1"/>
          </p:cNvSpPr>
          <p:nvPr>
            <p:ph type="body" sz="quarter" idx="21"/>
          </p:nvPr>
        </p:nvSpPr>
        <p:spPr>
          <a:xfrm>
            <a:off x="8115300" y="3949896"/>
            <a:ext cx="3505200" cy="2069904"/>
          </a:xfrm>
        </p:spPr>
        <p:txBody>
          <a:bodyPr/>
          <a:lstStyle>
            <a:lvl1pPr>
              <a:spcAft>
                <a:spcPts val="300"/>
              </a:spcAft>
              <a:defRPr sz="1400" b="1"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1pPr>
            <a:lvl2pPr>
              <a:spcAft>
                <a:spcPts val="600"/>
              </a:spcAft>
              <a:defRPr sz="1400" b="0" i="0">
                <a:solidFill>
                  <a:schemeClr val="accent5">
                    <a:lumMod val="50000"/>
                  </a:schemeClr>
                </a:solidFill>
                <a:latin typeface="FedEx Sans" panose="020B0603020203020204" pitchFamily="34" charset="0"/>
                <a:ea typeface="FedEx Sans" panose="020B0603020203020204" pitchFamily="34" charset="0"/>
                <a:cs typeface="FedEx Sans" panose="020B0603020203020204" pitchFamily="34" charset="0"/>
              </a:defRPr>
            </a:lvl2pPr>
            <a:lvl3pPr>
              <a:defRPr lang="en-US" sz="1600" kern="1200" dirty="0">
                <a:solidFill>
                  <a:schemeClr val="tx1"/>
                </a:solidFill>
                <a:latin typeface="+mn-lt"/>
                <a:ea typeface="+mn-ea"/>
                <a:cs typeface="+mn-cs"/>
              </a:defRPr>
            </a:lvl3pPr>
            <a:lvl4pPr>
              <a:spcAft>
                <a:spcPts val="600"/>
              </a:spcAft>
              <a:defRPr lang="en-US" sz="1400" kern="1200" dirty="0">
                <a:solidFill>
                  <a:schemeClr val="accent5">
                    <a:lumMod val="50000"/>
                  </a:schemeClr>
                </a:solidFill>
                <a:latin typeface="+mn-lt"/>
                <a:ea typeface="+mn-ea"/>
                <a:cs typeface="+mn-cs"/>
              </a:defRPr>
            </a:lvl4pPr>
            <a:lvl5pPr>
              <a:spcAft>
                <a:spcPts val="600"/>
              </a:spcAft>
              <a:defRPr sz="1400">
                <a:solidFill>
                  <a:schemeClr val="accent5">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
            <a:extLst>
              <a:ext uri="{FF2B5EF4-FFF2-40B4-BE49-F238E27FC236}">
                <a16:creationId xmlns:a16="http://schemas.microsoft.com/office/drawing/2014/main" id="{5DDD23F6-075D-224C-9529-72FAE41378A7}"/>
              </a:ext>
            </a:extLst>
          </p:cNvPr>
          <p:cNvSpPr>
            <a:spLocks noGrp="1"/>
          </p:cNvSpPr>
          <p:nvPr>
            <p:ph type="ftr" sz="quarter" idx="23"/>
          </p:nvPr>
        </p:nvSpPr>
        <p:spPr/>
        <p:txBody>
          <a:bodyPr/>
          <a:lstStyle/>
          <a:p>
            <a:endParaRPr lang="en-IN"/>
          </a:p>
        </p:txBody>
      </p:sp>
      <p:sp>
        <p:nvSpPr>
          <p:cNvPr id="4" name="Slide Number Placeholder">
            <a:extLst>
              <a:ext uri="{FF2B5EF4-FFF2-40B4-BE49-F238E27FC236}">
                <a16:creationId xmlns:a16="http://schemas.microsoft.com/office/drawing/2014/main" id="{CD7FC265-1EBD-014C-8AD1-51FC8B805B5E}"/>
              </a:ext>
            </a:extLst>
          </p:cNvPr>
          <p:cNvSpPr>
            <a:spLocks noGrp="1"/>
          </p:cNvSpPr>
          <p:nvPr>
            <p:ph type="sldNum" sz="quarter" idx="24"/>
          </p:nvPr>
        </p:nvSpPr>
        <p:spPr/>
        <p:txBody>
          <a:bodyPr/>
          <a:lstStyle/>
          <a:p>
            <a:fld id="{D3B131D2-36A3-44C4-AC9E-727AE9684CC9}" type="slidenum">
              <a:rPr lang="en-IN" smtClean="0"/>
              <a:t>‹#›</a:t>
            </a:fld>
            <a:endParaRPr lang="en-IN"/>
          </a:p>
        </p:txBody>
      </p:sp>
    </p:spTree>
    <p:extLst>
      <p:ext uri="{BB962C8B-B14F-4D97-AF65-F5344CB8AC3E}">
        <p14:creationId xmlns:p14="http://schemas.microsoft.com/office/powerpoint/2010/main" val="519697336"/>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cSld name="Section Divider (white)">
    <p:spTree>
      <p:nvGrpSpPr>
        <p:cNvPr id="1" name=""/>
        <p:cNvGrpSpPr/>
        <p:nvPr/>
      </p:nvGrpSpPr>
      <p:grpSpPr>
        <a:xfrm>
          <a:off x="0" y="0"/>
          <a:ext cx="0" cy="0"/>
          <a:chOff x="0" y="0"/>
          <a:chExt cx="0" cy="0"/>
        </a:xfrm>
      </p:grpSpPr>
      <p:sp>
        <p:nvSpPr>
          <p:cNvPr id="4" name="Text Placeholder"/>
          <p:cNvSpPr>
            <a:spLocks noGrp="1"/>
          </p:cNvSpPr>
          <p:nvPr>
            <p:ph type="body" sz="quarter" idx="13" hasCustomPrompt="1"/>
          </p:nvPr>
        </p:nvSpPr>
        <p:spPr>
          <a:xfrm>
            <a:off x="571500" y="2073275"/>
            <a:ext cx="9182100" cy="2711450"/>
          </a:xfrm>
          <a:prstGeom prst="rect">
            <a:avLst/>
          </a:prstGeom>
        </p:spPr>
        <p:txBody>
          <a:bodyPr lIns="0" tIns="0" rIns="0" bIns="0" anchor="ctr" anchorCtr="0"/>
          <a:lstStyle>
            <a:lvl1pPr marL="0" indent="0">
              <a:lnSpc>
                <a:spcPct val="110000"/>
              </a:lnSpc>
              <a:spcAft>
                <a:spcPts val="1200"/>
              </a:spcAft>
              <a:buNone/>
              <a:defRPr sz="4800" b="0" i="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vl2pPr marL="7938" indent="0">
              <a:lnSpc>
                <a:spcPct val="130000"/>
              </a:lnSpc>
              <a:spcBef>
                <a:spcPts val="0"/>
              </a:spcBef>
              <a:spcAft>
                <a:spcPts val="600"/>
              </a:spcAft>
              <a:buNone/>
              <a:tabLst/>
              <a:defRPr sz="1800" b="1" i="0">
                <a:latin typeface="FedEx Sans" panose="020B0603020203020204" pitchFamily="34" charset="0"/>
                <a:ea typeface="FedEx Sans" panose="020B0603020203020204" pitchFamily="34" charset="0"/>
                <a:cs typeface="FedEx Sans" panose="020B0603020203020204" pitchFamily="34" charset="0"/>
              </a:defRPr>
            </a:lvl2pPr>
            <a:lvl3pPr marL="914400" indent="0">
              <a:buNone/>
              <a:defRPr sz="6000"/>
            </a:lvl3pPr>
            <a:lvl4pPr marL="1371600" indent="0">
              <a:buNone/>
              <a:defRPr sz="6000"/>
            </a:lvl4pPr>
            <a:lvl5pPr marL="1828800" indent="0">
              <a:buNone/>
              <a:defRPr sz="6000"/>
            </a:lvl5pPr>
          </a:lstStyle>
          <a:p>
            <a:pPr lvl="0"/>
            <a:r>
              <a:rPr lang="en-US"/>
              <a:t>Section divider title goes here</a:t>
            </a:r>
          </a:p>
          <a:p>
            <a:pPr lvl="1"/>
            <a:r>
              <a:rPr lang="en-US"/>
              <a:t>Subheading goes here if needed </a:t>
            </a:r>
          </a:p>
        </p:txBody>
      </p:sp>
      <p:sp>
        <p:nvSpPr>
          <p:cNvPr id="3" name="Footer Placeholder ">
            <a:extLst>
              <a:ext uri="{FF2B5EF4-FFF2-40B4-BE49-F238E27FC236}">
                <a16:creationId xmlns:a16="http://schemas.microsoft.com/office/drawing/2014/main" id="{9A7C6732-589D-3A46-9427-04823B686A3F}"/>
              </a:ext>
            </a:extLst>
          </p:cNvPr>
          <p:cNvSpPr>
            <a:spLocks noGrp="1"/>
          </p:cNvSpPr>
          <p:nvPr>
            <p:ph type="ftr" sz="quarter" idx="14"/>
          </p:nvPr>
        </p:nvSpPr>
        <p:spPr/>
        <p:txBody>
          <a:bodyPr/>
          <a:lstStyle/>
          <a:p>
            <a:endParaRPr lang="en-IN"/>
          </a:p>
        </p:txBody>
      </p:sp>
      <p:sp>
        <p:nvSpPr>
          <p:cNvPr id="5" name="Slide Number Placeholder">
            <a:extLst>
              <a:ext uri="{FF2B5EF4-FFF2-40B4-BE49-F238E27FC236}">
                <a16:creationId xmlns:a16="http://schemas.microsoft.com/office/drawing/2014/main" id="{08882FCA-F36E-BF47-9F97-3EEF75ABE06F}"/>
              </a:ext>
            </a:extLst>
          </p:cNvPr>
          <p:cNvSpPr>
            <a:spLocks noGrp="1"/>
          </p:cNvSpPr>
          <p:nvPr>
            <p:ph type="sldNum" sz="quarter" idx="15"/>
          </p:nvPr>
        </p:nvSpPr>
        <p:spPr/>
        <p:txBody>
          <a:bodyPr/>
          <a:lstStyle/>
          <a:p>
            <a:fld id="{D3B131D2-36A3-44C4-AC9E-727AE9684CC9}" type="slidenum">
              <a:rPr lang="en-IN" smtClean="0"/>
              <a:t>‹#›</a:t>
            </a:fld>
            <a:endParaRPr lang="en-IN"/>
          </a:p>
        </p:txBody>
      </p:sp>
    </p:spTree>
    <p:extLst>
      <p:ext uri="{BB962C8B-B14F-4D97-AF65-F5344CB8AC3E}">
        <p14:creationId xmlns:p14="http://schemas.microsoft.com/office/powerpoint/2010/main" val="23982075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1337F-EA8B-1D22-0B84-9263A21920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2F68C9-B48C-822C-DE88-8237CB27D7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04A4C3-8DAE-5B3A-8367-77BA0B3C61C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0D9745C-C990-FBB8-0203-15D548C8FB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005943-4EF4-A302-8514-F852E9DF1D74}"/>
              </a:ext>
            </a:extLst>
          </p:cNvPr>
          <p:cNvSpPr>
            <a:spLocks noGrp="1"/>
          </p:cNvSpPr>
          <p:nvPr>
            <p:ph type="sldNum" sz="quarter" idx="12"/>
          </p:nvPr>
        </p:nvSpPr>
        <p:spPr/>
        <p:txBody>
          <a:bodyPr/>
          <a:lstStyle/>
          <a:p>
            <a:fld id="{D3B131D2-36A3-44C4-AC9E-727AE9684CC9}" type="slidenum">
              <a:rPr lang="en-IN" smtClean="0"/>
              <a:t>‹#›</a:t>
            </a:fld>
            <a:endParaRPr lang="en-IN"/>
          </a:p>
        </p:txBody>
      </p:sp>
    </p:spTree>
    <p:extLst>
      <p:ext uri="{BB962C8B-B14F-4D97-AF65-F5344CB8AC3E}">
        <p14:creationId xmlns:p14="http://schemas.microsoft.com/office/powerpoint/2010/main" val="311947623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78B99-1A57-FE36-9C42-8EA75E6810E5}"/>
              </a:ext>
            </a:extLst>
          </p:cNvPr>
          <p:cNvSpPr>
            <a:spLocks noGrp="1"/>
          </p:cNvSpPr>
          <p:nvPr>
            <p:ph type="title"/>
          </p:nvPr>
        </p:nvSpPr>
        <p:spPr/>
        <p:txBody>
          <a:bodyPr/>
          <a:lstStyle>
            <a:lvl1pPr>
              <a:defRPr sz="30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3C4090-45F1-874D-62A3-1894CD40F3F1}"/>
              </a:ext>
            </a:extLst>
          </p:cNvPr>
          <p:cNvSpPr>
            <a:spLocks noGrp="1"/>
          </p:cNvSpPr>
          <p:nvPr>
            <p:ph idx="1"/>
          </p:nvPr>
        </p:nvSpPr>
        <p:spPr/>
        <p:txBody>
          <a:bodyPr/>
          <a:lstStyle>
            <a:lvl1pPr>
              <a:defRPr sz="1000"/>
            </a:lvl1pPr>
            <a:lvl2pPr>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err="1"/>
              <a:t>FoAurth</a:t>
            </a:r>
            <a:r>
              <a:rPr lang="en-US"/>
              <a:t> level</a:t>
            </a:r>
          </a:p>
          <a:p>
            <a:pPr lvl="4"/>
            <a:r>
              <a:rPr lang="en-US"/>
              <a:t>Fifth level</a:t>
            </a:r>
            <a:endParaRPr lang="en-IN"/>
          </a:p>
        </p:txBody>
      </p:sp>
    </p:spTree>
    <p:extLst>
      <p:ext uri="{BB962C8B-B14F-4D97-AF65-F5344CB8AC3E}">
        <p14:creationId xmlns:p14="http://schemas.microsoft.com/office/powerpoint/2010/main" val="367190450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088667"/>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2_Text Only">
    <p:spTree>
      <p:nvGrpSpPr>
        <p:cNvPr id="1" name=""/>
        <p:cNvGrpSpPr/>
        <p:nvPr/>
      </p:nvGrpSpPr>
      <p:grpSpPr>
        <a:xfrm>
          <a:off x="0" y="0"/>
          <a:ext cx="0" cy="0"/>
          <a:chOff x="0" y="0"/>
          <a:chExt cx="0" cy="0"/>
        </a:xfrm>
      </p:grpSpPr>
      <p:sp>
        <p:nvSpPr>
          <p:cNvPr id="2" name="Title"/>
          <p:cNvSpPr>
            <a:spLocks noGrp="1"/>
          </p:cNvSpPr>
          <p:nvPr>
            <p:ph type="title" orient="vert" hasCustomPrompt="1"/>
          </p:nvPr>
        </p:nvSpPr>
        <p:spPr>
          <a:xfrm>
            <a:off x="576072" y="571500"/>
            <a:ext cx="11044427" cy="1104900"/>
          </a:xfrm>
        </p:spPr>
        <p:txBody>
          <a:bodyPr vert="horz"/>
          <a:lstStyle/>
          <a:p>
            <a:r>
              <a:rPr lang="en-US"/>
              <a:t>Title goes here</a:t>
            </a:r>
          </a:p>
        </p:txBody>
      </p:sp>
      <p:sp>
        <p:nvSpPr>
          <p:cNvPr id="3" name="Text Placeholder"/>
          <p:cNvSpPr>
            <a:spLocks noGrp="1"/>
          </p:cNvSpPr>
          <p:nvPr>
            <p:ph type="body" orient="vert" idx="1"/>
          </p:nvPr>
        </p:nvSpPr>
        <p:spPr>
          <a:xfrm>
            <a:off x="576073" y="2057400"/>
            <a:ext cx="11044426" cy="3962400"/>
          </a:xfrm>
        </p:spPr>
        <p:txBody>
          <a:bodyPr vert="horz"/>
          <a:lstStyle/>
          <a:p>
            <a:pPr lvl="0"/>
            <a:r>
              <a:rPr lang="en-US"/>
              <a:t>Click to edit</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7" name="Footer Placeholder">
            <a:extLst>
              <a:ext uri="{FF2B5EF4-FFF2-40B4-BE49-F238E27FC236}">
                <a16:creationId xmlns:a16="http://schemas.microsoft.com/office/drawing/2014/main" id="{5FC064F9-276B-FB44-AF04-1A9C0E9785D5}"/>
              </a:ext>
            </a:extLst>
          </p:cNvPr>
          <p:cNvSpPr>
            <a:spLocks noGrp="1"/>
          </p:cNvSpPr>
          <p:nvPr>
            <p:ph type="ftr" sz="quarter" idx="11"/>
          </p:nvPr>
        </p:nvSpPr>
        <p:spPr/>
        <p:txBody>
          <a:bodyPr/>
          <a:lstStyle/>
          <a:p>
            <a:pPr>
              <a:lnSpc>
                <a:spcPct val="90000"/>
              </a:lnSpc>
            </a:pP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8" name="Slide Number Placeholder">
            <a:extLst>
              <a:ext uri="{FF2B5EF4-FFF2-40B4-BE49-F238E27FC236}">
                <a16:creationId xmlns:a16="http://schemas.microsoft.com/office/drawing/2014/main" id="{496CD3D5-F39F-8647-9397-A2181F677636}"/>
              </a:ext>
            </a:extLst>
          </p:cNvPr>
          <p:cNvSpPr>
            <a:spLocks noGrp="1"/>
          </p:cNvSpPr>
          <p:nvPr>
            <p:ph type="sldNum" sz="quarter" idx="12"/>
          </p:nvPr>
        </p:nvSpPr>
        <p:spPr/>
        <p:txBody>
          <a:body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367110680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8" name="Picture 7" descr="A plane flying over water&#10;&#10;AI-generated content may be incorrect.">
            <a:extLst>
              <a:ext uri="{FF2B5EF4-FFF2-40B4-BE49-F238E27FC236}">
                <a16:creationId xmlns:a16="http://schemas.microsoft.com/office/drawing/2014/main" id="{53D8AA35-1D81-2257-54D3-77B4FEF846CB}"/>
              </a:ext>
            </a:extLst>
          </p:cNvPr>
          <p:cNvPicPr>
            <a:picLocks noChangeAspect="1"/>
          </p:cNvPicPr>
          <p:nvPr userDrawn="1"/>
        </p:nvPicPr>
        <p:blipFill>
          <a:blip r:embed="rId2" cstate="screen">
            <a:extLst>
              <a:ext uri="{28A0092B-C50C-407E-A947-70E740481C1C}">
                <a14:useLocalDpi xmlns:a14="http://schemas.microsoft.com/office/drawing/2010/main"/>
              </a:ext>
            </a:extLst>
          </a:blip>
          <a:srcRect l="-18" t="-176"/>
          <a:stretch>
            <a:fillRect/>
          </a:stretch>
        </p:blipFill>
        <p:spPr>
          <a:xfrm>
            <a:off x="3192650" y="-12059"/>
            <a:ext cx="8999349" cy="6877803"/>
          </a:xfrm>
          <a:prstGeom prst="rect">
            <a:avLst/>
          </a:prstGeom>
        </p:spPr>
      </p:pic>
      <p:sp>
        <p:nvSpPr>
          <p:cNvPr id="2" name="Freeform 1">
            <a:extLst>
              <a:ext uri="{FF2B5EF4-FFF2-40B4-BE49-F238E27FC236}">
                <a16:creationId xmlns:a16="http://schemas.microsoft.com/office/drawing/2014/main" id="{A5E7A4D0-46E8-9F51-91E4-DBF29A2125E5}"/>
              </a:ext>
            </a:extLst>
          </p:cNvPr>
          <p:cNvSpPr/>
          <p:nvPr userDrawn="1"/>
        </p:nvSpPr>
        <p:spPr>
          <a:xfrm flipH="1">
            <a:off x="-1" y="-12058"/>
            <a:ext cx="9331287" cy="6881075"/>
          </a:xfrm>
          <a:custGeom>
            <a:avLst/>
            <a:gdLst>
              <a:gd name="connsiteX0" fmla="*/ 0 w 8374640"/>
              <a:gd name="connsiteY0" fmla="*/ 0 h 6858000"/>
              <a:gd name="connsiteX1" fmla="*/ 8374640 w 8374640"/>
              <a:gd name="connsiteY1" fmla="*/ 0 h 6858000"/>
              <a:gd name="connsiteX2" fmla="*/ 8374640 w 8374640"/>
              <a:gd name="connsiteY2" fmla="*/ 6858000 h 6858000"/>
              <a:gd name="connsiteX3" fmla="*/ 6181381 w 8374640"/>
              <a:gd name="connsiteY3" fmla="*/ 6858000 h 6858000"/>
              <a:gd name="connsiteX0" fmla="*/ 0 w 9546864"/>
              <a:gd name="connsiteY0" fmla="*/ 0 h 6858000"/>
              <a:gd name="connsiteX1" fmla="*/ 9546864 w 9546864"/>
              <a:gd name="connsiteY1" fmla="*/ 0 h 6858000"/>
              <a:gd name="connsiteX2" fmla="*/ 8374640 w 9546864"/>
              <a:gd name="connsiteY2" fmla="*/ 6858000 h 6858000"/>
              <a:gd name="connsiteX3" fmla="*/ 6181381 w 9546864"/>
              <a:gd name="connsiteY3" fmla="*/ 6858000 h 6858000"/>
              <a:gd name="connsiteX4" fmla="*/ 0 w 9546864"/>
              <a:gd name="connsiteY4" fmla="*/ 0 h 6858000"/>
              <a:gd name="connsiteX0" fmla="*/ 0 w 9546864"/>
              <a:gd name="connsiteY0" fmla="*/ 0 h 6858000"/>
              <a:gd name="connsiteX1" fmla="*/ 9546864 w 9546864"/>
              <a:gd name="connsiteY1" fmla="*/ 0 h 6858000"/>
              <a:gd name="connsiteX2" fmla="*/ 9546864 w 9546864"/>
              <a:gd name="connsiteY2" fmla="*/ 6858000 h 6858000"/>
              <a:gd name="connsiteX3" fmla="*/ 6181381 w 9546864"/>
              <a:gd name="connsiteY3" fmla="*/ 6858000 h 6858000"/>
              <a:gd name="connsiteX4" fmla="*/ 0 w 954686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46864" h="6858000">
                <a:moveTo>
                  <a:pt x="0" y="0"/>
                </a:moveTo>
                <a:lnTo>
                  <a:pt x="9546864" y="0"/>
                </a:lnTo>
                <a:lnTo>
                  <a:pt x="9546864" y="6858000"/>
                </a:lnTo>
                <a:lnTo>
                  <a:pt x="6181381" y="6858000"/>
                </a:lnTo>
                <a:lnTo>
                  <a:pt x="0" y="0"/>
                </a:lnTo>
                <a:close/>
              </a:path>
            </a:pathLst>
          </a:custGeom>
          <a:solidFill>
            <a:schemeClr val="tx2"/>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600" b="0" i="0" u="none" strike="noStrike" kern="0" cap="none" spc="0" normalizeH="0" baseline="0" noProof="0">
              <a:ln>
                <a:noFill/>
              </a:ln>
              <a:solidFill>
                <a:prstClr val="white"/>
              </a:solidFill>
              <a:effectLst/>
              <a:uLnTx/>
              <a:uFillTx/>
              <a:latin typeface="FedEx Sans Regular"/>
              <a:ea typeface="+mn-ea"/>
              <a:cs typeface="+mn-cs"/>
            </a:endParaRPr>
          </a:p>
        </p:txBody>
      </p:sp>
      <p:sp>
        <p:nvSpPr>
          <p:cNvPr id="15" name="Text Placeholder">
            <a:extLst>
              <a:ext uri="{FF2B5EF4-FFF2-40B4-BE49-F238E27FC236}">
                <a16:creationId xmlns:a16="http://schemas.microsoft.com/office/drawing/2014/main" id="{1CAADBED-0DA2-4F44-8643-B450906A7572}"/>
              </a:ext>
            </a:extLst>
          </p:cNvPr>
          <p:cNvSpPr>
            <a:spLocks noGrp="1"/>
          </p:cNvSpPr>
          <p:nvPr>
            <p:ph type="body" sz="quarter" idx="21" hasCustomPrompt="1"/>
          </p:nvPr>
        </p:nvSpPr>
        <p:spPr>
          <a:xfrm>
            <a:off x="582613" y="2270238"/>
            <a:ext cx="4264660" cy="2693194"/>
          </a:xfrm>
        </p:spPr>
        <p:txBody>
          <a:bodyPr anchor="ctr" anchorCtr="0"/>
          <a:lstStyle>
            <a:lvl1pPr>
              <a:lnSpc>
                <a:spcPct val="110000"/>
              </a:lnSpc>
              <a:defRPr sz="4000" b="0" i="0">
                <a:solidFill>
                  <a:schemeClr val="bg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a:solidFill>
                  <a:schemeClr val="bg1"/>
                </a:solidFill>
                <a:latin typeface="FedEx Sans" panose="020B0603020203020204" pitchFamily="34" charset="0"/>
                <a:ea typeface="FedEx Sans" panose="020B0603020203020204" pitchFamily="34" charset="0"/>
                <a:cs typeface="FedEx Sans" panose="020B0603020203020204" pitchFamily="34" charset="0"/>
              </a:defRPr>
            </a:lvl2pPr>
            <a:lvl3pPr>
              <a:spcAft>
                <a:spcPts val="600"/>
              </a:spcAft>
              <a:defRPr>
                <a:solidFill>
                  <a:schemeClr val="bg1"/>
                </a:solidFill>
              </a:defRPr>
            </a:lvl3pPr>
          </a:lstStyle>
          <a:p>
            <a:pPr lvl="0"/>
            <a:r>
              <a:rPr lang="en-US"/>
              <a:t>Presentation title goes here</a:t>
            </a:r>
          </a:p>
          <a:p>
            <a:pPr lvl="1"/>
            <a:r>
              <a:rPr lang="en-US"/>
              <a:t>Presenter name or subheading goes here</a:t>
            </a:r>
          </a:p>
          <a:p>
            <a:pPr lvl="2"/>
            <a:r>
              <a:rPr lang="en-US"/>
              <a:t>Date 00, 0000</a:t>
            </a:r>
          </a:p>
        </p:txBody>
      </p:sp>
      <p:sp>
        <p:nvSpPr>
          <p:cNvPr id="5" name="Logo">
            <a:extLst>
              <a:ext uri="{FF2B5EF4-FFF2-40B4-BE49-F238E27FC236}">
                <a16:creationId xmlns:a16="http://schemas.microsoft.com/office/drawing/2014/main" id="{B063FA9F-E18A-D2B9-4420-613D8AE66BB0}"/>
              </a:ext>
            </a:extLst>
          </p:cNvPr>
          <p:cNvSpPr>
            <a:spLocks noGrp="1" noChangeAspect="1"/>
          </p:cNvSpPr>
          <p:nvPr>
            <p:ph type="pic" sz="quarter" idx="23" hasCustomPrompt="1"/>
          </p:nvPr>
        </p:nvSpPr>
        <p:spPr>
          <a:xfrm>
            <a:off x="289356" y="456438"/>
            <a:ext cx="2058736" cy="1005840"/>
          </a:xfrm>
          <a: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a:blipFill>
        </p:spPr>
        <p:txBody>
          <a:bodyPr>
            <a:normAutofit/>
          </a:bodyPr>
          <a:lstStyle>
            <a:lvl1pPr>
              <a:defRPr sz="500"/>
            </a:lvl1pPr>
          </a:lstStyle>
          <a:p>
            <a:r>
              <a:rPr lang="en-US"/>
              <a:t> </a:t>
            </a:r>
          </a:p>
        </p:txBody>
      </p:sp>
    </p:spTree>
    <p:extLst>
      <p:ext uri="{BB962C8B-B14F-4D97-AF65-F5344CB8AC3E}">
        <p14:creationId xmlns:p14="http://schemas.microsoft.com/office/powerpoint/2010/main" val="232669730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3_Agenda">
    <p:spTree>
      <p:nvGrpSpPr>
        <p:cNvPr id="1" name=""/>
        <p:cNvGrpSpPr/>
        <p:nvPr/>
      </p:nvGrpSpPr>
      <p:grpSpPr>
        <a:xfrm>
          <a:off x="0" y="0"/>
          <a:ext cx="0" cy="0"/>
          <a:chOff x="0" y="0"/>
          <a:chExt cx="0" cy="0"/>
        </a:xfrm>
      </p:grpSpPr>
      <p:pic>
        <p:nvPicPr>
          <p:cNvPr id="5" name="Picture 4" descr="A person wearing a hat and a badge&#10;&#10;AI-generated content may be incorrect.">
            <a:extLst>
              <a:ext uri="{FF2B5EF4-FFF2-40B4-BE49-F238E27FC236}">
                <a16:creationId xmlns:a16="http://schemas.microsoft.com/office/drawing/2014/main" id="{FCF42D16-FC7D-EFA3-6820-8EF93D4236D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255023" y="3058274"/>
            <a:ext cx="4940300" cy="3810000"/>
          </a:xfrm>
          <a:prstGeom prst="rect">
            <a:avLst/>
          </a:prstGeom>
        </p:spPr>
      </p:pic>
      <p:pic>
        <p:nvPicPr>
          <p:cNvPr id="6" name="Picture 5" descr="A close-up of a white van&#10;&#10;AI-generated content may be incorrect.">
            <a:extLst>
              <a:ext uri="{FF2B5EF4-FFF2-40B4-BE49-F238E27FC236}">
                <a16:creationId xmlns:a16="http://schemas.microsoft.com/office/drawing/2014/main" id="{61E90A29-68B2-B30E-E6D8-7A5AB5ADD48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a:fillRect/>
          </a:stretch>
        </p:blipFill>
        <p:spPr>
          <a:xfrm>
            <a:off x="0" y="0"/>
            <a:ext cx="4930026" cy="3810000"/>
          </a:xfrm>
          <a:prstGeom prst="rect">
            <a:avLst/>
          </a:prstGeom>
        </p:spPr>
      </p:pic>
      <p:sp>
        <p:nvSpPr>
          <p:cNvPr id="2" name="Title">
            <a:extLst>
              <a:ext uri="{FF2B5EF4-FFF2-40B4-BE49-F238E27FC236}">
                <a16:creationId xmlns:a16="http://schemas.microsoft.com/office/drawing/2014/main" id="{395E31F5-DECD-1C49-B5BF-1F3E25903FBE}"/>
              </a:ext>
            </a:extLst>
          </p:cNvPr>
          <p:cNvSpPr>
            <a:spLocks noGrp="1"/>
          </p:cNvSpPr>
          <p:nvPr>
            <p:ph type="title" hasCustomPrompt="1"/>
          </p:nvPr>
        </p:nvSpPr>
        <p:spPr>
          <a:xfrm>
            <a:off x="2209799" y="1683674"/>
            <a:ext cx="7018867" cy="600368"/>
          </a:xfrm>
        </p:spPr>
        <p:txBody>
          <a:bodyPr/>
          <a:lstStyle/>
          <a:p>
            <a:r>
              <a:rPr lang="en-US"/>
              <a:t>Contents</a:t>
            </a:r>
          </a:p>
        </p:txBody>
      </p:sp>
      <p:sp>
        <p:nvSpPr>
          <p:cNvPr id="7" name="Text Placeholder">
            <a:extLst>
              <a:ext uri="{FF2B5EF4-FFF2-40B4-BE49-F238E27FC236}">
                <a16:creationId xmlns:a16="http://schemas.microsoft.com/office/drawing/2014/main" id="{F6DE5270-4E7D-BA4C-8E86-8A19F964EE23}"/>
              </a:ext>
            </a:extLst>
          </p:cNvPr>
          <p:cNvSpPr>
            <a:spLocks noGrp="1"/>
          </p:cNvSpPr>
          <p:nvPr>
            <p:ph type="body" sz="quarter" idx="12" hasCustomPrompt="1"/>
          </p:nvPr>
        </p:nvSpPr>
        <p:spPr>
          <a:xfrm>
            <a:off x="2209800" y="2626942"/>
            <a:ext cx="7018867" cy="2604940"/>
          </a:xfrm>
        </p:spPr>
        <p:txBody>
          <a:bodyPr numCol="2" spcCol="274320"/>
          <a:lstStyle>
            <a:lvl1pPr marL="438912" marR="0" indent="-438912" algn="l" defTabSz="914400" rtl="0" eaLnBrk="1" fontAlgn="auto" latinLnBrk="0" hangingPunct="1">
              <a:lnSpc>
                <a:spcPct val="130000"/>
              </a:lnSpc>
              <a:spcBef>
                <a:spcPts val="0"/>
              </a:spcBef>
              <a:spcAft>
                <a:spcPts val="1800"/>
              </a:spcAft>
              <a:buClr>
                <a:schemeClr val="tx2"/>
              </a:buClr>
              <a:buSzPct val="125000"/>
              <a:buFont typeface="+mj-lt"/>
              <a:buAutoNum type="arabicPeriod"/>
              <a:tabLst/>
              <a:defRPr sz="1800"/>
            </a:lvl1pPr>
          </a:lstStyle>
          <a:p>
            <a:pPr lvl="0"/>
            <a:r>
              <a:rPr lang="en-US"/>
              <a:t>Click to add your first section title here</a:t>
            </a:r>
          </a:p>
        </p:txBody>
      </p:sp>
      <p:sp>
        <p:nvSpPr>
          <p:cNvPr id="3" name="Footer Placeholder">
            <a:extLst>
              <a:ext uri="{FF2B5EF4-FFF2-40B4-BE49-F238E27FC236}">
                <a16:creationId xmlns:a16="http://schemas.microsoft.com/office/drawing/2014/main" id="{F5315BAE-C792-1647-B95B-8AFC4646A3D7}"/>
              </a:ext>
            </a:extLst>
          </p:cNvPr>
          <p:cNvSpPr>
            <a:spLocks noGrp="1"/>
          </p:cNvSpPr>
          <p:nvPr>
            <p:ph type="ftr" sz="quarter" idx="13"/>
          </p:nvPr>
        </p:nvSpPr>
        <p:spPr/>
        <p:txBody>
          <a:bodyPr/>
          <a:lstStyle/>
          <a:p>
            <a:pPr>
              <a:lnSpc>
                <a:spcPct val="90000"/>
              </a:lnSpc>
            </a:pP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4" name="Slide Number Placeholder">
            <a:extLst>
              <a:ext uri="{FF2B5EF4-FFF2-40B4-BE49-F238E27FC236}">
                <a16:creationId xmlns:a16="http://schemas.microsoft.com/office/drawing/2014/main" id="{B06DF5F0-6C4C-194B-8D6E-079C5F11ACA7}"/>
              </a:ext>
            </a:extLst>
          </p:cNvPr>
          <p:cNvSpPr>
            <a:spLocks noGrp="1"/>
          </p:cNvSpPr>
          <p:nvPr>
            <p:ph type="sldNum" sz="quarter" idx="14"/>
          </p:nvPr>
        </p:nvSpPr>
        <p:spPr/>
        <p:txBody>
          <a:bodyPr/>
          <a:lstStyle>
            <a:lvl1pPr>
              <a:defRPr>
                <a:solidFill>
                  <a:schemeClr val="bg1"/>
                </a:solidFill>
              </a:defRPr>
            </a:lvl1pPr>
          </a:lstStyle>
          <a:p>
            <a:fld id="{64B53FD8-04EE-4F67-B5CA-77D45BC12F90}" type="slidenum">
              <a:rPr lang="en-US" smtClean="0"/>
              <a:pPr/>
              <a:t>‹#›</a:t>
            </a:fld>
            <a:endParaRPr lang="en-US"/>
          </a:p>
        </p:txBody>
      </p:sp>
      <p:sp>
        <p:nvSpPr>
          <p:cNvPr id="10" name="Slide Number Placeholder 3">
            <a:extLst>
              <a:ext uri="{FF2B5EF4-FFF2-40B4-BE49-F238E27FC236}">
                <a16:creationId xmlns:a16="http://schemas.microsoft.com/office/drawing/2014/main" id="{30D4F383-88B4-6D84-3E6F-B38E639215BC}"/>
              </a:ext>
            </a:extLst>
          </p:cNvPr>
          <p:cNvSpPr txBox="1">
            <a:spLocks/>
          </p:cNvSpPr>
          <p:nvPr userDrawn="1"/>
        </p:nvSpPr>
        <p:spPr>
          <a:xfrm>
            <a:off x="0" y="0"/>
            <a:ext cx="0" cy="0"/>
          </a:xfrm>
          <a:prstGeom prst="rect">
            <a:avLst/>
          </a:prstGeom>
        </p:spPr>
        <p:txBody>
          <a:bodyPr vert="horz" lIns="0" tIns="0" rIns="0" bIns="0" rtlCol="0" anchor="ctr" anchorCtr="0"/>
          <a:lstStyle>
            <a:defPPr>
              <a:defRPr lang="en-US"/>
            </a:defPPr>
            <a:lvl1pPr marL="0" indent="0" algn="r">
              <a:spcAft>
                <a:spcPts val="600"/>
              </a:spcAft>
              <a:buNone/>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fld id="{64B53FD8-04EE-4F67-B5CA-77D45BC12F90}" type="slidenum">
              <a:rPr lang="en-US" smtClean="0"/>
              <a:pPr/>
              <a:t>‹#›</a:t>
            </a:fld>
            <a:endParaRPr lang="en-US"/>
          </a:p>
        </p:txBody>
      </p:sp>
    </p:spTree>
    <p:extLst>
      <p:ext uri="{BB962C8B-B14F-4D97-AF65-F5344CB8AC3E}">
        <p14:creationId xmlns:p14="http://schemas.microsoft.com/office/powerpoint/2010/main" val="3822946102"/>
      </p:ext>
    </p:extLst>
  </p:cSld>
  <p:clrMapOvr>
    <a:masterClrMapping/>
  </p:clrMapOvr>
  <p:extLst>
    <p:ext uri="{DCECCB84-F9BA-43D5-87BE-67443E8EF086}">
      <p15:sldGuideLst xmlns:p15="http://schemas.microsoft.com/office/powerpoint/2012/main">
        <p15:guide id="1" pos="4056">
          <p15:clr>
            <a:srgbClr val="FBAE40"/>
          </p15:clr>
        </p15:guide>
        <p15:guide id="2" orient="horz" pos="216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cSld name="Title &amp; Text w. Call-out / Icons (purple)">
    <p:spTree>
      <p:nvGrpSpPr>
        <p:cNvPr id="1" name=""/>
        <p:cNvGrpSpPr/>
        <p:nvPr/>
      </p:nvGrpSpPr>
      <p:grpSpPr>
        <a:xfrm>
          <a:off x="0" y="0"/>
          <a:ext cx="0" cy="0"/>
          <a:chOff x="0" y="0"/>
          <a:chExt cx="0" cy="0"/>
        </a:xfrm>
      </p:grpSpPr>
      <p:sp>
        <p:nvSpPr>
          <p:cNvPr id="3" name="Call-out Color Block">
            <a:extLst>
              <a:ext uri="{FF2B5EF4-FFF2-40B4-BE49-F238E27FC236}">
                <a16:creationId xmlns:a16="http://schemas.microsoft.com/office/drawing/2014/main" id="{986217E7-3B51-D54B-BD79-939ABCCAEBDD}"/>
              </a:ext>
            </a:extLst>
          </p:cNvPr>
          <p:cNvSpPr/>
          <p:nvPr/>
        </p:nvSpPr>
        <p:spPr>
          <a:xfrm>
            <a:off x="8077200" y="0"/>
            <a:ext cx="4114800" cy="6858000"/>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
            <a:extLst>
              <a:ext uri="{FF2B5EF4-FFF2-40B4-BE49-F238E27FC236}">
                <a16:creationId xmlns:a16="http://schemas.microsoft.com/office/drawing/2014/main" id="{FCD1DF44-C8EE-0F4E-BDEC-68926901E913}"/>
              </a:ext>
            </a:extLst>
          </p:cNvPr>
          <p:cNvSpPr>
            <a:spLocks noGrp="1"/>
          </p:cNvSpPr>
          <p:nvPr>
            <p:ph type="title"/>
          </p:nvPr>
        </p:nvSpPr>
        <p:spPr>
          <a:xfrm>
            <a:off x="571500" y="571499"/>
            <a:ext cx="7278624" cy="1106424"/>
          </a:xfrm>
        </p:spPr>
        <p:txBody>
          <a:bodyPr/>
          <a:lstStyle>
            <a:lvl1pPr>
              <a:lnSpc>
                <a:spcPct val="110000"/>
              </a:lnSpc>
              <a:defRPr/>
            </a:lvl1pPr>
          </a:lstStyle>
          <a:p>
            <a:r>
              <a:rPr lang="en-US"/>
              <a:t>Click to edit Master title style</a:t>
            </a:r>
          </a:p>
        </p:txBody>
      </p:sp>
      <p:sp>
        <p:nvSpPr>
          <p:cNvPr id="6" name="Text Placeholder">
            <a:extLst>
              <a:ext uri="{FF2B5EF4-FFF2-40B4-BE49-F238E27FC236}">
                <a16:creationId xmlns:a16="http://schemas.microsoft.com/office/drawing/2014/main" id="{CAB57E01-7BD9-5D45-9F56-00B666EF7D53}"/>
              </a:ext>
            </a:extLst>
          </p:cNvPr>
          <p:cNvSpPr>
            <a:spLocks noGrp="1"/>
          </p:cNvSpPr>
          <p:nvPr>
            <p:ph type="body" sz="quarter" idx="12"/>
          </p:nvPr>
        </p:nvSpPr>
        <p:spPr>
          <a:xfrm>
            <a:off x="571500" y="2057400"/>
            <a:ext cx="72771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ubheading / Body Placeholder 1">
            <a:extLst>
              <a:ext uri="{FF2B5EF4-FFF2-40B4-BE49-F238E27FC236}">
                <a16:creationId xmlns:a16="http://schemas.microsoft.com/office/drawing/2014/main" id="{94EE03AF-A15F-0447-871B-AE3B4EC8DEDF}"/>
              </a:ext>
            </a:extLst>
          </p:cNvPr>
          <p:cNvSpPr>
            <a:spLocks noGrp="1"/>
          </p:cNvSpPr>
          <p:nvPr>
            <p:ph type="body" sz="quarter" idx="18" hasCustomPrompt="1"/>
          </p:nvPr>
        </p:nvSpPr>
        <p:spPr>
          <a:xfrm>
            <a:off x="8737600" y="1410749"/>
            <a:ext cx="2794000" cy="584618"/>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a:t>Subheading goes here</a:t>
            </a:r>
          </a:p>
          <a:p>
            <a:pPr lvl="1"/>
            <a:r>
              <a:rPr lang="en-US"/>
              <a:t>Body copy goes here</a:t>
            </a:r>
          </a:p>
        </p:txBody>
      </p:sp>
      <p:sp>
        <p:nvSpPr>
          <p:cNvPr id="9" name="Icon Placeholder 1">
            <a:extLst>
              <a:ext uri="{FF2B5EF4-FFF2-40B4-BE49-F238E27FC236}">
                <a16:creationId xmlns:a16="http://schemas.microsoft.com/office/drawing/2014/main" id="{55F8726B-2D48-C441-B805-D43A9960D00B}"/>
              </a:ext>
            </a:extLst>
          </p:cNvPr>
          <p:cNvSpPr>
            <a:spLocks noGrp="1" noChangeAspect="1"/>
          </p:cNvSpPr>
          <p:nvPr>
            <p:ph type="pic" sz="quarter" idx="19" hasCustomPrompt="1"/>
          </p:nvPr>
        </p:nvSpPr>
        <p:spPr>
          <a:xfrm>
            <a:off x="9809988" y="594069"/>
            <a:ext cx="649224" cy="649224"/>
          </a:xfrm>
        </p:spPr>
        <p:txBody>
          <a:bodyPr tIns="0" anchor="ctr" anchorCtr="0"/>
          <a:lstStyle>
            <a:lvl1pPr algn="ctr">
              <a:defRPr sz="800">
                <a:solidFill>
                  <a:schemeClr val="bg1"/>
                </a:solidFill>
              </a:defRPr>
            </a:lvl1pPr>
          </a:lstStyle>
          <a:p>
            <a:r>
              <a:rPr lang="en-US"/>
              <a:t>Place Icon Here</a:t>
            </a:r>
          </a:p>
        </p:txBody>
      </p:sp>
      <p:sp>
        <p:nvSpPr>
          <p:cNvPr id="20" name="Subheading / Body Placeholder 2">
            <a:extLst>
              <a:ext uri="{FF2B5EF4-FFF2-40B4-BE49-F238E27FC236}">
                <a16:creationId xmlns:a16="http://schemas.microsoft.com/office/drawing/2014/main" id="{F06FF516-9EB6-0D41-8E48-2EB03D99F8F3}"/>
              </a:ext>
            </a:extLst>
          </p:cNvPr>
          <p:cNvSpPr>
            <a:spLocks noGrp="1"/>
          </p:cNvSpPr>
          <p:nvPr>
            <p:ph type="body" sz="quarter" idx="23" hasCustomPrompt="1"/>
          </p:nvPr>
        </p:nvSpPr>
        <p:spPr>
          <a:xfrm>
            <a:off x="8737600" y="3404055"/>
            <a:ext cx="2794000" cy="584619"/>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a:t>Subheading goes here</a:t>
            </a:r>
          </a:p>
          <a:p>
            <a:pPr lvl="1"/>
            <a:r>
              <a:rPr lang="en-US"/>
              <a:t>Body copy goes here</a:t>
            </a:r>
          </a:p>
        </p:txBody>
      </p:sp>
      <p:sp>
        <p:nvSpPr>
          <p:cNvPr id="19" name="Icon Placeholder 2">
            <a:extLst>
              <a:ext uri="{FF2B5EF4-FFF2-40B4-BE49-F238E27FC236}">
                <a16:creationId xmlns:a16="http://schemas.microsoft.com/office/drawing/2014/main" id="{758C68BE-680C-AA46-ADD2-5A6E446B8648}"/>
              </a:ext>
            </a:extLst>
          </p:cNvPr>
          <p:cNvSpPr>
            <a:spLocks noGrp="1" noChangeAspect="1"/>
          </p:cNvSpPr>
          <p:nvPr>
            <p:ph type="pic" sz="quarter" idx="22" hasCustomPrompt="1"/>
          </p:nvPr>
        </p:nvSpPr>
        <p:spPr>
          <a:xfrm>
            <a:off x="9809988" y="2587376"/>
            <a:ext cx="649224" cy="649224"/>
          </a:xfrm>
        </p:spPr>
        <p:txBody>
          <a:bodyPr tIns="0" anchor="ctr" anchorCtr="0"/>
          <a:lstStyle>
            <a:lvl1pPr algn="ctr">
              <a:defRPr sz="800">
                <a:solidFill>
                  <a:schemeClr val="bg1"/>
                </a:solidFill>
              </a:defRPr>
            </a:lvl1pPr>
          </a:lstStyle>
          <a:p>
            <a:r>
              <a:rPr lang="en-US"/>
              <a:t>Place Icon Here</a:t>
            </a:r>
          </a:p>
        </p:txBody>
      </p:sp>
      <p:sp>
        <p:nvSpPr>
          <p:cNvPr id="18" name="Subheading / Body Placeholder 3">
            <a:extLst>
              <a:ext uri="{FF2B5EF4-FFF2-40B4-BE49-F238E27FC236}">
                <a16:creationId xmlns:a16="http://schemas.microsoft.com/office/drawing/2014/main" id="{5A7F05BD-C42F-1B46-ACB7-3B0E02BDE961}"/>
              </a:ext>
            </a:extLst>
          </p:cNvPr>
          <p:cNvSpPr>
            <a:spLocks noGrp="1"/>
          </p:cNvSpPr>
          <p:nvPr>
            <p:ph type="body" sz="quarter" idx="21" hasCustomPrompt="1"/>
          </p:nvPr>
        </p:nvSpPr>
        <p:spPr>
          <a:xfrm>
            <a:off x="8737600" y="5397363"/>
            <a:ext cx="2794000" cy="584619"/>
          </a:xfrm>
          <a:prstGeom prst="rect">
            <a:avLst/>
          </a:prstGeom>
        </p:spPr>
        <p:txBody>
          <a:bodyPr>
            <a:noAutofit/>
          </a:bodyPr>
          <a:lstStyle>
            <a:lvl1pPr marL="0" indent="0" algn="ctr">
              <a:lnSpc>
                <a:spcPct val="130000"/>
              </a:lnSpc>
              <a:spcBef>
                <a:spcPts val="0"/>
              </a:spcBef>
              <a:spcAft>
                <a:spcPts val="300"/>
              </a:spcAft>
              <a:buNone/>
              <a:defRPr sz="1200" b="1" i="0">
                <a:solidFill>
                  <a:schemeClr val="bg1"/>
                </a:solidFill>
                <a:latin typeface="FedEx Sans" panose="020B0603020203020204" pitchFamily="34" charset="0"/>
                <a:ea typeface="FedEx Sans" panose="020B0603020203020204" pitchFamily="34" charset="0"/>
                <a:cs typeface="FedEx Sans" panose="020B0603020203020204" pitchFamily="34" charset="0"/>
              </a:defRPr>
            </a:lvl1pPr>
            <a:lvl2pPr algn="ctr">
              <a:lnSpc>
                <a:spcPct val="130000"/>
              </a:lnSpc>
              <a:spcAft>
                <a:spcPts val="300"/>
              </a:spcAft>
              <a:defRPr sz="1200" b="0">
                <a:solidFill>
                  <a:schemeClr val="bg1"/>
                </a:solidFill>
                <a:latin typeface="+mn-lt"/>
              </a:defRPr>
            </a:lvl2pPr>
          </a:lstStyle>
          <a:p>
            <a:pPr lvl="0"/>
            <a:r>
              <a:rPr lang="en-US"/>
              <a:t>Subheading goes here</a:t>
            </a:r>
          </a:p>
          <a:p>
            <a:pPr lvl="1"/>
            <a:r>
              <a:rPr lang="en-US"/>
              <a:t>Body copy goes here</a:t>
            </a:r>
          </a:p>
        </p:txBody>
      </p:sp>
      <p:sp>
        <p:nvSpPr>
          <p:cNvPr id="17" name="Icon Placeholder 3">
            <a:extLst>
              <a:ext uri="{FF2B5EF4-FFF2-40B4-BE49-F238E27FC236}">
                <a16:creationId xmlns:a16="http://schemas.microsoft.com/office/drawing/2014/main" id="{3F7A53CE-B75C-E542-A689-465DA7D757D6}"/>
              </a:ext>
            </a:extLst>
          </p:cNvPr>
          <p:cNvSpPr>
            <a:spLocks noGrp="1" noChangeAspect="1"/>
          </p:cNvSpPr>
          <p:nvPr>
            <p:ph type="pic" sz="quarter" idx="20" hasCustomPrompt="1"/>
          </p:nvPr>
        </p:nvSpPr>
        <p:spPr>
          <a:xfrm>
            <a:off x="9809988" y="4580684"/>
            <a:ext cx="649224" cy="649224"/>
          </a:xfrm>
        </p:spPr>
        <p:txBody>
          <a:bodyPr tIns="0" anchor="ctr" anchorCtr="0"/>
          <a:lstStyle>
            <a:lvl1pPr algn="ctr">
              <a:defRPr sz="800">
                <a:solidFill>
                  <a:schemeClr val="bg1"/>
                </a:solidFill>
              </a:defRPr>
            </a:lvl1pPr>
          </a:lstStyle>
          <a:p>
            <a:r>
              <a:rPr lang="en-US"/>
              <a:t>Place Icon Here</a:t>
            </a:r>
          </a:p>
        </p:txBody>
      </p:sp>
      <p:sp>
        <p:nvSpPr>
          <p:cNvPr id="4" name="Footer Placeholder">
            <a:extLst>
              <a:ext uri="{FF2B5EF4-FFF2-40B4-BE49-F238E27FC236}">
                <a16:creationId xmlns:a16="http://schemas.microsoft.com/office/drawing/2014/main" id="{7CCE3A44-C7D6-B547-B689-A7943EA79A29}"/>
              </a:ext>
            </a:extLst>
          </p:cNvPr>
          <p:cNvSpPr>
            <a:spLocks noGrp="1"/>
          </p:cNvSpPr>
          <p:nvPr>
            <p:ph type="ftr" sz="quarter" idx="24"/>
          </p:nvPr>
        </p:nvSpPr>
        <p:spPr/>
        <p:txBody>
          <a:bodyPr/>
          <a:lstStyle/>
          <a:p>
            <a:pPr>
              <a:lnSpc>
                <a:spcPct val="90000"/>
              </a:lnSpc>
            </a:pPr>
            <a:endParaRPr lang="en-US">
              <a:latin typeface="FedEx Sans" panose="020B0603020203020204" pitchFamily="34" charset="0"/>
              <a:ea typeface="FedEx Sans" panose="020B0603020203020204" pitchFamily="34" charset="0"/>
              <a:cs typeface="FedEx Sans" panose="020B0603020203020204" pitchFamily="34" charset="0"/>
            </a:endParaRPr>
          </a:p>
        </p:txBody>
      </p:sp>
      <p:sp>
        <p:nvSpPr>
          <p:cNvPr id="5" name="Slide Number Placeholder">
            <a:extLst>
              <a:ext uri="{FF2B5EF4-FFF2-40B4-BE49-F238E27FC236}">
                <a16:creationId xmlns:a16="http://schemas.microsoft.com/office/drawing/2014/main" id="{0248684D-8567-604C-B9CB-CE572C8FA43B}"/>
              </a:ext>
            </a:extLst>
          </p:cNvPr>
          <p:cNvSpPr>
            <a:spLocks noGrp="1"/>
          </p:cNvSpPr>
          <p:nvPr>
            <p:ph type="sldNum" sz="quarter" idx="25"/>
          </p:nvPr>
        </p:nvSpPr>
        <p:spPr/>
        <p:txBody>
          <a:bodyPr/>
          <a:lstStyle>
            <a:lvl1pPr>
              <a:defRPr>
                <a:solidFill>
                  <a:schemeClr val="bg1"/>
                </a:solidFill>
              </a:defRPr>
            </a:lvl1pPr>
          </a:lstStyle>
          <a:p>
            <a:fld id="{64B53FD8-04EE-4F67-B5CA-77D45BC12F90}" type="slidenum">
              <a:rPr lang="en-US" smtClean="0"/>
              <a:pPr/>
              <a:t>‹#›</a:t>
            </a:fld>
            <a:endParaRPr lang="en-US"/>
          </a:p>
        </p:txBody>
      </p:sp>
    </p:spTree>
    <p:extLst>
      <p:ext uri="{BB962C8B-B14F-4D97-AF65-F5344CB8AC3E}">
        <p14:creationId xmlns:p14="http://schemas.microsoft.com/office/powerpoint/2010/main" val="160090310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cSld name="2_Closing">
    <p:bg>
      <p:bgRef idx="1001">
        <a:schemeClr val="bg2"/>
      </p:bgRef>
    </p:bg>
    <p:spTree>
      <p:nvGrpSpPr>
        <p:cNvPr id="1" name=""/>
        <p:cNvGrpSpPr/>
        <p:nvPr/>
      </p:nvGrpSpPr>
      <p:grpSpPr>
        <a:xfrm>
          <a:off x="0" y="0"/>
          <a:ext cx="0" cy="0"/>
          <a:chOff x="0" y="0"/>
          <a:chExt cx="0" cy="0"/>
        </a:xfrm>
      </p:grpSpPr>
      <p:sp>
        <p:nvSpPr>
          <p:cNvPr id="8" name="Text Placeholder">
            <a:extLst>
              <a:ext uri="{FF2B5EF4-FFF2-40B4-BE49-F238E27FC236}">
                <a16:creationId xmlns:a16="http://schemas.microsoft.com/office/drawing/2014/main" id="{0BF9B48E-1B38-824C-8235-42EB3F0CF3EF}"/>
              </a:ext>
            </a:extLst>
          </p:cNvPr>
          <p:cNvSpPr>
            <a:spLocks noGrp="1"/>
          </p:cNvSpPr>
          <p:nvPr>
            <p:ph type="body" sz="quarter" idx="21" hasCustomPrompt="1"/>
          </p:nvPr>
        </p:nvSpPr>
        <p:spPr>
          <a:xfrm>
            <a:off x="571500" y="2293620"/>
            <a:ext cx="9410700" cy="2270760"/>
          </a:xfrm>
        </p:spPr>
        <p:txBody>
          <a:bodyPr anchor="ctr" anchorCtr="0"/>
          <a:lstStyle>
            <a:lvl1pPr>
              <a:lnSpc>
                <a:spcPct val="110000"/>
              </a:lnSpc>
              <a:defRPr sz="4800" b="0" i="0">
                <a:solidFill>
                  <a:schemeClr val="tx1"/>
                </a:solidFill>
                <a:latin typeface="FedEx Sans Light" panose="020B0403020203020204" pitchFamily="34" charset="0"/>
                <a:ea typeface="FedEx Sans Light" panose="020B0403020203020204" pitchFamily="34" charset="0"/>
                <a:cs typeface="FedEx Sans Light" panose="020B0403020203020204" pitchFamily="34" charset="0"/>
              </a:defRPr>
            </a:lvl1pPr>
            <a:lvl2pPr>
              <a:spcAft>
                <a:spcPts val="600"/>
              </a:spcAft>
              <a:defRPr sz="1800">
                <a:solidFill>
                  <a:schemeClr val="tx1"/>
                </a:solidFill>
              </a:defRPr>
            </a:lvl2pPr>
          </a:lstStyle>
          <a:p>
            <a:pPr lvl="0"/>
            <a:r>
              <a:rPr lang="en-US"/>
              <a:t>Thank you.</a:t>
            </a:r>
          </a:p>
          <a:p>
            <a:pPr lvl="1"/>
            <a:r>
              <a:rPr lang="en-US"/>
              <a:t>Subheading goes here</a:t>
            </a:r>
          </a:p>
        </p:txBody>
      </p:sp>
      <p:grpSp>
        <p:nvGrpSpPr>
          <p:cNvPr id="9" name="Logo">
            <a:extLst>
              <a:ext uri="{FF2B5EF4-FFF2-40B4-BE49-F238E27FC236}">
                <a16:creationId xmlns:a16="http://schemas.microsoft.com/office/drawing/2014/main" id="{A6436C29-22FC-1F4D-A592-5F216D20F4EB}"/>
              </a:ext>
            </a:extLst>
          </p:cNvPr>
          <p:cNvGrpSpPr/>
          <p:nvPr/>
        </p:nvGrpSpPr>
        <p:grpSpPr>
          <a:xfrm>
            <a:off x="9983497" y="5927220"/>
            <a:ext cx="1629859" cy="449768"/>
            <a:chOff x="574730" y="1096728"/>
            <a:chExt cx="1629859" cy="449768"/>
          </a:xfrm>
        </p:grpSpPr>
        <p:sp>
          <p:nvSpPr>
            <p:cNvPr id="10" name="Freeform 9">
              <a:extLst>
                <a:ext uri="{FF2B5EF4-FFF2-40B4-BE49-F238E27FC236}">
                  <a16:creationId xmlns:a16="http://schemas.microsoft.com/office/drawing/2014/main" id="{7FDC6F33-0494-A049-8D91-A0BC4B59742C}"/>
                </a:ext>
              </a:extLst>
            </p:cNvPr>
            <p:cNvSpPr/>
            <p:nvPr/>
          </p:nvSpPr>
          <p:spPr>
            <a:xfrm>
              <a:off x="2104237" y="1432745"/>
              <a:ext cx="100352" cy="99908"/>
            </a:xfrm>
            <a:custGeom>
              <a:avLst/>
              <a:gdLst>
                <a:gd name="connsiteX0" fmla="*/ 191522 w 211559"/>
                <a:gd name="connsiteY0" fmla="*/ 106207 h 210624"/>
                <a:gd name="connsiteX1" fmla="*/ 105797 w 211559"/>
                <a:gd name="connsiteY1" fmla="*/ 19059 h 210624"/>
                <a:gd name="connsiteX2" fmla="*/ 20024 w 211559"/>
                <a:gd name="connsiteY2" fmla="*/ 101631 h 210624"/>
                <a:gd name="connsiteX3" fmla="*/ 20072 w 211559"/>
                <a:gd name="connsiteY3" fmla="*/ 106207 h 210624"/>
                <a:gd name="connsiteX4" fmla="*/ 105797 w 211559"/>
                <a:gd name="connsiteY4" fmla="*/ 193346 h 210624"/>
                <a:gd name="connsiteX5" fmla="*/ 191582 w 211559"/>
                <a:gd name="connsiteY5" fmla="*/ 111908 h 210624"/>
                <a:gd name="connsiteX6" fmla="*/ 191522 w 211559"/>
                <a:gd name="connsiteY6" fmla="*/ 106207 h 210624"/>
                <a:gd name="connsiteX7" fmla="*/ 83890 w 211559"/>
                <a:gd name="connsiteY7" fmla="*/ 110739 h 210624"/>
                <a:gd name="connsiteX8" fmla="*/ 83890 w 211559"/>
                <a:gd name="connsiteY8" fmla="*/ 169527 h 210624"/>
                <a:gd name="connsiteX9" fmla="*/ 66126 w 211559"/>
                <a:gd name="connsiteY9" fmla="*/ 169527 h 210624"/>
                <a:gd name="connsiteX10" fmla="*/ 66126 w 211559"/>
                <a:gd name="connsiteY10" fmla="*/ 42536 h 210624"/>
                <a:gd name="connsiteX11" fmla="*/ 106978 w 211559"/>
                <a:gd name="connsiteY11" fmla="*/ 42536 h 210624"/>
                <a:gd name="connsiteX12" fmla="*/ 149117 w 211559"/>
                <a:gd name="connsiteY12" fmla="*/ 76064 h 210624"/>
                <a:gd name="connsiteX13" fmla="*/ 128543 w 211559"/>
                <a:gd name="connsiteY13" fmla="*/ 103884 h 210624"/>
                <a:gd name="connsiteX14" fmla="*/ 128543 w 211559"/>
                <a:gd name="connsiteY14" fmla="*/ 103960 h 210624"/>
                <a:gd name="connsiteX15" fmla="*/ 145898 w 211559"/>
                <a:gd name="connsiteY15" fmla="*/ 132529 h 210624"/>
                <a:gd name="connsiteX16" fmla="*/ 154108 w 211559"/>
                <a:gd name="connsiteY16" fmla="*/ 167925 h 210624"/>
                <a:gd name="connsiteX17" fmla="*/ 132201 w 211559"/>
                <a:gd name="connsiteY17" fmla="*/ 167925 h 210624"/>
                <a:gd name="connsiteX18" fmla="*/ 123990 w 211559"/>
                <a:gd name="connsiteY18" fmla="*/ 125256 h 210624"/>
                <a:gd name="connsiteX19" fmla="*/ 103035 w 211559"/>
                <a:gd name="connsiteY19" fmla="*/ 110730 h 210624"/>
                <a:gd name="connsiteX20" fmla="*/ 83880 w 211559"/>
                <a:gd name="connsiteY20" fmla="*/ 110730 h 210624"/>
                <a:gd name="connsiteX21" fmla="*/ 106693 w 211559"/>
                <a:gd name="connsiteY21" fmla="*/ 94402 h 210624"/>
                <a:gd name="connsiteX22" fmla="*/ 130210 w 211559"/>
                <a:gd name="connsiteY22" fmla="*/ 76329 h 210624"/>
                <a:gd name="connsiteX23" fmla="*/ 106693 w 211559"/>
                <a:gd name="connsiteY23" fmla="*/ 58096 h 210624"/>
                <a:gd name="connsiteX24" fmla="*/ 83890 w 211559"/>
                <a:gd name="connsiteY24" fmla="*/ 58096 h 210624"/>
                <a:gd name="connsiteX25" fmla="*/ 83890 w 211559"/>
                <a:gd name="connsiteY25" fmla="*/ 93899 h 210624"/>
                <a:gd name="connsiteX26" fmla="*/ 106693 w 211559"/>
                <a:gd name="connsiteY26" fmla="*/ 94402 h 210624"/>
                <a:gd name="connsiteX27" fmla="*/ 13 w 211559"/>
                <a:gd name="connsiteY27" fmla="*/ 106207 h 210624"/>
                <a:gd name="connsiteX28" fmla="*/ 104870 w 211559"/>
                <a:gd name="connsiteY28" fmla="*/ 4 h 210624"/>
                <a:gd name="connsiteX29" fmla="*/ 211555 w 211559"/>
                <a:gd name="connsiteY29" fmla="*/ 104386 h 210624"/>
                <a:gd name="connsiteX30" fmla="*/ 106699 w 211559"/>
                <a:gd name="connsiteY30" fmla="*/ 210589 h 210624"/>
                <a:gd name="connsiteX31" fmla="*/ 105788 w 211559"/>
                <a:gd name="connsiteY31" fmla="*/ 210593 h 210624"/>
                <a:gd name="connsiteX32" fmla="*/ 31 w 211559"/>
                <a:gd name="connsiteY32" fmla="*/ 110347 h 210624"/>
                <a:gd name="connsiteX33" fmla="*/ 13 w 211559"/>
                <a:gd name="connsiteY33" fmla="*/ 106207 h 21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1559" h="210624">
                  <a:moveTo>
                    <a:pt x="191522" y="106207"/>
                  </a:moveTo>
                  <a:cubicBezTo>
                    <a:pt x="191522" y="55375"/>
                    <a:pt x="155956" y="19059"/>
                    <a:pt x="105797" y="19059"/>
                  </a:cubicBezTo>
                  <a:cubicBezTo>
                    <a:pt x="59206" y="18282"/>
                    <a:pt x="20804" y="55251"/>
                    <a:pt x="20024" y="101631"/>
                  </a:cubicBezTo>
                  <a:cubicBezTo>
                    <a:pt x="19999" y="103157"/>
                    <a:pt x="20015" y="104683"/>
                    <a:pt x="20072" y="106207"/>
                  </a:cubicBezTo>
                  <a:cubicBezTo>
                    <a:pt x="20072" y="157039"/>
                    <a:pt x="55639" y="193346"/>
                    <a:pt x="105797" y="193346"/>
                  </a:cubicBezTo>
                  <a:cubicBezTo>
                    <a:pt x="152077" y="194439"/>
                    <a:pt x="190484" y="157978"/>
                    <a:pt x="191582" y="111908"/>
                  </a:cubicBezTo>
                  <a:cubicBezTo>
                    <a:pt x="191628" y="110007"/>
                    <a:pt x="191608" y="108106"/>
                    <a:pt x="191522" y="106207"/>
                  </a:cubicBezTo>
                  <a:close/>
                  <a:moveTo>
                    <a:pt x="83890" y="110739"/>
                  </a:moveTo>
                  <a:lnTo>
                    <a:pt x="83890" y="169527"/>
                  </a:lnTo>
                  <a:lnTo>
                    <a:pt x="66126" y="169527"/>
                  </a:lnTo>
                  <a:lnTo>
                    <a:pt x="66126" y="42536"/>
                  </a:lnTo>
                  <a:lnTo>
                    <a:pt x="106978" y="42536"/>
                  </a:lnTo>
                  <a:cubicBezTo>
                    <a:pt x="134334" y="42536"/>
                    <a:pt x="149117" y="53374"/>
                    <a:pt x="149117" y="76064"/>
                  </a:cubicBezTo>
                  <a:cubicBezTo>
                    <a:pt x="149840" y="89046"/>
                    <a:pt x="141211" y="100714"/>
                    <a:pt x="128543" y="103884"/>
                  </a:cubicBezTo>
                  <a:lnTo>
                    <a:pt x="128543" y="103960"/>
                  </a:lnTo>
                  <a:cubicBezTo>
                    <a:pt x="139487" y="105771"/>
                    <a:pt x="143164" y="115281"/>
                    <a:pt x="145898" y="132529"/>
                  </a:cubicBezTo>
                  <a:cubicBezTo>
                    <a:pt x="147727" y="143423"/>
                    <a:pt x="149546" y="163392"/>
                    <a:pt x="154108" y="167925"/>
                  </a:cubicBezTo>
                  <a:lnTo>
                    <a:pt x="132201" y="167925"/>
                  </a:lnTo>
                  <a:cubicBezTo>
                    <a:pt x="126733" y="156129"/>
                    <a:pt x="127638" y="139792"/>
                    <a:pt x="123990" y="125256"/>
                  </a:cubicBezTo>
                  <a:cubicBezTo>
                    <a:pt x="122034" y="115613"/>
                    <a:pt x="112799" y="109211"/>
                    <a:pt x="103035" y="110730"/>
                  </a:cubicBezTo>
                  <a:lnTo>
                    <a:pt x="83880" y="110730"/>
                  </a:lnTo>
                  <a:close/>
                  <a:moveTo>
                    <a:pt x="106693" y="94402"/>
                  </a:moveTo>
                  <a:cubicBezTo>
                    <a:pt x="124924" y="94402"/>
                    <a:pt x="130210" y="85404"/>
                    <a:pt x="130210" y="76329"/>
                  </a:cubicBezTo>
                  <a:cubicBezTo>
                    <a:pt x="130210" y="66345"/>
                    <a:pt x="124009" y="58096"/>
                    <a:pt x="106693" y="58096"/>
                  </a:cubicBezTo>
                  <a:lnTo>
                    <a:pt x="83890" y="58096"/>
                  </a:lnTo>
                  <a:lnTo>
                    <a:pt x="83890" y="93899"/>
                  </a:lnTo>
                  <a:lnTo>
                    <a:pt x="106693" y="94402"/>
                  </a:lnTo>
                  <a:close/>
                  <a:moveTo>
                    <a:pt x="13" y="106207"/>
                  </a:moveTo>
                  <a:cubicBezTo>
                    <a:pt x="-492" y="48055"/>
                    <a:pt x="46454" y="507"/>
                    <a:pt x="104870" y="4"/>
                  </a:cubicBezTo>
                  <a:cubicBezTo>
                    <a:pt x="163285" y="-499"/>
                    <a:pt x="211050" y="46235"/>
                    <a:pt x="211555" y="104386"/>
                  </a:cubicBezTo>
                  <a:cubicBezTo>
                    <a:pt x="212060" y="162538"/>
                    <a:pt x="165114" y="210087"/>
                    <a:pt x="106699" y="210589"/>
                  </a:cubicBezTo>
                  <a:cubicBezTo>
                    <a:pt x="106395" y="210592"/>
                    <a:pt x="106092" y="210593"/>
                    <a:pt x="105788" y="210593"/>
                  </a:cubicBezTo>
                  <a:cubicBezTo>
                    <a:pt x="48776" y="211983"/>
                    <a:pt x="1427" y="167101"/>
                    <a:pt x="31" y="110347"/>
                  </a:cubicBezTo>
                  <a:cubicBezTo>
                    <a:pt x="-3" y="108967"/>
                    <a:pt x="-9" y="107587"/>
                    <a:pt x="13" y="106207"/>
                  </a:cubicBezTo>
                  <a:close/>
                </a:path>
              </a:pathLst>
            </a:custGeom>
            <a:solidFill>
              <a:srgbClr val="FF6600"/>
            </a:solidFill>
            <a:ln w="952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A770B81-B9D0-484C-8B8D-3D0C679408FA}"/>
                </a:ext>
              </a:extLst>
            </p:cNvPr>
            <p:cNvSpPr/>
            <p:nvPr/>
          </p:nvSpPr>
          <p:spPr>
            <a:xfrm>
              <a:off x="1677158" y="1254147"/>
              <a:ext cx="378185" cy="278856"/>
            </a:xfrm>
            <a:custGeom>
              <a:avLst/>
              <a:gdLst>
                <a:gd name="connsiteX0" fmla="*/ 520732 w 797280"/>
                <a:gd name="connsiteY0" fmla="*/ 587764 h 587877"/>
                <a:gd name="connsiteX1" fmla="*/ 388658 w 797280"/>
                <a:gd name="connsiteY1" fmla="*/ 439989 h 587877"/>
                <a:gd name="connsiteX2" fmla="*/ 262376 w 797280"/>
                <a:gd name="connsiteY2" fmla="*/ 587849 h 587877"/>
                <a:gd name="connsiteX3" fmla="*/ 0 w 797280"/>
                <a:gd name="connsiteY3" fmla="*/ 587878 h 587877"/>
                <a:gd name="connsiteX4" fmla="*/ 257080 w 797280"/>
                <a:gd name="connsiteY4" fmla="*/ 291929 h 587877"/>
                <a:gd name="connsiteX5" fmla="*/ 0 w 797280"/>
                <a:gd name="connsiteY5" fmla="*/ 0 h 587877"/>
                <a:gd name="connsiteX6" fmla="*/ 276225 w 797280"/>
                <a:gd name="connsiteY6" fmla="*/ 0 h 587877"/>
                <a:gd name="connsiteX7" fmla="*/ 400098 w 797280"/>
                <a:gd name="connsiteY7" fmla="*/ 141963 h 587877"/>
                <a:gd name="connsiteX8" fmla="*/ 523875 w 797280"/>
                <a:gd name="connsiteY8" fmla="*/ 0 h 587877"/>
                <a:gd name="connsiteX9" fmla="*/ 781050 w 797280"/>
                <a:gd name="connsiteY9" fmla="*/ 0 h 587877"/>
                <a:gd name="connsiteX10" fmla="*/ 529771 w 797280"/>
                <a:gd name="connsiteY10" fmla="*/ 290032 h 587877"/>
                <a:gd name="connsiteX11" fmla="*/ 797280 w 797280"/>
                <a:gd name="connsiteY11" fmla="*/ 587764 h 587877"/>
                <a:gd name="connsiteX12" fmla="*/ 520732 w 797280"/>
                <a:gd name="connsiteY12" fmla="*/ 587764 h 587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97280" h="587877">
                  <a:moveTo>
                    <a:pt x="520732" y="587764"/>
                  </a:moveTo>
                  <a:lnTo>
                    <a:pt x="388658" y="439989"/>
                  </a:lnTo>
                  <a:lnTo>
                    <a:pt x="262376" y="587849"/>
                  </a:lnTo>
                  <a:lnTo>
                    <a:pt x="0" y="587878"/>
                  </a:lnTo>
                  <a:lnTo>
                    <a:pt x="257080" y="291929"/>
                  </a:lnTo>
                  <a:lnTo>
                    <a:pt x="0" y="0"/>
                  </a:lnTo>
                  <a:lnTo>
                    <a:pt x="276225" y="0"/>
                  </a:lnTo>
                  <a:lnTo>
                    <a:pt x="400098" y="141963"/>
                  </a:lnTo>
                  <a:lnTo>
                    <a:pt x="523875" y="0"/>
                  </a:lnTo>
                  <a:lnTo>
                    <a:pt x="781050" y="0"/>
                  </a:lnTo>
                  <a:lnTo>
                    <a:pt x="529771" y="290032"/>
                  </a:lnTo>
                  <a:lnTo>
                    <a:pt x="797280" y="587764"/>
                  </a:lnTo>
                  <a:lnTo>
                    <a:pt x="520732" y="587764"/>
                  </a:lnTo>
                  <a:close/>
                </a:path>
              </a:pathLst>
            </a:custGeom>
            <a:solidFill>
              <a:srgbClr val="FF6600"/>
            </a:solid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D9E3A6A-6B64-E546-A169-7C50944F9061}"/>
                </a:ext>
              </a:extLst>
            </p:cNvPr>
            <p:cNvSpPr/>
            <p:nvPr/>
          </p:nvSpPr>
          <p:spPr>
            <a:xfrm>
              <a:off x="1433179" y="1096728"/>
              <a:ext cx="243979" cy="436275"/>
            </a:xfrm>
            <a:custGeom>
              <a:avLst/>
              <a:gdLst>
                <a:gd name="connsiteX0" fmla="*/ 0 w 514350"/>
                <a:gd name="connsiteY0" fmla="*/ 919744 h 919744"/>
                <a:gd name="connsiteX1" fmla="*/ 0 w 514350"/>
                <a:gd name="connsiteY1" fmla="*/ 0 h 919744"/>
                <a:gd name="connsiteX2" fmla="*/ 514350 w 514350"/>
                <a:gd name="connsiteY2" fmla="*/ 0 h 919744"/>
                <a:gd name="connsiteX3" fmla="*/ 514350 w 514350"/>
                <a:gd name="connsiteY3" fmla="*/ 208602 h 919744"/>
                <a:gd name="connsiteX4" fmla="*/ 219075 w 514350"/>
                <a:gd name="connsiteY4" fmla="*/ 208602 h 919744"/>
                <a:gd name="connsiteX5" fmla="*/ 219075 w 514350"/>
                <a:gd name="connsiteY5" fmla="*/ 331867 h 919744"/>
                <a:gd name="connsiteX6" fmla="*/ 514350 w 514350"/>
                <a:gd name="connsiteY6" fmla="*/ 331867 h 919744"/>
                <a:gd name="connsiteX7" fmla="*/ 514350 w 514350"/>
                <a:gd name="connsiteY7" fmla="*/ 530986 h 919744"/>
                <a:gd name="connsiteX8" fmla="*/ 219075 w 514350"/>
                <a:gd name="connsiteY8" fmla="*/ 530986 h 919744"/>
                <a:gd name="connsiteX9" fmla="*/ 219075 w 514350"/>
                <a:gd name="connsiteY9" fmla="*/ 711142 h 919744"/>
                <a:gd name="connsiteX10" fmla="*/ 514350 w 514350"/>
                <a:gd name="connsiteY10" fmla="*/ 711142 h 919744"/>
                <a:gd name="connsiteX11" fmla="*/ 514350 w 514350"/>
                <a:gd name="connsiteY11" fmla="*/ 919744 h 919744"/>
                <a:gd name="connsiteX12" fmla="*/ 0 w 514350"/>
                <a:gd name="connsiteY12" fmla="*/ 919744 h 919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4350" h="919744">
                  <a:moveTo>
                    <a:pt x="0" y="919744"/>
                  </a:moveTo>
                  <a:lnTo>
                    <a:pt x="0" y="0"/>
                  </a:lnTo>
                  <a:lnTo>
                    <a:pt x="514350" y="0"/>
                  </a:lnTo>
                  <a:lnTo>
                    <a:pt x="514350" y="208602"/>
                  </a:lnTo>
                  <a:lnTo>
                    <a:pt x="219075" y="208602"/>
                  </a:lnTo>
                  <a:lnTo>
                    <a:pt x="219075" y="331867"/>
                  </a:lnTo>
                  <a:lnTo>
                    <a:pt x="514350" y="331867"/>
                  </a:lnTo>
                  <a:lnTo>
                    <a:pt x="514350" y="530986"/>
                  </a:lnTo>
                  <a:lnTo>
                    <a:pt x="219075" y="530986"/>
                  </a:lnTo>
                  <a:lnTo>
                    <a:pt x="219075" y="711142"/>
                  </a:lnTo>
                  <a:lnTo>
                    <a:pt x="514350" y="711142"/>
                  </a:lnTo>
                  <a:lnTo>
                    <a:pt x="514350" y="919744"/>
                  </a:lnTo>
                  <a:lnTo>
                    <a:pt x="0" y="919744"/>
                  </a:lnTo>
                  <a:close/>
                </a:path>
              </a:pathLst>
            </a:custGeom>
            <a:solidFill>
              <a:srgbClr val="FF6600"/>
            </a:solidFill>
            <a:ln w="952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744CE726-5E8D-F34C-8C27-3683956B0F3D}"/>
                </a:ext>
              </a:extLst>
            </p:cNvPr>
            <p:cNvSpPr/>
            <p:nvPr/>
          </p:nvSpPr>
          <p:spPr>
            <a:xfrm>
              <a:off x="574730" y="1096728"/>
              <a:ext cx="858444" cy="449768"/>
            </a:xfrm>
            <a:custGeom>
              <a:avLst/>
              <a:gdLst>
                <a:gd name="connsiteX0" fmla="*/ 1600200 w 1809750"/>
                <a:gd name="connsiteY0" fmla="*/ 0 h 948189"/>
                <a:gd name="connsiteX1" fmla="*/ 1600200 w 1809750"/>
                <a:gd name="connsiteY1" fmla="*/ 379276 h 948189"/>
                <a:gd name="connsiteX2" fmla="*/ 1592447 w 1809750"/>
                <a:gd name="connsiteY2" fmla="*/ 373217 h 948189"/>
                <a:gd name="connsiteX3" fmla="*/ 1409700 w 1809750"/>
                <a:gd name="connsiteY3" fmla="*/ 303421 h 948189"/>
                <a:gd name="connsiteX4" fmla="*/ 1130027 w 1809750"/>
                <a:gd name="connsiteY4" fmla="*/ 522235 h 948189"/>
                <a:gd name="connsiteX5" fmla="*/ 809625 w 1809750"/>
                <a:gd name="connsiteY5" fmla="*/ 303421 h 948189"/>
                <a:gd name="connsiteX6" fmla="*/ 514350 w 1809750"/>
                <a:gd name="connsiteY6" fmla="*/ 455131 h 948189"/>
                <a:gd name="connsiteX7" fmla="*/ 514350 w 1809750"/>
                <a:gd name="connsiteY7" fmla="*/ 331867 h 948189"/>
                <a:gd name="connsiteX8" fmla="*/ 247650 w 1809750"/>
                <a:gd name="connsiteY8" fmla="*/ 331867 h 948189"/>
                <a:gd name="connsiteX9" fmla="*/ 247650 w 1809750"/>
                <a:gd name="connsiteY9" fmla="*/ 208602 h 948189"/>
                <a:gd name="connsiteX10" fmla="*/ 542925 w 1809750"/>
                <a:gd name="connsiteY10" fmla="*/ 208602 h 948189"/>
                <a:gd name="connsiteX11" fmla="*/ 542925 w 1809750"/>
                <a:gd name="connsiteY11" fmla="*/ 0 h 948189"/>
                <a:gd name="connsiteX12" fmla="*/ 0 w 1809750"/>
                <a:gd name="connsiteY12" fmla="*/ 0 h 948189"/>
                <a:gd name="connsiteX13" fmla="*/ 0 w 1809750"/>
                <a:gd name="connsiteY13" fmla="*/ 919744 h 948189"/>
                <a:gd name="connsiteX14" fmla="*/ 247650 w 1809750"/>
                <a:gd name="connsiteY14" fmla="*/ 919744 h 948189"/>
                <a:gd name="connsiteX15" fmla="*/ 247650 w 1809750"/>
                <a:gd name="connsiteY15" fmla="*/ 530986 h 948189"/>
                <a:gd name="connsiteX16" fmla="*/ 491214 w 1809750"/>
                <a:gd name="connsiteY16" fmla="*/ 528881 h 948189"/>
                <a:gd name="connsiteX17" fmla="*/ 479784 w 1809750"/>
                <a:gd name="connsiteY17" fmla="*/ 619045 h 948189"/>
                <a:gd name="connsiteX18" fmla="*/ 812540 w 1809750"/>
                <a:gd name="connsiteY18" fmla="*/ 946502 h 948189"/>
                <a:gd name="connsiteX19" fmla="*/ 1124007 w 1809750"/>
                <a:gd name="connsiteY19" fmla="*/ 739588 h 948189"/>
                <a:gd name="connsiteX20" fmla="*/ 914400 w 1809750"/>
                <a:gd name="connsiteY20" fmla="*/ 739588 h 948189"/>
                <a:gd name="connsiteX21" fmla="*/ 813435 w 1809750"/>
                <a:gd name="connsiteY21" fmla="*/ 788942 h 948189"/>
                <a:gd name="connsiteX22" fmla="*/ 688534 w 1809750"/>
                <a:gd name="connsiteY22" fmla="*/ 661761 h 948189"/>
                <a:gd name="connsiteX23" fmla="*/ 1117587 w 1809750"/>
                <a:gd name="connsiteY23" fmla="*/ 661761 h 948189"/>
                <a:gd name="connsiteX24" fmla="*/ 1417892 w 1809750"/>
                <a:gd name="connsiteY24" fmla="*/ 948190 h 948189"/>
                <a:gd name="connsiteX25" fmla="*/ 1600200 w 1809750"/>
                <a:gd name="connsiteY25" fmla="*/ 850934 h 948189"/>
                <a:gd name="connsiteX26" fmla="*/ 1600200 w 1809750"/>
                <a:gd name="connsiteY26" fmla="*/ 919744 h 948189"/>
                <a:gd name="connsiteX27" fmla="*/ 1809750 w 1809750"/>
                <a:gd name="connsiteY27" fmla="*/ 919744 h 948189"/>
                <a:gd name="connsiteX28" fmla="*/ 1809750 w 1809750"/>
                <a:gd name="connsiteY28" fmla="*/ 0 h 948189"/>
                <a:gd name="connsiteX29" fmla="*/ 698116 w 1809750"/>
                <a:gd name="connsiteY29" fmla="*/ 531726 h 948189"/>
                <a:gd name="connsiteX30" fmla="*/ 813483 w 1809750"/>
                <a:gd name="connsiteY30" fmla="*/ 435864 h 948189"/>
                <a:gd name="connsiteX31" fmla="*/ 929811 w 1809750"/>
                <a:gd name="connsiteY31" fmla="*/ 531726 h 948189"/>
                <a:gd name="connsiteX32" fmla="*/ 1463745 w 1809750"/>
                <a:gd name="connsiteY32" fmla="*/ 774709 h 948189"/>
                <a:gd name="connsiteX33" fmla="*/ 1335024 w 1809750"/>
                <a:gd name="connsiteY33" fmla="*/ 623795 h 948189"/>
                <a:gd name="connsiteX34" fmla="*/ 1463745 w 1809750"/>
                <a:gd name="connsiteY34" fmla="*/ 462442 h 948189"/>
                <a:gd name="connsiteX35" fmla="*/ 1588646 w 1809750"/>
                <a:gd name="connsiteY35" fmla="*/ 623795 h 948189"/>
                <a:gd name="connsiteX36" fmla="*/ 1463745 w 1809750"/>
                <a:gd name="connsiteY36" fmla="*/ 774709 h 948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09750" h="948189">
                  <a:moveTo>
                    <a:pt x="1600200" y="0"/>
                  </a:moveTo>
                  <a:lnTo>
                    <a:pt x="1600200" y="379276"/>
                  </a:lnTo>
                  <a:lnTo>
                    <a:pt x="1592447" y="373217"/>
                  </a:lnTo>
                  <a:cubicBezTo>
                    <a:pt x="1544774" y="319170"/>
                    <a:pt x="1479299" y="303421"/>
                    <a:pt x="1409700" y="303421"/>
                  </a:cubicBezTo>
                  <a:cubicBezTo>
                    <a:pt x="1267635" y="303421"/>
                    <a:pt x="1167213" y="395054"/>
                    <a:pt x="1130027" y="522235"/>
                  </a:cubicBezTo>
                  <a:cubicBezTo>
                    <a:pt x="1087126" y="382708"/>
                    <a:pt x="972674" y="303421"/>
                    <a:pt x="809625" y="303421"/>
                  </a:cubicBezTo>
                  <a:cubicBezTo>
                    <a:pt x="677094" y="303421"/>
                    <a:pt x="568700" y="358312"/>
                    <a:pt x="514350" y="455131"/>
                  </a:cubicBezTo>
                  <a:lnTo>
                    <a:pt x="514350" y="331867"/>
                  </a:lnTo>
                  <a:lnTo>
                    <a:pt x="247650" y="331867"/>
                  </a:lnTo>
                  <a:lnTo>
                    <a:pt x="247650" y="208602"/>
                  </a:lnTo>
                  <a:lnTo>
                    <a:pt x="542925" y="208602"/>
                  </a:lnTo>
                  <a:lnTo>
                    <a:pt x="542925" y="0"/>
                  </a:lnTo>
                  <a:lnTo>
                    <a:pt x="0" y="0"/>
                  </a:lnTo>
                  <a:lnTo>
                    <a:pt x="0" y="919744"/>
                  </a:lnTo>
                  <a:lnTo>
                    <a:pt x="247650" y="919744"/>
                  </a:lnTo>
                  <a:lnTo>
                    <a:pt x="247650" y="530986"/>
                  </a:lnTo>
                  <a:lnTo>
                    <a:pt x="491214" y="528881"/>
                  </a:lnTo>
                  <a:cubicBezTo>
                    <a:pt x="483487" y="558314"/>
                    <a:pt x="479644" y="588624"/>
                    <a:pt x="479784" y="619045"/>
                  </a:cubicBezTo>
                  <a:cubicBezTo>
                    <a:pt x="479784" y="809821"/>
                    <a:pt x="625669" y="946502"/>
                    <a:pt x="812540" y="946502"/>
                  </a:cubicBezTo>
                  <a:cubicBezTo>
                    <a:pt x="969864" y="946502"/>
                    <a:pt x="1068667" y="873416"/>
                    <a:pt x="1124007" y="739588"/>
                  </a:cubicBezTo>
                  <a:lnTo>
                    <a:pt x="914400" y="739588"/>
                  </a:lnTo>
                  <a:cubicBezTo>
                    <a:pt x="885825" y="779412"/>
                    <a:pt x="869728" y="788942"/>
                    <a:pt x="813435" y="788942"/>
                  </a:cubicBezTo>
                  <a:cubicBezTo>
                    <a:pt x="747646" y="788942"/>
                    <a:pt x="688534" y="730097"/>
                    <a:pt x="688534" y="661761"/>
                  </a:cubicBezTo>
                  <a:lnTo>
                    <a:pt x="1117587" y="661761"/>
                  </a:lnTo>
                  <a:cubicBezTo>
                    <a:pt x="1135685" y="813623"/>
                    <a:pt x="1254843" y="948190"/>
                    <a:pt x="1417892" y="948190"/>
                  </a:cubicBezTo>
                  <a:cubicBezTo>
                    <a:pt x="1490728" y="946433"/>
                    <a:pt x="1558395" y="910335"/>
                    <a:pt x="1600200" y="850934"/>
                  </a:cubicBezTo>
                  <a:lnTo>
                    <a:pt x="1600200" y="919744"/>
                  </a:lnTo>
                  <a:lnTo>
                    <a:pt x="1809750" y="919744"/>
                  </a:lnTo>
                  <a:lnTo>
                    <a:pt x="1809750" y="0"/>
                  </a:lnTo>
                  <a:close/>
                  <a:moveTo>
                    <a:pt x="698116" y="531726"/>
                  </a:moveTo>
                  <a:cubicBezTo>
                    <a:pt x="711451" y="473830"/>
                    <a:pt x="757228" y="435864"/>
                    <a:pt x="813483" y="435864"/>
                  </a:cubicBezTo>
                  <a:cubicBezTo>
                    <a:pt x="875462" y="435864"/>
                    <a:pt x="918362" y="472843"/>
                    <a:pt x="929811" y="531726"/>
                  </a:cubicBezTo>
                  <a:close/>
                  <a:moveTo>
                    <a:pt x="1463745" y="774709"/>
                  </a:moveTo>
                  <a:cubicBezTo>
                    <a:pt x="1384602" y="774709"/>
                    <a:pt x="1335024" y="700675"/>
                    <a:pt x="1335024" y="623795"/>
                  </a:cubicBezTo>
                  <a:cubicBezTo>
                    <a:pt x="1335024" y="541217"/>
                    <a:pt x="1377887" y="462442"/>
                    <a:pt x="1463745" y="462442"/>
                  </a:cubicBezTo>
                  <a:cubicBezTo>
                    <a:pt x="1552413" y="462442"/>
                    <a:pt x="1588646" y="541217"/>
                    <a:pt x="1588646" y="623795"/>
                  </a:cubicBezTo>
                  <a:cubicBezTo>
                    <a:pt x="1588646" y="702571"/>
                    <a:pt x="1550508" y="774709"/>
                    <a:pt x="1463745" y="774709"/>
                  </a:cubicBezTo>
                  <a:close/>
                </a:path>
              </a:pathLst>
            </a:custGeom>
            <a:solidFill>
              <a:schemeClr val="tx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572004983"/>
      </p:ext>
    </p:extLst>
  </p:cSld>
  <p:clrMapOvr>
    <a:overrideClrMapping bg1="dk1" tx1="lt1" bg2="dk2" tx2="lt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Text Only_4">
    <p:spTree>
      <p:nvGrpSpPr>
        <p:cNvPr id="1" name=""/>
        <p:cNvGrpSpPr/>
        <p:nvPr/>
      </p:nvGrpSpPr>
      <p:grpSpPr>
        <a:xfrm>
          <a:off x="0" y="0"/>
          <a:ext cx="0" cy="0"/>
          <a:chOff x="0" y="0"/>
          <a:chExt cx="0" cy="0"/>
        </a:xfrm>
      </p:grpSpPr>
      <p:sp>
        <p:nvSpPr>
          <p:cNvPr id="7" name="Title 6"/>
          <p:cNvSpPr>
            <a:spLocks noGrp="1"/>
          </p:cNvSpPr>
          <p:nvPr>
            <p:ph type="title"/>
          </p:nvPr>
        </p:nvSpPr>
        <p:spPr>
          <a:xfrm>
            <a:off x="348912" y="365125"/>
            <a:ext cx="10896600" cy="1325563"/>
          </a:xfrm>
        </p:spPr>
        <p:txBody>
          <a:bodyPr/>
          <a:lstStyle/>
          <a:p>
            <a:r>
              <a:rPr lang="en-US"/>
              <a:t>Click to edit Master title style</a:t>
            </a:r>
          </a:p>
        </p:txBody>
      </p:sp>
      <p:sp>
        <p:nvSpPr>
          <p:cNvPr id="9" name="Text Placeholder 7"/>
          <p:cNvSpPr>
            <a:spLocks noGrp="1"/>
          </p:cNvSpPr>
          <p:nvPr>
            <p:ph type="body" sz="quarter" idx="20" hasCustomPrompt="1"/>
          </p:nvPr>
        </p:nvSpPr>
        <p:spPr>
          <a:xfrm>
            <a:off x="457200" y="1573776"/>
            <a:ext cx="5486400" cy="4753393"/>
          </a:xfrm>
          <a:prstGeom prst="rect">
            <a:avLst/>
          </a:prstGeom>
        </p:spPr>
        <p:txBody>
          <a:bodyPr lIns="0" tIns="0"/>
          <a:lstStyle>
            <a:lvl1pPr marL="0" indent="0">
              <a:lnSpc>
                <a:spcPct val="130000"/>
              </a:lnSpc>
              <a:spcBef>
                <a:spcPts val="0"/>
              </a:spcBef>
              <a:spcAft>
                <a:spcPts val="1200"/>
              </a:spcAft>
              <a:buNone/>
              <a:defRPr sz="1400" b="1" baseline="0">
                <a:solidFill>
                  <a:schemeClr val="tx1"/>
                </a:solidFill>
              </a:defRPr>
            </a:lvl1pPr>
            <a:lvl2pPr marL="163513" indent="-163513">
              <a:lnSpc>
                <a:spcPct val="130000"/>
              </a:lnSpc>
              <a:spcBef>
                <a:spcPts val="0"/>
              </a:spcBef>
              <a:spcAft>
                <a:spcPts val="300"/>
              </a:spcAft>
              <a:buSzPct val="90000"/>
              <a:buFont typeface="Arial" charset="0"/>
              <a:buChar char="•"/>
              <a:tabLst/>
              <a:defRPr sz="1400" baseline="0">
                <a:solidFill>
                  <a:schemeClr val="tx1"/>
                </a:solidFill>
              </a:defRPr>
            </a:lvl2pPr>
            <a:lvl3pPr marL="457200" indent="-177800">
              <a:lnSpc>
                <a:spcPct val="130000"/>
              </a:lnSpc>
              <a:spcBef>
                <a:spcPts val="0"/>
              </a:spcBef>
              <a:spcAft>
                <a:spcPts val="300"/>
              </a:spcAft>
              <a:buSzPct val="90000"/>
              <a:buFont typeface=".AppleSystemUIFont" charset="-120"/>
              <a:buChar char="-"/>
              <a:tabLst>
                <a:tab pos="114300" algn="l"/>
              </a:tabLst>
              <a:defRPr sz="1400" baseline="0">
                <a:solidFill>
                  <a:schemeClr val="tx1"/>
                </a:solidFill>
              </a:defRPr>
            </a:lvl3pPr>
            <a:lvl4pPr marL="850900" marR="0" indent="-228600" algn="l" defTabSz="914400" rtl="0" eaLnBrk="1" fontAlgn="auto" latinLnBrk="0" hangingPunct="1">
              <a:lnSpc>
                <a:spcPct val="130000"/>
              </a:lnSpc>
              <a:spcBef>
                <a:spcPts val="0"/>
              </a:spcBef>
              <a:spcAft>
                <a:spcPts val="300"/>
              </a:spcAft>
              <a:buClrTx/>
              <a:buSzPct val="110000"/>
              <a:buFont typeface=".AppleSystemUIFont" charset="-120"/>
              <a:buChar char="‣"/>
              <a:tabLst/>
              <a:defRPr sz="1400">
                <a:solidFill>
                  <a:schemeClr val="tx1"/>
                </a:solidFill>
              </a:defRPr>
            </a:lvl4pPr>
            <a:lvl5pPr>
              <a:defRPr>
                <a:solidFill>
                  <a:schemeClr val="bg2"/>
                </a:solidFill>
              </a:defRPr>
            </a:lvl5pPr>
          </a:lstStyle>
          <a:p>
            <a:pPr lvl="0"/>
            <a:r>
              <a:rPr lang="en-US"/>
              <a:t>Subhead Lorem Ipsum Dolor Sit </a:t>
            </a:r>
            <a:r>
              <a:rPr lang="en-US" err="1"/>
              <a:t>Amet</a:t>
            </a:r>
            <a:r>
              <a:rPr lang="en-US"/>
              <a:t>, </a:t>
            </a:r>
            <a:r>
              <a:rPr lang="en-US" err="1"/>
              <a:t>Consectetuer</a:t>
            </a:r>
            <a:r>
              <a:rPr lang="en-US"/>
              <a:t> </a:t>
            </a:r>
            <a:r>
              <a:rPr lang="en-US" err="1"/>
              <a:t>Adipiscing</a:t>
            </a:r>
            <a:endParaRPr lang="en-US"/>
          </a:p>
          <a:p>
            <a:pPr lvl="1"/>
            <a:r>
              <a:rPr lang="en-US"/>
              <a:t>First bullet line</a:t>
            </a:r>
          </a:p>
          <a:p>
            <a:pPr lvl="1"/>
            <a:r>
              <a:rPr lang="en-US"/>
              <a:t>Second bullet line</a:t>
            </a:r>
          </a:p>
          <a:p>
            <a:pPr lvl="1"/>
            <a:r>
              <a:rPr lang="en-US"/>
              <a:t>Third bullet line</a:t>
            </a:r>
          </a:p>
          <a:p>
            <a:pPr lvl="2"/>
            <a:r>
              <a:rPr lang="en-US"/>
              <a:t>Secondary bullet option (use only if needed)</a:t>
            </a:r>
          </a:p>
          <a:p>
            <a:pPr marL="850900" marR="0" lvl="3" indent="-228600" algn="l" defTabSz="914400" rtl="0" eaLnBrk="1" fontAlgn="auto" latinLnBrk="0" hangingPunct="1">
              <a:lnSpc>
                <a:spcPct val="130000"/>
              </a:lnSpc>
              <a:spcBef>
                <a:spcPts val="0"/>
              </a:spcBef>
              <a:spcAft>
                <a:spcPts val="300"/>
              </a:spcAft>
              <a:buClrTx/>
              <a:buSzPct val="110000"/>
              <a:buFont typeface=".AppleSystemUIFont" charset="-120"/>
              <a:buChar char="‣"/>
              <a:tabLst/>
              <a:defRPr/>
            </a:pPr>
            <a:r>
              <a:rPr lang="en-US"/>
              <a:t>Tertiary bullet option (use only if needed)</a:t>
            </a:r>
          </a:p>
        </p:txBody>
      </p:sp>
      <p:sp>
        <p:nvSpPr>
          <p:cNvPr id="11" name="Text Placeholder 7"/>
          <p:cNvSpPr>
            <a:spLocks noGrp="1"/>
          </p:cNvSpPr>
          <p:nvPr>
            <p:ph type="body" sz="quarter" idx="21" hasCustomPrompt="1"/>
          </p:nvPr>
        </p:nvSpPr>
        <p:spPr>
          <a:xfrm>
            <a:off x="6248400" y="1573776"/>
            <a:ext cx="5486400" cy="4753393"/>
          </a:xfrm>
          <a:prstGeom prst="rect">
            <a:avLst/>
          </a:prstGeom>
        </p:spPr>
        <p:txBody>
          <a:bodyPr lIns="0" tIns="0"/>
          <a:lstStyle>
            <a:lvl1pPr marL="0" indent="0">
              <a:lnSpc>
                <a:spcPct val="130000"/>
              </a:lnSpc>
              <a:spcBef>
                <a:spcPts val="0"/>
              </a:spcBef>
              <a:spcAft>
                <a:spcPts val="1200"/>
              </a:spcAft>
              <a:buNone/>
              <a:defRPr sz="1400" b="1" baseline="0">
                <a:solidFill>
                  <a:schemeClr val="tx1"/>
                </a:solidFill>
              </a:defRPr>
            </a:lvl1pPr>
            <a:lvl2pPr marL="163513" indent="-163513">
              <a:lnSpc>
                <a:spcPct val="130000"/>
              </a:lnSpc>
              <a:spcBef>
                <a:spcPts val="0"/>
              </a:spcBef>
              <a:spcAft>
                <a:spcPts val="300"/>
              </a:spcAft>
              <a:buSzPct val="90000"/>
              <a:buFont typeface="Arial" charset="0"/>
              <a:buChar char="•"/>
              <a:tabLst/>
              <a:defRPr sz="1400" baseline="0">
                <a:solidFill>
                  <a:schemeClr val="tx1"/>
                </a:solidFill>
              </a:defRPr>
            </a:lvl2pPr>
            <a:lvl3pPr marL="457200" indent="-177800">
              <a:lnSpc>
                <a:spcPct val="130000"/>
              </a:lnSpc>
              <a:spcBef>
                <a:spcPts val="0"/>
              </a:spcBef>
              <a:spcAft>
                <a:spcPts val="300"/>
              </a:spcAft>
              <a:buSzPct val="90000"/>
              <a:buFont typeface=".AppleSystemUIFont" charset="-120"/>
              <a:buChar char="-"/>
              <a:tabLst>
                <a:tab pos="114300" algn="l"/>
              </a:tabLst>
              <a:defRPr sz="1400" baseline="0">
                <a:solidFill>
                  <a:schemeClr val="tx1"/>
                </a:solidFill>
              </a:defRPr>
            </a:lvl3pPr>
            <a:lvl4pPr marL="850900" marR="0" indent="-228600" algn="l" defTabSz="914400" rtl="0" eaLnBrk="1" fontAlgn="auto" latinLnBrk="0" hangingPunct="1">
              <a:lnSpc>
                <a:spcPct val="130000"/>
              </a:lnSpc>
              <a:spcBef>
                <a:spcPts val="0"/>
              </a:spcBef>
              <a:spcAft>
                <a:spcPts val="300"/>
              </a:spcAft>
              <a:buClrTx/>
              <a:buSzPct val="110000"/>
              <a:buFont typeface=".AppleSystemUIFont" charset="-120"/>
              <a:buChar char="‣"/>
              <a:tabLst/>
              <a:defRPr sz="1400">
                <a:solidFill>
                  <a:schemeClr val="tx1"/>
                </a:solidFill>
              </a:defRPr>
            </a:lvl4pPr>
            <a:lvl5pPr>
              <a:defRPr>
                <a:solidFill>
                  <a:schemeClr val="bg2"/>
                </a:solidFill>
              </a:defRPr>
            </a:lvl5pPr>
          </a:lstStyle>
          <a:p>
            <a:pPr lvl="0"/>
            <a:r>
              <a:rPr lang="en-US"/>
              <a:t>Subhead Lorem Ipsum Dolor Sit </a:t>
            </a:r>
            <a:r>
              <a:rPr lang="en-US" err="1"/>
              <a:t>Amet</a:t>
            </a:r>
            <a:r>
              <a:rPr lang="en-US"/>
              <a:t>, </a:t>
            </a:r>
            <a:r>
              <a:rPr lang="en-US" err="1"/>
              <a:t>Consectetuer</a:t>
            </a:r>
            <a:r>
              <a:rPr lang="en-US"/>
              <a:t> </a:t>
            </a:r>
            <a:r>
              <a:rPr lang="en-US" err="1"/>
              <a:t>Adipiscing</a:t>
            </a:r>
            <a:endParaRPr lang="en-US"/>
          </a:p>
          <a:p>
            <a:pPr lvl="1"/>
            <a:r>
              <a:rPr lang="en-US"/>
              <a:t>First bullet line</a:t>
            </a:r>
          </a:p>
          <a:p>
            <a:pPr lvl="1"/>
            <a:r>
              <a:rPr lang="en-US"/>
              <a:t>Second bullet line</a:t>
            </a:r>
          </a:p>
          <a:p>
            <a:pPr lvl="1"/>
            <a:r>
              <a:rPr lang="en-US"/>
              <a:t>Third bullet line</a:t>
            </a:r>
          </a:p>
          <a:p>
            <a:pPr lvl="2"/>
            <a:r>
              <a:rPr lang="en-US"/>
              <a:t>Secondary bullet option (use only if needed)</a:t>
            </a:r>
          </a:p>
          <a:p>
            <a:pPr marL="850900" marR="0" lvl="3" indent="-228600" algn="l" defTabSz="914400" rtl="0" eaLnBrk="1" fontAlgn="auto" latinLnBrk="0" hangingPunct="1">
              <a:lnSpc>
                <a:spcPct val="130000"/>
              </a:lnSpc>
              <a:spcBef>
                <a:spcPts val="0"/>
              </a:spcBef>
              <a:spcAft>
                <a:spcPts val="300"/>
              </a:spcAft>
              <a:buClrTx/>
              <a:buSzPct val="110000"/>
              <a:buFont typeface=".AppleSystemUIFont" charset="-120"/>
              <a:buChar char="‣"/>
              <a:tabLst/>
              <a:defRPr/>
            </a:pPr>
            <a:r>
              <a:rPr lang="en-US"/>
              <a:t>Tertiary bullet option (use only if needed)</a:t>
            </a:r>
          </a:p>
        </p:txBody>
      </p:sp>
      <p:sp>
        <p:nvSpPr>
          <p:cNvPr id="2" name="Footer Placeholder 1"/>
          <p:cNvSpPr>
            <a:spLocks noGrp="1"/>
          </p:cNvSpPr>
          <p:nvPr>
            <p:ph type="ftr" sz="quarter" idx="22"/>
          </p:nvPr>
        </p:nvSpPr>
        <p:spPr/>
        <p:txBody>
          <a:bodyPr/>
          <a:lstStyle>
            <a:lvl1pPr>
              <a:defRPr>
                <a:solidFill>
                  <a:schemeClr val="tx1"/>
                </a:solidFill>
              </a:defRPr>
            </a:lvl1pPr>
          </a:lstStyle>
          <a:p>
            <a:endParaRPr lang="en-US"/>
          </a:p>
        </p:txBody>
      </p:sp>
      <p:sp>
        <p:nvSpPr>
          <p:cNvPr id="3" name="Slide Number Placeholder 2"/>
          <p:cNvSpPr>
            <a:spLocks noGrp="1"/>
          </p:cNvSpPr>
          <p:nvPr>
            <p:ph type="sldNum" sz="quarter" idx="23"/>
          </p:nvPr>
        </p:nvSpPr>
        <p:spPr/>
        <p:txBody>
          <a:bodyPr/>
          <a:lstStyle>
            <a:lvl1pPr>
              <a:defRPr>
                <a:solidFill>
                  <a:schemeClr val="tx1"/>
                </a:solidFill>
              </a:defRPr>
            </a:lvl1pPr>
          </a:lstStyle>
          <a:p>
            <a:fld id="{83792E6B-00B6-F840-9643-4D74B9E7D643}" type="slidenum">
              <a:rPr lang="en-US" smtClean="0"/>
              <a:pPr/>
              <a:t>‹#›</a:t>
            </a:fld>
            <a:endParaRPr lang="en-US"/>
          </a:p>
        </p:txBody>
      </p:sp>
    </p:spTree>
    <p:extLst>
      <p:ext uri="{BB962C8B-B14F-4D97-AF65-F5344CB8AC3E}">
        <p14:creationId xmlns:p14="http://schemas.microsoft.com/office/powerpoint/2010/main" val="2792943659"/>
      </p:ext>
    </p:extLst>
  </p:cSld>
  <p:clrMapOvr>
    <a:masterClrMapping/>
  </p:clrMapOvr>
  <p:extLst>
    <p:ext uri="{DCECCB84-F9BA-43D5-87BE-67443E8EF086}">
      <p15:sldGuideLst xmlns:p15="http://schemas.microsoft.com/office/powerpoint/2012/main">
        <p15:guide id="2" pos="3912">
          <p15:clr>
            <a:srgbClr val="FBAE40"/>
          </p15:clr>
        </p15:guide>
        <p15:guide id="3" pos="288">
          <p15:clr>
            <a:srgbClr val="FBAE40"/>
          </p15:clr>
        </p15:guide>
        <p15:guide id="4" pos="7392">
          <p15:clr>
            <a:srgbClr val="FBAE40"/>
          </p15:clr>
        </p15:guide>
        <p15:guide id="6" pos="6336">
          <p15:clr>
            <a:srgbClr val="FBAE40"/>
          </p15:clr>
        </p15:guide>
        <p15:guide id="9" pos="4968">
          <p15:clr>
            <a:srgbClr val="FBAE40"/>
          </p15:clr>
        </p15:guide>
        <p15:guide id="12" pos="2544">
          <p15:clr>
            <a:srgbClr val="FBAE40"/>
          </p15:clr>
        </p15:guide>
        <p15:guide id="14" pos="148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3.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slideLayout" Target="../slideLayouts/slideLayout72.xml"/><Relationship Id="rId39" Type="http://schemas.openxmlformats.org/officeDocument/2006/relationships/slideLayout" Target="../slideLayouts/slideLayout85.xml"/><Relationship Id="rId21" Type="http://schemas.openxmlformats.org/officeDocument/2006/relationships/slideLayout" Target="../slideLayouts/slideLayout67.xml"/><Relationship Id="rId34" Type="http://schemas.openxmlformats.org/officeDocument/2006/relationships/slideLayout" Target="../slideLayouts/slideLayout80.xml"/><Relationship Id="rId42" Type="http://schemas.openxmlformats.org/officeDocument/2006/relationships/slideLayout" Target="../slideLayouts/slideLayout88.xml"/><Relationship Id="rId47" Type="http://schemas.openxmlformats.org/officeDocument/2006/relationships/slideLayout" Target="../slideLayouts/slideLayout93.xml"/><Relationship Id="rId50" Type="http://schemas.openxmlformats.org/officeDocument/2006/relationships/slideLayout" Target="../slideLayouts/slideLayout96.xml"/><Relationship Id="rId7" Type="http://schemas.openxmlformats.org/officeDocument/2006/relationships/slideLayout" Target="../slideLayouts/slideLayout5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9" Type="http://schemas.openxmlformats.org/officeDocument/2006/relationships/slideLayout" Target="../slideLayouts/slideLayout75.xml"/><Relationship Id="rId11" Type="http://schemas.openxmlformats.org/officeDocument/2006/relationships/slideLayout" Target="../slideLayouts/slideLayout57.xml"/><Relationship Id="rId24" Type="http://schemas.openxmlformats.org/officeDocument/2006/relationships/slideLayout" Target="../slideLayouts/slideLayout70.xml"/><Relationship Id="rId32" Type="http://schemas.openxmlformats.org/officeDocument/2006/relationships/slideLayout" Target="../slideLayouts/slideLayout78.xml"/><Relationship Id="rId37" Type="http://schemas.openxmlformats.org/officeDocument/2006/relationships/slideLayout" Target="../slideLayouts/slideLayout83.xml"/><Relationship Id="rId40" Type="http://schemas.openxmlformats.org/officeDocument/2006/relationships/slideLayout" Target="../slideLayouts/slideLayout86.xml"/><Relationship Id="rId45" Type="http://schemas.openxmlformats.org/officeDocument/2006/relationships/slideLayout" Target="../slideLayouts/slideLayout91.xml"/><Relationship Id="rId53" Type="http://schemas.openxmlformats.org/officeDocument/2006/relationships/slideLayout" Target="../slideLayouts/slideLayout99.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31" Type="http://schemas.openxmlformats.org/officeDocument/2006/relationships/slideLayout" Target="../slideLayouts/slideLayout77.xml"/><Relationship Id="rId44" Type="http://schemas.openxmlformats.org/officeDocument/2006/relationships/slideLayout" Target="../slideLayouts/slideLayout90.xml"/><Relationship Id="rId52" Type="http://schemas.openxmlformats.org/officeDocument/2006/relationships/slideLayout" Target="../slideLayouts/slideLayout98.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slideLayout" Target="../slideLayouts/slideLayout73.xml"/><Relationship Id="rId30" Type="http://schemas.openxmlformats.org/officeDocument/2006/relationships/slideLayout" Target="../slideLayouts/slideLayout76.xml"/><Relationship Id="rId35" Type="http://schemas.openxmlformats.org/officeDocument/2006/relationships/slideLayout" Target="../slideLayouts/slideLayout81.xml"/><Relationship Id="rId43" Type="http://schemas.openxmlformats.org/officeDocument/2006/relationships/slideLayout" Target="../slideLayouts/slideLayout89.xml"/><Relationship Id="rId48" Type="http://schemas.openxmlformats.org/officeDocument/2006/relationships/slideLayout" Target="../slideLayouts/slideLayout94.xml"/><Relationship Id="rId8" Type="http://schemas.openxmlformats.org/officeDocument/2006/relationships/slideLayout" Target="../slideLayouts/slideLayout54.xml"/><Relationship Id="rId51" Type="http://schemas.openxmlformats.org/officeDocument/2006/relationships/slideLayout" Target="../slideLayouts/slideLayout97.xml"/><Relationship Id="rId3" Type="http://schemas.openxmlformats.org/officeDocument/2006/relationships/slideLayout" Target="../slideLayouts/slideLayout49.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slideLayout" Target="../slideLayouts/slideLayout71.xml"/><Relationship Id="rId33" Type="http://schemas.openxmlformats.org/officeDocument/2006/relationships/slideLayout" Target="../slideLayouts/slideLayout79.xml"/><Relationship Id="rId38" Type="http://schemas.openxmlformats.org/officeDocument/2006/relationships/slideLayout" Target="../slideLayouts/slideLayout84.xml"/><Relationship Id="rId46" Type="http://schemas.openxmlformats.org/officeDocument/2006/relationships/slideLayout" Target="../slideLayouts/slideLayout92.xml"/><Relationship Id="rId20" Type="http://schemas.openxmlformats.org/officeDocument/2006/relationships/slideLayout" Target="../slideLayouts/slideLayout66.xml"/><Relationship Id="rId41" Type="http://schemas.openxmlformats.org/officeDocument/2006/relationships/slideLayout" Target="../slideLayouts/slideLayout87.xml"/><Relationship Id="rId54" Type="http://schemas.openxmlformats.org/officeDocument/2006/relationships/theme" Target="../theme/theme4.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28" Type="http://schemas.openxmlformats.org/officeDocument/2006/relationships/slideLayout" Target="../slideLayouts/slideLayout74.xml"/><Relationship Id="rId36" Type="http://schemas.openxmlformats.org/officeDocument/2006/relationships/slideLayout" Target="../slideLayouts/slideLayout82.xml"/><Relationship Id="rId49" Type="http://schemas.openxmlformats.org/officeDocument/2006/relationships/slideLayout" Target="../slideLayouts/slideLayout95.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0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8.xml"/><Relationship Id="rId13" Type="http://schemas.openxmlformats.org/officeDocument/2006/relationships/slideLayout" Target="../slideLayouts/slideLayout113.xml"/><Relationship Id="rId18" Type="http://schemas.openxmlformats.org/officeDocument/2006/relationships/slideLayout" Target="../slideLayouts/slideLayout118.xml"/><Relationship Id="rId26" Type="http://schemas.openxmlformats.org/officeDocument/2006/relationships/slideLayout" Target="../slideLayouts/slideLayout126.xml"/><Relationship Id="rId3" Type="http://schemas.openxmlformats.org/officeDocument/2006/relationships/slideLayout" Target="../slideLayouts/slideLayout103.xml"/><Relationship Id="rId21" Type="http://schemas.openxmlformats.org/officeDocument/2006/relationships/slideLayout" Target="../slideLayouts/slideLayout121.xml"/><Relationship Id="rId7" Type="http://schemas.openxmlformats.org/officeDocument/2006/relationships/slideLayout" Target="../slideLayouts/slideLayout107.xml"/><Relationship Id="rId12" Type="http://schemas.openxmlformats.org/officeDocument/2006/relationships/slideLayout" Target="../slideLayouts/slideLayout112.xml"/><Relationship Id="rId17" Type="http://schemas.openxmlformats.org/officeDocument/2006/relationships/slideLayout" Target="../slideLayouts/slideLayout117.xml"/><Relationship Id="rId25" Type="http://schemas.openxmlformats.org/officeDocument/2006/relationships/slideLayout" Target="../slideLayouts/slideLayout125.xml"/><Relationship Id="rId2" Type="http://schemas.openxmlformats.org/officeDocument/2006/relationships/slideLayout" Target="../slideLayouts/slideLayout102.xml"/><Relationship Id="rId16" Type="http://schemas.openxmlformats.org/officeDocument/2006/relationships/slideLayout" Target="../slideLayouts/slideLayout116.xml"/><Relationship Id="rId20" Type="http://schemas.openxmlformats.org/officeDocument/2006/relationships/slideLayout" Target="../slideLayouts/slideLayout120.xml"/><Relationship Id="rId29" Type="http://schemas.openxmlformats.org/officeDocument/2006/relationships/slideLayout" Target="../slideLayouts/slideLayout129.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24" Type="http://schemas.openxmlformats.org/officeDocument/2006/relationships/slideLayout" Target="../slideLayouts/slideLayout124.xml"/><Relationship Id="rId5" Type="http://schemas.openxmlformats.org/officeDocument/2006/relationships/slideLayout" Target="../slideLayouts/slideLayout105.xml"/><Relationship Id="rId15" Type="http://schemas.openxmlformats.org/officeDocument/2006/relationships/slideLayout" Target="../slideLayouts/slideLayout115.xml"/><Relationship Id="rId23" Type="http://schemas.openxmlformats.org/officeDocument/2006/relationships/slideLayout" Target="../slideLayouts/slideLayout123.xml"/><Relationship Id="rId28" Type="http://schemas.openxmlformats.org/officeDocument/2006/relationships/slideLayout" Target="../slideLayouts/slideLayout128.xml"/><Relationship Id="rId10" Type="http://schemas.openxmlformats.org/officeDocument/2006/relationships/slideLayout" Target="../slideLayouts/slideLayout110.xml"/><Relationship Id="rId19" Type="http://schemas.openxmlformats.org/officeDocument/2006/relationships/slideLayout" Target="../slideLayouts/slideLayout119.xml"/><Relationship Id="rId4" Type="http://schemas.openxmlformats.org/officeDocument/2006/relationships/slideLayout" Target="../slideLayouts/slideLayout104.xml"/><Relationship Id="rId9" Type="http://schemas.openxmlformats.org/officeDocument/2006/relationships/slideLayout" Target="../slideLayouts/slideLayout109.xml"/><Relationship Id="rId14" Type="http://schemas.openxmlformats.org/officeDocument/2006/relationships/slideLayout" Target="../slideLayouts/slideLayout114.xml"/><Relationship Id="rId22" Type="http://schemas.openxmlformats.org/officeDocument/2006/relationships/slideLayout" Target="../slideLayouts/slideLayout122.xml"/><Relationship Id="rId27" Type="http://schemas.openxmlformats.org/officeDocument/2006/relationships/slideLayout" Target="../slideLayouts/slideLayout127.xml"/><Relationship Id="rId30"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9142304"/>
      </p:ext>
    </p:extLst>
  </p:cSld>
  <p:clrMap bg1="lt1" tx1="dk1" bg2="lt2" tx2="dk2" accent1="accent1" accent2="accent2" accent3="accent3" accent4="accent4" accent5="accent5" accent6="accent6" hlink="hlink" folHlink="folHlink"/>
  <p:sldLayoutIdLst>
    <p:sldLayoutId id="2147484167" r:id="rId1"/>
    <p:sldLayoutId id="2147484172" r:id="rId2"/>
    <p:sldLayoutId id="2147484173" r:id="rId3"/>
    <p:sldLayoutId id="2147484168" r:id="rId4"/>
    <p:sldLayoutId id="2147484169" r:id="rId5"/>
    <p:sldLayoutId id="2147484170" r:id="rId6"/>
    <p:sldLayoutId id="2147484171" r:id="rId7"/>
    <p:sldLayoutId id="2147483689" r:id="rId8"/>
    <p:sldLayoutId id="2147484174" r:id="rId9"/>
    <p:sldLayoutId id="2147483688" r:id="rId10"/>
    <p:sldLayoutId id="2147483706" r:id="rId11"/>
    <p:sldLayoutId id="2147484175" r:id="rId12"/>
    <p:sldLayoutId id="2147484207" r:id="rId13"/>
    <p:sldLayoutId id="2147483712" r:id="rId14"/>
    <p:sldLayoutId id="2147483713" r:id="rId15"/>
    <p:sldLayoutId id="2147483714" r:id="rId16"/>
    <p:sldLayoutId id="2147483715" r:id="rId17"/>
    <p:sldLayoutId id="2147483718" r:id="rId18"/>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6" orient="horz" pos="3792">
          <p15:clr>
            <a:srgbClr val="F26B43"/>
          </p15:clr>
        </p15:guide>
        <p15:guide id="19" orient="horz" pos="744">
          <p15:clr>
            <a:srgbClr val="FDE53C"/>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br>
              <a:rPr lang="en-US"/>
            </a:br>
            <a:r>
              <a:rPr lang="en-US"/>
              <a:t>FedEx Proprietary &amp; Confidential © </a:t>
            </a:r>
          </a:p>
        </p:txBody>
      </p:sp>
    </p:spTree>
    <p:extLst>
      <p:ext uri="{BB962C8B-B14F-4D97-AF65-F5344CB8AC3E}">
        <p14:creationId xmlns:p14="http://schemas.microsoft.com/office/powerpoint/2010/main" val="1909875550"/>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873" r:id="rId3"/>
    <p:sldLayoutId id="2147484176" r:id="rId4"/>
    <p:sldLayoutId id="2147484177" r:id="rId5"/>
    <p:sldLayoutId id="2147484178" r:id="rId6"/>
    <p:sldLayoutId id="2147484179" r:id="rId7"/>
    <p:sldLayoutId id="2147484180" r:id="rId8"/>
    <p:sldLayoutId id="2147484181" r:id="rId9"/>
    <p:sldLayoutId id="2147483872" r:id="rId10"/>
    <p:sldLayoutId id="2147483871" r:id="rId11"/>
    <p:sldLayoutId id="2147483740" r:id="rId12"/>
    <p:sldLayoutId id="2147484187" r:id="rId13"/>
    <p:sldLayoutId id="2147484184" r:id="rId14"/>
    <p:sldLayoutId id="2147484183" r:id="rId15"/>
    <p:sldLayoutId id="2147484185" r:id="rId16"/>
    <p:sldLayoutId id="2147484186" r:id="rId17"/>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Tree>
    <p:extLst>
      <p:ext uri="{BB962C8B-B14F-4D97-AF65-F5344CB8AC3E}">
        <p14:creationId xmlns:p14="http://schemas.microsoft.com/office/powerpoint/2010/main" val="1241150471"/>
      </p:ext>
    </p:extLst>
  </p:cSld>
  <p:clrMap bg1="lt1" tx1="dk1" bg2="lt2" tx2="dk2" accent1="accent1" accent2="accent2" accent3="accent3" accent4="accent4" accent5="accent5" accent6="accent6" hlink="hlink" folHlink="folHlink"/>
  <p:sldLayoutIdLst>
    <p:sldLayoutId id="2147483724" r:id="rId1"/>
    <p:sldLayoutId id="2147483733" r:id="rId2"/>
    <p:sldLayoutId id="2147483760" r:id="rId3"/>
    <p:sldLayoutId id="2147483729" r:id="rId4"/>
    <p:sldLayoutId id="2147483732" r:id="rId5"/>
    <p:sldLayoutId id="2147483763" r:id="rId6"/>
    <p:sldLayoutId id="2147483868" r:id="rId7"/>
    <p:sldLayoutId id="2147483764" r:id="rId8"/>
    <p:sldLayoutId id="2147483765" r:id="rId9"/>
    <p:sldLayoutId id="2147484209" r:id="rId10"/>
    <p:sldLayoutId id="2147484213" r:id="rId11"/>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r>
              <a:rPr lang="en-US"/>
              <a:t>&lt;Customize with Department&gt;</a:t>
            </a:r>
            <a:br>
              <a:rPr lang="en-US"/>
            </a:br>
            <a:r>
              <a:rPr lang="en-US"/>
              <a:t>FedEx Proprietary &amp; Confidential © </a:t>
            </a:r>
          </a:p>
        </p:txBody>
      </p:sp>
    </p:spTree>
    <p:extLst>
      <p:ext uri="{BB962C8B-B14F-4D97-AF65-F5344CB8AC3E}">
        <p14:creationId xmlns:p14="http://schemas.microsoft.com/office/powerpoint/2010/main" val="1471652931"/>
      </p:ext>
    </p:extLst>
  </p:cSld>
  <p:clrMap bg1="lt1" tx1="dk1" bg2="lt2" tx2="dk2" accent1="accent1" accent2="accent2" accent3="accent3" accent4="accent4" accent5="accent5" accent6="accent6" hlink="hlink" folHlink="folHlink"/>
  <p:sldLayoutIdLst>
    <p:sldLayoutId id="2147484099" r:id="rId1"/>
    <p:sldLayoutId id="2147484100" r:id="rId2"/>
    <p:sldLayoutId id="2147484102" r:id="rId3"/>
    <p:sldLayoutId id="2147484103" r:id="rId4"/>
    <p:sldLayoutId id="2147484104" r:id="rId5"/>
    <p:sldLayoutId id="2147484105" r:id="rId6"/>
    <p:sldLayoutId id="2147484106" r:id="rId7"/>
    <p:sldLayoutId id="2147484111" r:id="rId8"/>
    <p:sldLayoutId id="2147484109" r:id="rId9"/>
    <p:sldLayoutId id="2147484107" r:id="rId10"/>
    <p:sldLayoutId id="2147484110" r:id="rId11"/>
    <p:sldLayoutId id="2147483995" r:id="rId12"/>
    <p:sldLayoutId id="2147483996" r:id="rId13"/>
    <p:sldLayoutId id="2147483997" r:id="rId14"/>
    <p:sldLayoutId id="2147483998" r:id="rId15"/>
    <p:sldLayoutId id="2147483999" r:id="rId16"/>
    <p:sldLayoutId id="2147484000" r:id="rId17"/>
    <p:sldLayoutId id="2147484001" r:id="rId18"/>
    <p:sldLayoutId id="2147484002" r:id="rId19"/>
    <p:sldLayoutId id="2147484190" r:id="rId20"/>
    <p:sldLayoutId id="2147484191" r:id="rId21"/>
    <p:sldLayoutId id="2147484003" r:id="rId22"/>
    <p:sldLayoutId id="2147484004" r:id="rId23"/>
    <p:sldLayoutId id="2147484005" r:id="rId24"/>
    <p:sldLayoutId id="2147484006" r:id="rId25"/>
    <p:sldLayoutId id="2147484007" r:id="rId26"/>
    <p:sldLayoutId id="2147484011" r:id="rId27"/>
    <p:sldLayoutId id="2147484012" r:id="rId28"/>
    <p:sldLayoutId id="2147484015" r:id="rId29"/>
    <p:sldLayoutId id="2147484016" r:id="rId30"/>
    <p:sldLayoutId id="2147484017" r:id="rId31"/>
    <p:sldLayoutId id="2147484018" r:id="rId32"/>
    <p:sldLayoutId id="2147484019" r:id="rId33"/>
    <p:sldLayoutId id="2147484020" r:id="rId34"/>
    <p:sldLayoutId id="2147484021" r:id="rId35"/>
    <p:sldLayoutId id="2147484022" r:id="rId36"/>
    <p:sldLayoutId id="2147484023" r:id="rId37"/>
    <p:sldLayoutId id="2147484024" r:id="rId38"/>
    <p:sldLayoutId id="2147484025" r:id="rId39"/>
    <p:sldLayoutId id="2147484026" r:id="rId40"/>
    <p:sldLayoutId id="2147484027" r:id="rId41"/>
    <p:sldLayoutId id="2147484028" r:id="rId42"/>
    <p:sldLayoutId id="2147484029" r:id="rId43"/>
    <p:sldLayoutId id="2147484030" r:id="rId44"/>
    <p:sldLayoutId id="2147484031" r:id="rId45"/>
    <p:sldLayoutId id="2147484032" r:id="rId46"/>
    <p:sldLayoutId id="2147484033" r:id="rId47"/>
    <p:sldLayoutId id="2147484034" r:id="rId48"/>
    <p:sldLayoutId id="2147484037" r:id="rId49"/>
    <p:sldLayoutId id="2147484192" r:id="rId50"/>
    <p:sldLayoutId id="2147484038" r:id="rId51"/>
    <p:sldLayoutId id="2147484039" r:id="rId52"/>
    <p:sldLayoutId id="2147484040" r:id="rId53"/>
  </p:sldLayoutIdLst>
  <p:hf hd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1500" y="576072"/>
            <a:ext cx="9176766" cy="605028"/>
          </a:xfrm>
          <a:prstGeom prst="rect">
            <a:avLst/>
          </a:prstGeom>
        </p:spPr>
        <p:txBody>
          <a:bodyPr vert="horz" lIns="0" tIns="0" rIns="0" bIns="0" rtlCol="0" anchor="t" anchorCtr="0">
            <a:noAutofit/>
          </a:bodyPr>
          <a:lstStyle/>
          <a:p>
            <a:r>
              <a:rPr lang="en-US"/>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6" name="Slide Number Placeholder"/>
          <p:cNvSpPr>
            <a:spLocks noGrp="1"/>
          </p:cNvSpPr>
          <p:nvPr>
            <p:ph type="sldNum" sz="quarter" idx="4"/>
          </p:nvPr>
        </p:nvSpPr>
        <p:spPr>
          <a:xfrm>
            <a:off x="9982200" y="6374929"/>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
        <p:nvSpPr>
          <p:cNvPr id="21" name="Footer Placeholder 20">
            <a:extLst>
              <a:ext uri="{FF2B5EF4-FFF2-40B4-BE49-F238E27FC236}">
                <a16:creationId xmlns:a16="http://schemas.microsoft.com/office/drawing/2014/main" id="{341424DA-B806-854F-A25A-8F0CBB76DC24}"/>
              </a:ext>
            </a:extLst>
          </p:cNvPr>
          <p:cNvSpPr>
            <a:spLocks noGrp="1"/>
          </p:cNvSpPr>
          <p:nvPr>
            <p:ph type="ftr" sz="quarter" idx="3"/>
          </p:nvPr>
        </p:nvSpPr>
        <p:spPr>
          <a:xfrm>
            <a:off x="571500" y="6374929"/>
            <a:ext cx="3543300" cy="219635"/>
          </a:xfrm>
          <a:prstGeom prst="rect">
            <a:avLst/>
          </a:prstGeom>
        </p:spPr>
        <p:txBody>
          <a:bodyPr vert="horz" lIns="0" tIns="0" rIns="0" bIns="0" rtlCol="0" anchor="ctr" anchorCtr="0"/>
          <a:lstStyle>
            <a:lvl1pPr algn="l">
              <a:lnSpc>
                <a:spcPct val="90000"/>
              </a:lnSpc>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vl2pPr>
              <a:lnSpc>
                <a:spcPct val="90000"/>
              </a:lnSpc>
              <a:defRPr/>
            </a:lvl2pPr>
          </a:lstStyle>
          <a:p>
            <a:endParaRPr lang="en-US"/>
          </a:p>
        </p:txBody>
      </p:sp>
    </p:spTree>
    <p:extLst>
      <p:ext uri="{BB962C8B-B14F-4D97-AF65-F5344CB8AC3E}">
        <p14:creationId xmlns:p14="http://schemas.microsoft.com/office/powerpoint/2010/main" val="763857465"/>
      </p:ext>
    </p:extLst>
  </p:cSld>
  <p:clrMap bg1="lt1" tx1="dk1" bg2="lt2" tx2="dk2" accent1="accent1" accent2="accent2" accent3="accent3" accent4="accent4" accent5="accent5" accent6="accent6" hlink="hlink" folHlink="folHlink"/>
  <p:sldLayoutIdLst>
    <p:sldLayoutId id="2147484166" r:id="rId1"/>
  </p:sldLayoutIdLst>
  <p:hf hdr="0" ftr="0" dt="0"/>
  <p:txStyles>
    <p:title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3" orient="horz" pos="4008">
          <p15:clr>
            <a:srgbClr val="A4A3A4"/>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5" orient="horz" pos="4152">
          <p15:clr>
            <a:srgbClr val="A4A3A4"/>
          </p15:clr>
        </p15:guide>
        <p15:guide id="16" orient="horz" pos="3792">
          <p15:clr>
            <a:srgbClr val="F26B43"/>
          </p15:clr>
        </p15:guide>
        <p15:guide id="17" orient="horz" pos="3840">
          <p15:clr>
            <a:srgbClr val="C35EA4"/>
          </p15:clr>
        </p15:guide>
        <p15:guide id="18" orient="horz" pos="3936">
          <p15:clr>
            <a:srgbClr val="C35EA4"/>
          </p15:clr>
        </p15:guide>
        <p15:guide id="19" orient="horz" pos="744">
          <p15:clr>
            <a:srgbClr val="FDE53C"/>
          </p15:clr>
        </p15:guide>
        <p15:guide id="20" orient="horz" pos="1056">
          <p15:clr>
            <a:srgbClr val="FDE53C"/>
          </p15:clr>
        </p15:guide>
        <p15:guide id="21" orient="horz" pos="960">
          <p15:clr>
            <a:srgbClr val="C35EA4"/>
          </p15:clr>
        </p15:guide>
        <p15:guide id="22" orient="horz" pos="1296">
          <p15:clr>
            <a:srgbClr val="C35E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572400" y="572400"/>
            <a:ext cx="9176766" cy="605028"/>
          </a:xfrm>
          <a:prstGeom prst="rect">
            <a:avLst/>
          </a:prstGeom>
        </p:spPr>
        <p:txBody>
          <a:bodyPr vert="horz" lIns="0" tIns="0" rIns="0" bIns="0" rtlCol="0" anchor="t" anchorCtr="0">
            <a:noAutofit/>
          </a:bodyPr>
          <a:lstStyle/>
          <a:p>
            <a:r>
              <a:rPr lang="en-US"/>
              <a:t>Click to edit Master title style</a:t>
            </a:r>
          </a:p>
        </p:txBody>
      </p:sp>
      <p:sp>
        <p:nvSpPr>
          <p:cNvPr id="3" name="Text Placeholder"/>
          <p:cNvSpPr>
            <a:spLocks noGrp="1"/>
          </p:cNvSpPr>
          <p:nvPr>
            <p:ph type="body" idx="1"/>
          </p:nvPr>
        </p:nvSpPr>
        <p:spPr>
          <a:xfrm>
            <a:off x="576072" y="1527048"/>
            <a:ext cx="9163050" cy="4485118"/>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6E42564F-74D8-E575-2E24-1678F33DB1E4}"/>
              </a:ext>
            </a:extLst>
          </p:cNvPr>
          <p:cNvSpPr/>
          <p:nvPr userDrawn="1"/>
        </p:nvSpPr>
        <p:spPr>
          <a:xfrm>
            <a:off x="1" y="6780362"/>
            <a:ext cx="12191999" cy="77638"/>
          </a:xfrm>
          <a:prstGeom prst="rect">
            <a:avLst/>
          </a:prstGeom>
          <a:gradFill flip="none" rotWithShape="1">
            <a:gsLst>
              <a:gs pos="100000">
                <a:schemeClr val="bg2"/>
              </a:gs>
              <a:gs pos="33000">
                <a:schemeClr val="accent1"/>
              </a:gs>
              <a:gs pos="0">
                <a:schemeClr val="tx2"/>
              </a:gs>
            </a:gsLst>
            <a:lin ang="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F2F2F2">
                  <a:lumMod val="75000"/>
                </a:srgbClr>
              </a:solidFill>
              <a:effectLst/>
              <a:uLnTx/>
              <a:uFillTx/>
              <a:latin typeface="FedEx Sans Light" panose="020B0403020203020204" pitchFamily="34" charset="0"/>
              <a:ea typeface="FedEx Sans Light" panose="020B0403020203020204" pitchFamily="34" charset="0"/>
              <a:cs typeface="FedEx Sans Light" panose="020B0403020203020204" pitchFamily="34" charset="0"/>
            </a:endParaRPr>
          </a:p>
        </p:txBody>
      </p:sp>
      <p:sp>
        <p:nvSpPr>
          <p:cNvPr id="5" name="Slide Number Placeholder">
            <a:extLst>
              <a:ext uri="{FF2B5EF4-FFF2-40B4-BE49-F238E27FC236}">
                <a16:creationId xmlns:a16="http://schemas.microsoft.com/office/drawing/2014/main" id="{120B44A1-4466-753D-3147-16F9AB6BEE2A}"/>
              </a:ext>
            </a:extLst>
          </p:cNvPr>
          <p:cNvSpPr>
            <a:spLocks noGrp="1"/>
          </p:cNvSpPr>
          <p:nvPr>
            <p:ph type="sldNum" sz="quarter" idx="4"/>
          </p:nvPr>
        </p:nvSpPr>
        <p:spPr>
          <a:xfrm>
            <a:off x="9982200" y="6374928"/>
            <a:ext cx="1638300" cy="219635"/>
          </a:xfrm>
          <a:prstGeom prst="rect">
            <a:avLst/>
          </a:prstGeom>
        </p:spPr>
        <p:txBody>
          <a:bodyPr vert="horz" lIns="0" tIns="0" rIns="0" bIns="0" rtlCol="0" anchor="ctr" anchorCtr="0"/>
          <a:lstStyle>
            <a:lvl1pPr algn="r">
              <a:defRPr sz="800" b="0" i="0">
                <a:solidFill>
                  <a:schemeClr val="accent4"/>
                </a:solidFill>
                <a:latin typeface="FedEx Sans" panose="020B0603020203020204" pitchFamily="34" charset="0"/>
                <a:ea typeface="FedEx Sans" panose="020B0603020203020204" pitchFamily="34" charset="0"/>
                <a:cs typeface="FedEx Sans" panose="020B0603020203020204" pitchFamily="34" charset="0"/>
              </a:defRPr>
            </a:lvl1pPr>
          </a:lstStyle>
          <a:p>
            <a:fld id="{64B53FD8-04EE-4F67-B5CA-77D45BC12F90}" type="slidenum">
              <a:rPr lang="en-US" smtClean="0"/>
              <a:pPr/>
              <a:t>‹#›</a:t>
            </a:fld>
            <a:endParaRPr lang="en-US" sz="800"/>
          </a:p>
        </p:txBody>
      </p:sp>
    </p:spTree>
    <p:extLst>
      <p:ext uri="{BB962C8B-B14F-4D97-AF65-F5344CB8AC3E}">
        <p14:creationId xmlns:p14="http://schemas.microsoft.com/office/powerpoint/2010/main" val="553705099"/>
      </p:ext>
    </p:extLst>
  </p:cSld>
  <p:clrMap bg1="lt1" tx1="dk1" bg2="lt2" tx2="dk2" accent1="accent1" accent2="accent2" accent3="accent3" accent4="accent4" accent5="accent5" accent6="accent6" hlink="hlink" folHlink="folHlink"/>
  <p:sldLayoutIdLst>
    <p:sldLayoutId id="2147484215" r:id="rId1"/>
    <p:sldLayoutId id="2147484216" r:id="rId2"/>
    <p:sldLayoutId id="2147484217" r:id="rId3"/>
    <p:sldLayoutId id="2147484218" r:id="rId4"/>
    <p:sldLayoutId id="2147484219" r:id="rId5"/>
    <p:sldLayoutId id="2147484220" r:id="rId6"/>
    <p:sldLayoutId id="2147484221" r:id="rId7"/>
    <p:sldLayoutId id="2147484222" r:id="rId8"/>
    <p:sldLayoutId id="2147484223" r:id="rId9"/>
    <p:sldLayoutId id="2147484224" r:id="rId10"/>
    <p:sldLayoutId id="2147484225" r:id="rId11"/>
    <p:sldLayoutId id="2147484226" r:id="rId12"/>
    <p:sldLayoutId id="2147484227" r:id="rId13"/>
    <p:sldLayoutId id="2147484228" r:id="rId14"/>
    <p:sldLayoutId id="2147484229" r:id="rId15"/>
    <p:sldLayoutId id="2147484230" r:id="rId16"/>
    <p:sldLayoutId id="2147484231" r:id="rId17"/>
    <p:sldLayoutId id="2147484232" r:id="rId18"/>
    <p:sldLayoutId id="2147484233" r:id="rId19"/>
    <p:sldLayoutId id="2147484234" r:id="rId20"/>
    <p:sldLayoutId id="2147484235" r:id="rId21"/>
    <p:sldLayoutId id="2147484236" r:id="rId22"/>
    <p:sldLayoutId id="2147484237" r:id="rId23"/>
    <p:sldLayoutId id="2147484238" r:id="rId24"/>
    <p:sldLayoutId id="2147484239" r:id="rId25"/>
    <p:sldLayoutId id="2147484240" r:id="rId26"/>
    <p:sldLayoutId id="2147484241" r:id="rId27"/>
    <p:sldLayoutId id="2147484242" r:id="rId28"/>
    <p:sldLayoutId id="2147484243" r:id="rId29"/>
  </p:sldLayoutIdLst>
  <p:hf hdr="0" ftr="0" dt="0"/>
  <p:txStyles>
    <p:titleStyle>
      <a:lvl1pPr algn="l" defTabSz="914400" rtl="0" eaLnBrk="1" latinLnBrk="0" hangingPunct="1">
        <a:lnSpc>
          <a:spcPct val="110000"/>
        </a:lnSpc>
        <a:spcBef>
          <a:spcPct val="0"/>
        </a:spcBef>
        <a:buNone/>
        <a:defRPr sz="3600" b="1"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p:titleStyle>
    <p:body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200" b="1" kern="1200">
          <a:solidFill>
            <a:schemeClr val="tx1"/>
          </a:solidFill>
          <a:latin typeface="+mn-lt"/>
          <a:ea typeface="+mn-ea"/>
          <a:cs typeface="+mn-cs"/>
        </a:defRPr>
      </a:lvl1pPr>
      <a:lvl2pPr marL="0" algn="l" defTabSz="914400" rtl="0" eaLnBrk="1" latinLnBrk="0" hangingPunct="1">
        <a:defRPr sz="1000" kern="1200">
          <a:solidFill>
            <a:schemeClr val="tx1"/>
          </a:solidFill>
          <a:latin typeface="+mn-lt"/>
          <a:ea typeface="+mn-ea"/>
          <a:cs typeface="+mn-cs"/>
        </a:defRPr>
      </a:lvl2pPr>
      <a:lvl3pPr marL="0" algn="l" defTabSz="914400" rtl="0" eaLnBrk="1" latinLnBrk="0" hangingPunct="1">
        <a:defRPr sz="1000" kern="1200">
          <a:solidFill>
            <a:schemeClr val="tx1"/>
          </a:solidFill>
          <a:latin typeface="+mn-lt"/>
          <a:ea typeface="+mn-ea"/>
          <a:cs typeface="+mn-cs"/>
        </a:defRPr>
      </a:lvl3pPr>
      <a:lvl4pPr marL="0" algn="l" defTabSz="914400" rtl="0" eaLnBrk="1" latinLnBrk="0" hangingPunct="1">
        <a:defRPr sz="1000" kern="1200">
          <a:solidFill>
            <a:schemeClr val="tx1"/>
          </a:solidFill>
          <a:latin typeface="+mn-lt"/>
          <a:ea typeface="+mn-ea"/>
          <a:cs typeface="+mn-cs"/>
        </a:defRPr>
      </a:lvl4pPr>
      <a:lvl5pPr marL="0" algn="l" defTabSz="914400" rtl="0" eaLnBrk="1" latinLnBrk="0" hangingPunct="1">
        <a:defRPr sz="1000" kern="1200">
          <a:solidFill>
            <a:schemeClr val="tx1"/>
          </a:solidFill>
          <a:latin typeface="+mn-lt"/>
          <a:ea typeface="+mn-ea"/>
          <a:cs typeface="+mn-cs"/>
        </a:defRPr>
      </a:lvl5pPr>
      <a:lvl6pPr marL="0" algn="l" defTabSz="914400" rtl="0" eaLnBrk="1" latinLnBrk="0" hangingPunct="1">
        <a:defRPr sz="1000" kern="1200">
          <a:solidFill>
            <a:schemeClr val="tx1"/>
          </a:solidFill>
          <a:latin typeface="+mn-lt"/>
          <a:ea typeface="+mn-ea"/>
          <a:cs typeface="+mn-cs"/>
        </a:defRPr>
      </a:lvl6pPr>
      <a:lvl7pPr marL="0" algn="l" defTabSz="914400" rtl="0" eaLnBrk="1" latinLnBrk="0" hangingPunct="1">
        <a:defRPr sz="1000" kern="1200">
          <a:solidFill>
            <a:schemeClr val="tx1"/>
          </a:solidFill>
          <a:latin typeface="+mn-lt"/>
          <a:ea typeface="+mn-ea"/>
          <a:cs typeface="+mn-cs"/>
        </a:defRPr>
      </a:lvl7pPr>
      <a:lvl8pPr marL="0" algn="l" defTabSz="914400" rtl="0" eaLnBrk="1" latinLnBrk="0" hangingPunct="1">
        <a:defRPr sz="1000" kern="1200">
          <a:solidFill>
            <a:schemeClr val="tx1"/>
          </a:solidFill>
          <a:latin typeface="+mn-lt"/>
          <a:ea typeface="+mn-ea"/>
          <a:cs typeface="+mn-cs"/>
        </a:defRPr>
      </a:lvl8pPr>
      <a:lvl9pPr marL="0" algn="l" defTabSz="91440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392">
          <p15:clr>
            <a:srgbClr val="5ACBF0"/>
          </p15:clr>
        </p15:guide>
        <p15:guide id="2" pos="3912">
          <p15:clr>
            <a:srgbClr val="5ACBF0"/>
          </p15:clr>
        </p15:guide>
        <p15:guide id="4" pos="3768">
          <p15:clr>
            <a:srgbClr val="5ACBF0"/>
          </p15:clr>
        </p15:guide>
        <p15:guide id="5" pos="360">
          <p15:clr>
            <a:srgbClr val="F26B43"/>
          </p15:clr>
        </p15:guide>
        <p15:guide id="6" pos="7320">
          <p15:clr>
            <a:srgbClr val="C35EA4"/>
          </p15:clr>
        </p15:guide>
        <p15:guide id="7" pos="6144">
          <p15:clr>
            <a:srgbClr val="F26B43"/>
          </p15:clr>
        </p15:guide>
        <p15:guide id="8" pos="6288">
          <p15:clr>
            <a:srgbClr val="5ACBF0"/>
          </p15:clr>
        </p15:guide>
        <p15:guide id="9" pos="4944">
          <p15:clr>
            <a:srgbClr val="5ACBF0"/>
          </p15:clr>
        </p15:guide>
        <p15:guide id="10" pos="5088">
          <p15:clr>
            <a:srgbClr val="5ACBF0"/>
          </p15:clr>
        </p15:guide>
        <p15:guide id="11" pos="1560">
          <p15:clr>
            <a:srgbClr val="5ACBF0"/>
          </p15:clr>
        </p15:guide>
        <p15:guide id="12" pos="2592">
          <p15:clr>
            <a:srgbClr val="5ACBF0"/>
          </p15:clr>
        </p15:guide>
        <p15:guide id="13" pos="2736">
          <p15:clr>
            <a:srgbClr val="5ACBF0"/>
          </p15:clr>
        </p15:guide>
        <p15:guide id="14" orient="horz" pos="360">
          <p15:clr>
            <a:srgbClr val="C35EA4"/>
          </p15:clr>
        </p15:guide>
        <p15:guide id="16" orient="horz" pos="3792">
          <p15:clr>
            <a:srgbClr val="F26B43"/>
          </p15:clr>
        </p15:guide>
        <p15:guide id="19" orient="horz" pos="744">
          <p15:clr>
            <a:srgbClr val="FDE53C"/>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104_B02AE255.xm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xml.rels><?xml version="1.0" encoding="UTF-8" standalone="yes"?>
<Relationships xmlns="http://schemas.openxmlformats.org/package/2006/relationships"><Relationship Id="rId3" Type="http://schemas.microsoft.com/office/2018/10/relationships/comments" Target="../comments/modernComment_1A3_4F4146CB.xml"/><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5.svg"/><Relationship Id="rId18" Type="http://schemas.openxmlformats.org/officeDocument/2006/relationships/image" Target="../media/image50.svg"/><Relationship Id="rId3" Type="http://schemas.openxmlformats.org/officeDocument/2006/relationships/image" Target="../media/image35.svg"/><Relationship Id="rId7" Type="http://schemas.openxmlformats.org/officeDocument/2006/relationships/image" Target="../media/image39.svg"/><Relationship Id="rId12" Type="http://schemas.openxmlformats.org/officeDocument/2006/relationships/image" Target="../media/image44.svg"/><Relationship Id="rId17" Type="http://schemas.openxmlformats.org/officeDocument/2006/relationships/image" Target="../media/image49.svg"/><Relationship Id="rId2" Type="http://schemas.openxmlformats.org/officeDocument/2006/relationships/notesSlide" Target="../notesSlides/notesSlide3.xml"/><Relationship Id="rId16" Type="http://schemas.openxmlformats.org/officeDocument/2006/relationships/image" Target="../media/image48.svg"/><Relationship Id="rId1" Type="http://schemas.openxmlformats.org/officeDocument/2006/relationships/slideLayout" Target="../slideLayouts/slideLayout37.xml"/><Relationship Id="rId6" Type="http://schemas.openxmlformats.org/officeDocument/2006/relationships/image" Target="../media/image38.svg"/><Relationship Id="rId11" Type="http://schemas.openxmlformats.org/officeDocument/2006/relationships/image" Target="../media/image43.jpg"/><Relationship Id="rId5" Type="http://schemas.openxmlformats.org/officeDocument/2006/relationships/image" Target="../media/image37.png"/><Relationship Id="rId15" Type="http://schemas.openxmlformats.org/officeDocument/2006/relationships/image" Target="../media/image47.svg"/><Relationship Id="rId10" Type="http://schemas.openxmlformats.org/officeDocument/2006/relationships/image" Target="../media/image42.png"/><Relationship Id="rId19" Type="http://schemas.openxmlformats.org/officeDocument/2006/relationships/image" Target="../media/image51.svg"/><Relationship Id="rId4" Type="http://schemas.openxmlformats.org/officeDocument/2006/relationships/image" Target="../media/image36.svg"/><Relationship Id="rId9" Type="http://schemas.openxmlformats.org/officeDocument/2006/relationships/image" Target="../media/image41.svg"/><Relationship Id="rId14" Type="http://schemas.openxmlformats.org/officeDocument/2006/relationships/image" Target="../media/image46.svg"/></Relationships>
</file>

<file path=ppt/slides/_rels/slide4.xml.rels><?xml version="1.0" encoding="UTF-8" standalone="yes"?>
<Relationships xmlns="http://schemas.openxmlformats.org/package/2006/relationships"><Relationship Id="rId8" Type="http://schemas.openxmlformats.org/officeDocument/2006/relationships/image" Target="../media/image55.svg"/><Relationship Id="rId3" Type="http://schemas.microsoft.com/office/2018/10/relationships/comments" Target="../comments/modernComment_2A4C_4FAFB732.xml"/><Relationship Id="rId7" Type="http://schemas.openxmlformats.org/officeDocument/2006/relationships/image" Target="../media/image54.svg"/><Relationship Id="rId2" Type="http://schemas.openxmlformats.org/officeDocument/2006/relationships/notesSlide" Target="../notesSlides/notesSlide4.xml"/><Relationship Id="rId1" Type="http://schemas.openxmlformats.org/officeDocument/2006/relationships/slideLayout" Target="../slideLayouts/slideLayout37.xml"/><Relationship Id="rId6" Type="http://schemas.openxmlformats.org/officeDocument/2006/relationships/image" Target="../media/image53.svg"/><Relationship Id="rId5" Type="http://schemas.openxmlformats.org/officeDocument/2006/relationships/image" Target="../media/image52.svg"/><Relationship Id="rId4" Type="http://schemas.openxmlformats.org/officeDocument/2006/relationships/hyperlink" Target="https://vertexaisearch.cloud.google.com/u/1/home/cid/c5c2c28e-4fc5-45bd-9d19-12e9f79521e1/r/agent/15150752714199375257/session/-?hl=en_US" TargetMode="External"/><Relationship Id="rId9" Type="http://schemas.openxmlformats.org/officeDocument/2006/relationships/hyperlink" Target="https://myfedex.sharepoint.com/:x:/t/TPO-IndiaCOE/IQCvRk0XTafNR4Sk4LZ2A1P_Aa9jM_aSwtqWKA04PD-0haQ?e=pYT55Y" TargetMode="External"/></Relationships>
</file>

<file path=ppt/slides/_rels/slide5.xml.rels><?xml version="1.0" encoding="UTF-8" standalone="yes"?>
<Relationships xmlns="http://schemas.openxmlformats.org/package/2006/relationships"><Relationship Id="rId3" Type="http://schemas.microsoft.com/office/2018/10/relationships/comments" Target="../comments/modernComment_2A43_DB63F15.xml"/><Relationship Id="rId2" Type="http://schemas.openxmlformats.org/officeDocument/2006/relationships/notesSlide" Target="../notesSlides/notesSlide5.xml"/><Relationship Id="rId1" Type="http://schemas.openxmlformats.org/officeDocument/2006/relationships/slideLayout" Target="../slideLayouts/slideLayout37.xml"/><Relationship Id="rId6" Type="http://schemas.openxmlformats.org/officeDocument/2006/relationships/image" Target="../media/image58.svg"/><Relationship Id="rId5" Type="http://schemas.openxmlformats.org/officeDocument/2006/relationships/image" Target="../media/image57.svg"/><Relationship Id="rId4" Type="http://schemas.openxmlformats.org/officeDocument/2006/relationships/image" Target="../media/image56.svg"/></Relationships>
</file>

<file path=ppt/slides/_rels/slide6.xml.rels><?xml version="1.0" encoding="UTF-8" standalone="yes"?>
<Relationships xmlns="http://schemas.openxmlformats.org/package/2006/relationships"><Relationship Id="rId3" Type="http://schemas.microsoft.com/office/2018/10/relationships/comments" Target="../comments/modernComment_D3F_56F903F7.xml"/><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7.xml"/><Relationship Id="rId1" Type="http://schemas.openxmlformats.org/officeDocument/2006/relationships/slideLayout" Target="../slideLayouts/slideLayout3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64.svg"/><Relationship Id="rId7" Type="http://schemas.openxmlformats.org/officeDocument/2006/relationships/image" Target="../media/image57.svg"/><Relationship Id="rId2" Type="http://schemas.microsoft.com/office/2018/10/relationships/comments" Target="../comments/modernComment_2A4E_67618C46.xml"/><Relationship Id="rId1" Type="http://schemas.openxmlformats.org/officeDocument/2006/relationships/slideLayout" Target="../slideLayouts/slideLayout37.xml"/><Relationship Id="rId6" Type="http://schemas.openxmlformats.org/officeDocument/2006/relationships/image" Target="../media/image56.svg"/><Relationship Id="rId5" Type="http://schemas.openxmlformats.org/officeDocument/2006/relationships/image" Target="../media/image66.png"/><Relationship Id="rId4" Type="http://schemas.openxmlformats.org/officeDocument/2006/relationships/image" Target="../media/image65.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8" Type="http://schemas.openxmlformats.org/officeDocument/2006/relationships/image" Target="../media/image71.svg"/><Relationship Id="rId3" Type="http://schemas.openxmlformats.org/officeDocument/2006/relationships/image" Target="../media/image67.svg"/><Relationship Id="rId7" Type="http://schemas.openxmlformats.org/officeDocument/2006/relationships/image" Target="../media/image70.svg"/><Relationship Id="rId2" Type="http://schemas.openxmlformats.org/officeDocument/2006/relationships/notesSlide" Target="../notesSlides/notesSlide9.xml"/><Relationship Id="rId1" Type="http://schemas.openxmlformats.org/officeDocument/2006/relationships/slideLayout" Target="../slideLayouts/slideLayout122.xml"/><Relationship Id="rId6" Type="http://schemas.openxmlformats.org/officeDocument/2006/relationships/image" Target="../media/image37.png"/><Relationship Id="rId11" Type="http://schemas.openxmlformats.org/officeDocument/2006/relationships/image" Target="../media/image41.svg"/><Relationship Id="rId5" Type="http://schemas.openxmlformats.org/officeDocument/2006/relationships/image" Target="../media/image69.svg"/><Relationship Id="rId10" Type="http://schemas.openxmlformats.org/officeDocument/2006/relationships/image" Target="../media/image40.svg"/><Relationship Id="rId4" Type="http://schemas.openxmlformats.org/officeDocument/2006/relationships/image" Target="../media/image68.svg"/><Relationship Id="rId9" Type="http://schemas.openxmlformats.org/officeDocument/2006/relationships/image" Target="../media/image72.svg"/></Relationships>
</file>

<file path=ppt/slides/_rels/slide12.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5.svg"/><Relationship Id="rId18" Type="http://schemas.openxmlformats.org/officeDocument/2006/relationships/image" Target="../media/image78.svg"/><Relationship Id="rId3" Type="http://schemas.openxmlformats.org/officeDocument/2006/relationships/image" Target="../media/image73.svg"/><Relationship Id="rId7" Type="http://schemas.openxmlformats.org/officeDocument/2006/relationships/image" Target="../media/image76.svg"/><Relationship Id="rId12" Type="http://schemas.openxmlformats.org/officeDocument/2006/relationships/image" Target="../media/image44.svg"/><Relationship Id="rId17" Type="http://schemas.openxmlformats.org/officeDocument/2006/relationships/image" Target="../media/image77.svg"/><Relationship Id="rId2" Type="http://schemas.openxmlformats.org/officeDocument/2006/relationships/notesSlide" Target="../notesSlides/notesSlide10.xml"/><Relationship Id="rId16" Type="http://schemas.openxmlformats.org/officeDocument/2006/relationships/image" Target="../media/image48.svg"/><Relationship Id="rId1" Type="http://schemas.openxmlformats.org/officeDocument/2006/relationships/slideLayout" Target="../slideLayouts/slideLayout122.xml"/><Relationship Id="rId6" Type="http://schemas.openxmlformats.org/officeDocument/2006/relationships/image" Target="../media/image75.svg"/><Relationship Id="rId11" Type="http://schemas.openxmlformats.org/officeDocument/2006/relationships/image" Target="../media/image43.jpg"/><Relationship Id="rId5" Type="http://schemas.openxmlformats.org/officeDocument/2006/relationships/image" Target="../media/image37.png"/><Relationship Id="rId15" Type="http://schemas.openxmlformats.org/officeDocument/2006/relationships/image" Target="../media/image47.svg"/><Relationship Id="rId10" Type="http://schemas.openxmlformats.org/officeDocument/2006/relationships/image" Target="../media/image42.png"/><Relationship Id="rId19" Type="http://schemas.openxmlformats.org/officeDocument/2006/relationships/image" Target="../media/image79.svg"/><Relationship Id="rId4" Type="http://schemas.openxmlformats.org/officeDocument/2006/relationships/image" Target="../media/image74.svg"/><Relationship Id="rId9" Type="http://schemas.openxmlformats.org/officeDocument/2006/relationships/image" Target="../media/image41.svg"/><Relationship Id="rId14" Type="http://schemas.openxmlformats.org/officeDocument/2006/relationships/image" Target="../media/image46.svg"/></Relationships>
</file>

<file path=ppt/slides/_rels/slide13.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7.svg"/><Relationship Id="rId3" Type="http://schemas.openxmlformats.org/officeDocument/2006/relationships/image" Target="../media/image68.svg"/><Relationship Id="rId7" Type="http://schemas.openxmlformats.org/officeDocument/2006/relationships/image" Target="../media/image76.svg"/><Relationship Id="rId12" Type="http://schemas.openxmlformats.org/officeDocument/2006/relationships/image" Target="../media/image46.svg"/><Relationship Id="rId17" Type="http://schemas.openxmlformats.org/officeDocument/2006/relationships/image" Target="../media/image81.svg"/><Relationship Id="rId2" Type="http://schemas.openxmlformats.org/officeDocument/2006/relationships/notesSlide" Target="../notesSlides/notesSlide11.xml"/><Relationship Id="rId16" Type="http://schemas.openxmlformats.org/officeDocument/2006/relationships/image" Target="../media/image78.svg"/><Relationship Id="rId1" Type="http://schemas.openxmlformats.org/officeDocument/2006/relationships/slideLayout" Target="../slideLayouts/slideLayout122.xml"/><Relationship Id="rId6" Type="http://schemas.openxmlformats.org/officeDocument/2006/relationships/image" Target="../media/image75.svg"/><Relationship Id="rId11" Type="http://schemas.openxmlformats.org/officeDocument/2006/relationships/image" Target="../media/image43.jpg"/><Relationship Id="rId5" Type="http://schemas.openxmlformats.org/officeDocument/2006/relationships/image" Target="../media/image37.png"/><Relationship Id="rId15" Type="http://schemas.openxmlformats.org/officeDocument/2006/relationships/image" Target="../media/image80.svg"/><Relationship Id="rId10" Type="http://schemas.openxmlformats.org/officeDocument/2006/relationships/image" Target="../media/image42.png"/><Relationship Id="rId4" Type="http://schemas.openxmlformats.org/officeDocument/2006/relationships/image" Target="../media/image69.svg"/><Relationship Id="rId9" Type="http://schemas.openxmlformats.org/officeDocument/2006/relationships/image" Target="../media/image41.svg"/><Relationship Id="rId14" Type="http://schemas.openxmlformats.org/officeDocument/2006/relationships/image" Target="../media/image48.svg"/></Relationships>
</file>

<file path=ppt/slides/_rels/slide14.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67.svg"/><Relationship Id="rId7" Type="http://schemas.openxmlformats.org/officeDocument/2006/relationships/image" Target="../media/image75.svg"/><Relationship Id="rId12" Type="http://schemas.openxmlformats.org/officeDocument/2006/relationships/image" Target="../media/image43.jpg"/><Relationship Id="rId2" Type="http://schemas.openxmlformats.org/officeDocument/2006/relationships/notesSlide" Target="../notesSlides/notesSlide12.xml"/><Relationship Id="rId1" Type="http://schemas.openxmlformats.org/officeDocument/2006/relationships/slideLayout" Target="../slideLayouts/slideLayout12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69.svg"/><Relationship Id="rId10" Type="http://schemas.openxmlformats.org/officeDocument/2006/relationships/image" Target="../media/image41.svg"/><Relationship Id="rId4" Type="http://schemas.openxmlformats.org/officeDocument/2006/relationships/image" Target="../media/image68.svg"/><Relationship Id="rId9" Type="http://schemas.openxmlformats.org/officeDocument/2006/relationships/image" Target="../media/image40.svg"/></Relationships>
</file>

<file path=ppt/slides/_rels/slide15.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5.svg"/><Relationship Id="rId18" Type="http://schemas.openxmlformats.org/officeDocument/2006/relationships/image" Target="../media/image50.svg"/><Relationship Id="rId3" Type="http://schemas.openxmlformats.org/officeDocument/2006/relationships/image" Target="../media/image35.svg"/><Relationship Id="rId7" Type="http://schemas.openxmlformats.org/officeDocument/2006/relationships/image" Target="../media/image39.svg"/><Relationship Id="rId12" Type="http://schemas.openxmlformats.org/officeDocument/2006/relationships/image" Target="../media/image44.svg"/><Relationship Id="rId17" Type="http://schemas.openxmlformats.org/officeDocument/2006/relationships/image" Target="../media/image49.svg"/><Relationship Id="rId2" Type="http://schemas.openxmlformats.org/officeDocument/2006/relationships/notesSlide" Target="../notesSlides/notesSlide13.xml"/><Relationship Id="rId16" Type="http://schemas.openxmlformats.org/officeDocument/2006/relationships/image" Target="../media/image48.svg"/><Relationship Id="rId1" Type="http://schemas.openxmlformats.org/officeDocument/2006/relationships/slideLayout" Target="../slideLayouts/slideLayout37.xml"/><Relationship Id="rId6" Type="http://schemas.openxmlformats.org/officeDocument/2006/relationships/image" Target="../media/image38.svg"/><Relationship Id="rId11" Type="http://schemas.openxmlformats.org/officeDocument/2006/relationships/image" Target="../media/image43.jpg"/><Relationship Id="rId5" Type="http://schemas.openxmlformats.org/officeDocument/2006/relationships/image" Target="../media/image37.png"/><Relationship Id="rId15" Type="http://schemas.openxmlformats.org/officeDocument/2006/relationships/image" Target="../media/image47.svg"/><Relationship Id="rId10" Type="http://schemas.openxmlformats.org/officeDocument/2006/relationships/image" Target="../media/image42.png"/><Relationship Id="rId19" Type="http://schemas.openxmlformats.org/officeDocument/2006/relationships/image" Target="../media/image51.svg"/><Relationship Id="rId4" Type="http://schemas.openxmlformats.org/officeDocument/2006/relationships/image" Target="../media/image36.svg"/><Relationship Id="rId9" Type="http://schemas.openxmlformats.org/officeDocument/2006/relationships/image" Target="../media/image41.svg"/><Relationship Id="rId14" Type="http://schemas.openxmlformats.org/officeDocument/2006/relationships/image" Target="../media/image46.svg"/></Relationships>
</file>

<file path=ppt/slides/_rels/slide16.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7.svg"/><Relationship Id="rId3" Type="http://schemas.openxmlformats.org/officeDocument/2006/relationships/image" Target="../media/image68.svg"/><Relationship Id="rId7" Type="http://schemas.openxmlformats.org/officeDocument/2006/relationships/image" Target="../media/image76.svg"/><Relationship Id="rId12" Type="http://schemas.openxmlformats.org/officeDocument/2006/relationships/image" Target="../media/image46.svg"/><Relationship Id="rId2" Type="http://schemas.openxmlformats.org/officeDocument/2006/relationships/notesSlide" Target="../notesSlides/notesSlide14.xml"/><Relationship Id="rId16" Type="http://schemas.openxmlformats.org/officeDocument/2006/relationships/image" Target="../media/image78.svg"/><Relationship Id="rId1" Type="http://schemas.openxmlformats.org/officeDocument/2006/relationships/slideLayout" Target="../slideLayouts/slideLayout122.xml"/><Relationship Id="rId6" Type="http://schemas.openxmlformats.org/officeDocument/2006/relationships/image" Target="../media/image75.svg"/><Relationship Id="rId11" Type="http://schemas.openxmlformats.org/officeDocument/2006/relationships/image" Target="../media/image43.jpg"/><Relationship Id="rId5" Type="http://schemas.openxmlformats.org/officeDocument/2006/relationships/image" Target="../media/image37.png"/><Relationship Id="rId15" Type="http://schemas.openxmlformats.org/officeDocument/2006/relationships/image" Target="../media/image80.svg"/><Relationship Id="rId10" Type="http://schemas.openxmlformats.org/officeDocument/2006/relationships/image" Target="../media/image42.png"/><Relationship Id="rId4" Type="http://schemas.openxmlformats.org/officeDocument/2006/relationships/image" Target="../media/image69.svg"/><Relationship Id="rId9" Type="http://schemas.openxmlformats.org/officeDocument/2006/relationships/image" Target="../media/image41.svg"/><Relationship Id="rId14" Type="http://schemas.openxmlformats.org/officeDocument/2006/relationships/image" Target="../media/image48.svg"/></Relationships>
</file>

<file path=ppt/slides/_rels/slide1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68.svg"/><Relationship Id="rId7" Type="http://schemas.openxmlformats.org/officeDocument/2006/relationships/image" Target="../media/image76.svg"/><Relationship Id="rId2" Type="http://schemas.openxmlformats.org/officeDocument/2006/relationships/notesSlide" Target="../notesSlides/notesSlide15.xml"/><Relationship Id="rId1" Type="http://schemas.openxmlformats.org/officeDocument/2006/relationships/slideLayout" Target="../slideLayouts/slideLayout122.xml"/><Relationship Id="rId6" Type="http://schemas.openxmlformats.org/officeDocument/2006/relationships/image" Target="../media/image75.svg"/><Relationship Id="rId11" Type="http://schemas.openxmlformats.org/officeDocument/2006/relationships/image" Target="../media/image43.jp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69.svg"/><Relationship Id="rId9" Type="http://schemas.openxmlformats.org/officeDocument/2006/relationships/image" Target="../media/image41.svg"/></Relationships>
</file>

<file path=ppt/slides/_rels/slide18.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68.svg"/><Relationship Id="rId7" Type="http://schemas.openxmlformats.org/officeDocument/2006/relationships/image" Target="../media/image76.svg"/><Relationship Id="rId2" Type="http://schemas.openxmlformats.org/officeDocument/2006/relationships/notesSlide" Target="../notesSlides/notesSlide16.xml"/><Relationship Id="rId1" Type="http://schemas.openxmlformats.org/officeDocument/2006/relationships/slideLayout" Target="../slideLayouts/slideLayout122.xml"/><Relationship Id="rId6" Type="http://schemas.openxmlformats.org/officeDocument/2006/relationships/image" Target="../media/image75.svg"/><Relationship Id="rId11" Type="http://schemas.openxmlformats.org/officeDocument/2006/relationships/image" Target="../media/image43.jp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69.svg"/><Relationship Id="rId9" Type="http://schemas.openxmlformats.org/officeDocument/2006/relationships/image" Target="../media/image41.svg"/></Relationships>
</file>

<file path=ppt/slides/_rels/slide19.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82.svg"/><Relationship Id="rId7" Type="http://schemas.openxmlformats.org/officeDocument/2006/relationships/image" Target="../media/image68.svg"/><Relationship Id="rId2" Type="http://schemas.openxmlformats.org/officeDocument/2006/relationships/notesSlide" Target="../notesSlides/notesSlide17.xml"/><Relationship Id="rId1" Type="http://schemas.openxmlformats.org/officeDocument/2006/relationships/slideLayout" Target="../slideLayouts/slideLayout122.xml"/><Relationship Id="rId6" Type="http://schemas.openxmlformats.org/officeDocument/2006/relationships/image" Target="../media/image83.svg"/><Relationship Id="rId5" Type="http://schemas.openxmlformats.org/officeDocument/2006/relationships/image" Target="../media/image40.svg"/><Relationship Id="rId4" Type="http://schemas.openxmlformats.org/officeDocument/2006/relationships/image" Target="../media/image67.svg"/></Relationships>
</file>

<file path=ppt/slides/_rels/slide20.xml.rels><?xml version="1.0" encoding="UTF-8" standalone="yes"?>
<Relationships xmlns="http://schemas.openxmlformats.org/package/2006/relationships"><Relationship Id="rId3" Type="http://schemas.microsoft.com/office/2018/10/relationships/comments" Target="../comments/modernComment_D3D_25ED772D.xml"/><Relationship Id="rId2" Type="http://schemas.openxmlformats.org/officeDocument/2006/relationships/notesSlide" Target="../notesSlides/notesSlide18.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notesSlide" Target="../notesSlides/notesSlide21.xml"/><Relationship Id="rId7" Type="http://schemas.openxmlformats.org/officeDocument/2006/relationships/image" Target="../media/image86.svg"/><Relationship Id="rId12" Type="http://schemas.openxmlformats.org/officeDocument/2006/relationships/image" Target="../media/image91.svg"/><Relationship Id="rId2" Type="http://schemas.openxmlformats.org/officeDocument/2006/relationships/slideLayout" Target="../slideLayouts/slideLayout37.xml"/><Relationship Id="rId1" Type="http://schemas.openxmlformats.org/officeDocument/2006/relationships/tags" Target="../tags/tag2.xml"/><Relationship Id="rId6" Type="http://schemas.openxmlformats.org/officeDocument/2006/relationships/image" Target="../media/image85.svg"/><Relationship Id="rId11" Type="http://schemas.openxmlformats.org/officeDocument/2006/relationships/image" Target="../media/image90.svg"/><Relationship Id="rId5" Type="http://schemas.openxmlformats.org/officeDocument/2006/relationships/image" Target="../media/image84.svg"/><Relationship Id="rId10" Type="http://schemas.openxmlformats.org/officeDocument/2006/relationships/image" Target="../media/image89.svg"/><Relationship Id="rId4" Type="http://schemas.openxmlformats.org/officeDocument/2006/relationships/chart" Target="../charts/chart1.xml"/><Relationship Id="rId9" Type="http://schemas.openxmlformats.org/officeDocument/2006/relationships/image" Target="../media/image88.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image" Target="../media/image92.svg"/><Relationship Id="rId7" Type="http://schemas.openxmlformats.org/officeDocument/2006/relationships/image" Target="../media/image96.svg"/><Relationship Id="rId2" Type="http://schemas.openxmlformats.org/officeDocument/2006/relationships/notesSlide" Target="../notesSlides/notesSlide24.xml"/><Relationship Id="rId1" Type="http://schemas.openxmlformats.org/officeDocument/2006/relationships/slideLayout" Target="../slideLayouts/slideLayout37.xml"/><Relationship Id="rId6" Type="http://schemas.openxmlformats.org/officeDocument/2006/relationships/image" Target="../media/image95.svg"/><Relationship Id="rId5" Type="http://schemas.openxmlformats.org/officeDocument/2006/relationships/image" Target="../media/image94.svg"/><Relationship Id="rId4" Type="http://schemas.openxmlformats.org/officeDocument/2006/relationships/image" Target="../media/image93.svg"/></Relationships>
</file>

<file path=ppt/slides/_rels/slide27.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gif"/><Relationship Id="rId7" Type="http://schemas.openxmlformats.org/officeDocument/2006/relationships/image" Target="../media/image101.png"/><Relationship Id="rId2" Type="http://schemas.openxmlformats.org/officeDocument/2006/relationships/notesSlide" Target="../notesSlides/notesSlide25.xml"/><Relationship Id="rId1" Type="http://schemas.openxmlformats.org/officeDocument/2006/relationships/slideLayout" Target="../slideLayouts/slideLayout37.xml"/><Relationship Id="rId6" Type="http://schemas.openxmlformats.org/officeDocument/2006/relationships/image" Target="../media/image100.png"/><Relationship Id="rId11" Type="http://schemas.openxmlformats.org/officeDocument/2006/relationships/image" Target="../media/image49.svg"/><Relationship Id="rId5" Type="http://schemas.openxmlformats.org/officeDocument/2006/relationships/image" Target="../media/image99.svg"/><Relationship Id="rId10" Type="http://schemas.openxmlformats.org/officeDocument/2006/relationships/image" Target="../media/image104.png"/><Relationship Id="rId4" Type="http://schemas.openxmlformats.org/officeDocument/2006/relationships/image" Target="../media/image98.svg"/><Relationship Id="rId9" Type="http://schemas.openxmlformats.org/officeDocument/2006/relationships/image" Target="../media/image103.png"/></Relationships>
</file>

<file path=ppt/slides/_rels/slide28.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106.svg"/><Relationship Id="rId7" Type="http://schemas.openxmlformats.org/officeDocument/2006/relationships/image" Target="../media/image110.png"/><Relationship Id="rId2" Type="http://schemas.openxmlformats.org/officeDocument/2006/relationships/image" Target="../media/image105.png"/><Relationship Id="rId1" Type="http://schemas.openxmlformats.org/officeDocument/2006/relationships/slideLayout" Target="../slideLayouts/slideLayout37.xml"/><Relationship Id="rId6" Type="http://schemas.openxmlformats.org/officeDocument/2006/relationships/image" Target="../media/image109.svg"/><Relationship Id="rId5" Type="http://schemas.openxmlformats.org/officeDocument/2006/relationships/image" Target="../media/image108.svg"/><Relationship Id="rId4" Type="http://schemas.openxmlformats.org/officeDocument/2006/relationships/image" Target="../media/image107.svg"/><Relationship Id="rId9" Type="http://schemas.openxmlformats.org/officeDocument/2006/relationships/image" Target="../media/image11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3" Type="http://schemas.openxmlformats.org/officeDocument/2006/relationships/image" Target="../media/image114.svg"/><Relationship Id="rId2" Type="http://schemas.openxmlformats.org/officeDocument/2006/relationships/image" Target="../media/image113.svg"/><Relationship Id="rId1" Type="http://schemas.openxmlformats.org/officeDocument/2006/relationships/slideLayout" Target="../slideLayouts/slideLayout68.xml"/><Relationship Id="rId6" Type="http://schemas.openxmlformats.org/officeDocument/2006/relationships/image" Target="../media/image117.png"/><Relationship Id="rId5" Type="http://schemas.openxmlformats.org/officeDocument/2006/relationships/image" Target="../media/image116.svg"/><Relationship Id="rId4" Type="http://schemas.openxmlformats.org/officeDocument/2006/relationships/image" Target="../media/image115.svg"/></Relationships>
</file>

<file path=ppt/slides/_rels/slide31.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27.xml"/><Relationship Id="rId1" Type="http://schemas.openxmlformats.org/officeDocument/2006/relationships/slideLayout" Target="../slideLayouts/slideLayout3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oleObject" Target="../embeddings/oleObject1.bin"/><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3" Type="http://schemas.openxmlformats.org/officeDocument/2006/relationships/image" Target="../media/image119.emf"/><Relationship Id="rId7" Type="http://schemas.openxmlformats.org/officeDocument/2006/relationships/image" Target="../media/image122.emf"/><Relationship Id="rId2" Type="http://schemas.openxmlformats.org/officeDocument/2006/relationships/oleObject" Target="../embeddings/oleObject2.bin"/><Relationship Id="rId1" Type="http://schemas.openxmlformats.org/officeDocument/2006/relationships/slideLayout" Target="../slideLayouts/slideLayout37.xml"/><Relationship Id="rId6" Type="http://schemas.openxmlformats.org/officeDocument/2006/relationships/oleObject" Target="../embeddings/oleObject3.bin"/><Relationship Id="rId5" Type="http://schemas.openxmlformats.org/officeDocument/2006/relationships/image" Target="../media/image121.png"/><Relationship Id="rId4" Type="http://schemas.openxmlformats.org/officeDocument/2006/relationships/image" Target="../media/image120.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8" Type="http://schemas.openxmlformats.org/officeDocument/2006/relationships/image" Target="../media/image124.svg"/><Relationship Id="rId3" Type="http://schemas.openxmlformats.org/officeDocument/2006/relationships/image" Target="../media/image105.png"/><Relationship Id="rId7" Type="http://schemas.openxmlformats.org/officeDocument/2006/relationships/image" Target="../media/image123.svg"/><Relationship Id="rId2" Type="http://schemas.microsoft.com/office/2018/10/relationships/comments" Target="../comments/modernComment_D3E_87906E44.xml"/><Relationship Id="rId1" Type="http://schemas.openxmlformats.org/officeDocument/2006/relationships/slideLayout" Target="../slideLayouts/slideLayout37.xml"/><Relationship Id="rId6" Type="http://schemas.openxmlformats.org/officeDocument/2006/relationships/image" Target="../media/image108.svg"/><Relationship Id="rId11" Type="http://schemas.openxmlformats.org/officeDocument/2006/relationships/image" Target="../media/image125.emf"/><Relationship Id="rId5" Type="http://schemas.openxmlformats.org/officeDocument/2006/relationships/image" Target="../media/image107.svg"/><Relationship Id="rId10" Type="http://schemas.openxmlformats.org/officeDocument/2006/relationships/package" Target="../embeddings/Microsoft_Excel_Worksheet.xlsx"/><Relationship Id="rId4" Type="http://schemas.openxmlformats.org/officeDocument/2006/relationships/image" Target="../media/image106.svg"/><Relationship Id="rId9" Type="http://schemas.openxmlformats.org/officeDocument/2006/relationships/image" Target="../media/image1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logo of a fedex company&#10;&#10;AI-generated content may be incorrect.">
            <a:extLst>
              <a:ext uri="{FF2B5EF4-FFF2-40B4-BE49-F238E27FC236}">
                <a16:creationId xmlns:a16="http://schemas.microsoft.com/office/drawing/2014/main" id="{518E4C33-AD72-780E-CA6A-E00F9FF0BBF8}"/>
              </a:ext>
            </a:extLst>
          </p:cNvPr>
          <p:cNvPicPr>
            <a:picLocks noGrp="1" noChangeAspect="1"/>
          </p:cNvPicPr>
          <p:nvPr>
            <p:ph type="pic" sz="quarter" idx="23"/>
          </p:nvPr>
        </p:nvPicPr>
        <p:blipFill>
          <a:blip r:embed="rId4" cstate="screen">
            <a:extLst>
              <a:ext uri="{28A0092B-C50C-407E-A947-70E740481C1C}">
                <a14:useLocalDpi xmlns:a14="http://schemas.microsoft.com/office/drawing/2010/main"/>
              </a:ext>
            </a:extLst>
          </a:blip>
          <a:srcRect/>
          <a:stretch>
            <a:fillRect/>
          </a:stretch>
        </p:blipFill>
        <p:spPr/>
      </p:pic>
      <p:sp>
        <p:nvSpPr>
          <p:cNvPr id="6" name="Text Placeholder 1">
            <a:extLst>
              <a:ext uri="{FF2B5EF4-FFF2-40B4-BE49-F238E27FC236}">
                <a16:creationId xmlns:a16="http://schemas.microsoft.com/office/drawing/2014/main" id="{C21EC814-CD55-80F6-B976-FC301323A46E}"/>
              </a:ext>
            </a:extLst>
          </p:cNvPr>
          <p:cNvSpPr>
            <a:spLocks noGrp="1"/>
          </p:cNvSpPr>
          <p:nvPr>
            <p:ph type="body" sz="quarter" idx="21"/>
          </p:nvPr>
        </p:nvSpPr>
        <p:spPr>
          <a:xfrm>
            <a:off x="582612" y="2008307"/>
            <a:ext cx="5360987" cy="2693194"/>
          </a:xfrm>
        </p:spPr>
        <p:txBody>
          <a:bodyPr/>
          <a:lstStyle/>
          <a:p>
            <a:r>
              <a:rPr lang="en-IN" sz="5400" b="1" kern="0">
                <a:latin typeface="FedEx Sans"/>
              </a:rPr>
              <a:t>OPTI</a:t>
            </a:r>
            <a:r>
              <a:rPr lang="en-IN" sz="5400" b="1" kern="0">
                <a:solidFill>
                  <a:srgbClr val="FF6200"/>
                </a:solidFill>
                <a:latin typeface="FedEx Sans"/>
              </a:rPr>
              <a:t>X</a:t>
            </a:r>
          </a:p>
          <a:p>
            <a:r>
              <a:rPr lang="en-US" sz="2000" b="1"/>
              <a:t>O</a:t>
            </a:r>
            <a:r>
              <a:rPr lang="en-US" sz="2000"/>
              <a:t>ptimized &amp; interactive </a:t>
            </a:r>
            <a:r>
              <a:rPr lang="en-US" sz="2000" b="1"/>
              <a:t>P</a:t>
            </a:r>
            <a:r>
              <a:rPr lang="en-US" sz="2000"/>
              <a:t>latform for </a:t>
            </a:r>
            <a:r>
              <a:rPr lang="en-US" sz="2000" b="1"/>
              <a:t>T</a:t>
            </a:r>
            <a:r>
              <a:rPr lang="en-US" sz="2000"/>
              <a:t>P&amp;O cases </a:t>
            </a:r>
            <a:r>
              <a:rPr lang="en-US" sz="2000" err="1"/>
              <a:t>e</a:t>
            </a:r>
            <a:r>
              <a:rPr lang="en-US" sz="2000" b="1" err="1"/>
              <a:t>X</a:t>
            </a:r>
            <a:r>
              <a:rPr lang="en-US" sz="2000" err="1"/>
              <a:t>ecution</a:t>
            </a:r>
            <a:endParaRPr lang="en-US" sz="2000"/>
          </a:p>
          <a:p>
            <a:r>
              <a:rPr lang="en-US" sz="1600" b="1" i="1"/>
              <a:t>- A Transformation Initiative to Drive TP&amp;O Efficiency</a:t>
            </a:r>
          </a:p>
        </p:txBody>
      </p:sp>
      <p:sp>
        <p:nvSpPr>
          <p:cNvPr id="2" name="TextBox 1">
            <a:extLst>
              <a:ext uri="{FF2B5EF4-FFF2-40B4-BE49-F238E27FC236}">
                <a16:creationId xmlns:a16="http://schemas.microsoft.com/office/drawing/2014/main" id="{B607A6E6-E4EE-861E-2D20-66358B8A9A7F}"/>
              </a:ext>
            </a:extLst>
          </p:cNvPr>
          <p:cNvSpPr txBox="1"/>
          <p:nvPr/>
        </p:nvSpPr>
        <p:spPr>
          <a:xfrm>
            <a:off x="582612" y="5730875"/>
            <a:ext cx="2446020" cy="294183"/>
          </a:xfrm>
          <a:prstGeom prst="rect">
            <a:avLst/>
          </a:prstGeom>
          <a:noFill/>
        </p:spPr>
        <p:txBody>
          <a:bodyPr wrap="square" lIns="0" tIns="0" rIns="0" bIns="0" rtlCol="0" anchor="t">
            <a:spAutoFit/>
          </a:bodyPr>
          <a:lstStyle/>
          <a:p>
            <a:pPr algn="l">
              <a:lnSpc>
                <a:spcPct val="130000"/>
              </a:lnSpc>
            </a:pPr>
            <a:r>
              <a:rPr lang="en-US">
                <a:solidFill>
                  <a:schemeClr val="bg1"/>
                </a:solidFill>
                <a:latin typeface="FedEx Sans"/>
              </a:rPr>
              <a:t>10th</a:t>
            </a:r>
            <a:r>
              <a:rPr lang="en-US" b="0" i="0">
                <a:solidFill>
                  <a:schemeClr val="bg1"/>
                </a:solidFill>
                <a:latin typeface="FedEx Sans"/>
              </a:rPr>
              <a:t> July</a:t>
            </a:r>
            <a:r>
              <a:rPr lang="en-US">
                <a:solidFill>
                  <a:schemeClr val="bg1"/>
                </a:solidFill>
                <a:latin typeface="FedEx Sans"/>
              </a:rPr>
              <a:t> </a:t>
            </a:r>
            <a:r>
              <a:rPr lang="en-US" b="0" i="0">
                <a:solidFill>
                  <a:schemeClr val="bg1"/>
                </a:solidFill>
                <a:latin typeface="FedEx Sans"/>
              </a:rPr>
              <a:t>2026</a:t>
            </a:r>
          </a:p>
        </p:txBody>
      </p:sp>
    </p:spTree>
    <p:extLst>
      <p:ext uri="{BB962C8B-B14F-4D97-AF65-F5344CB8AC3E}">
        <p14:creationId xmlns:p14="http://schemas.microsoft.com/office/powerpoint/2010/main" val="2955600469"/>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26B438-549B-8399-290E-AADBCAB00FCC}"/>
              </a:ext>
            </a:extLst>
          </p:cNvPr>
          <p:cNvSpPr>
            <a:spLocks noGrp="1"/>
          </p:cNvSpPr>
          <p:nvPr>
            <p:ph type="title"/>
          </p:nvPr>
        </p:nvSpPr>
        <p:spPr/>
        <p:txBody>
          <a:bodyPr/>
          <a:lstStyle/>
          <a:p>
            <a:r>
              <a:rPr lang="en-US"/>
              <a:t>Agenda</a:t>
            </a:r>
          </a:p>
        </p:txBody>
      </p:sp>
      <p:sp>
        <p:nvSpPr>
          <p:cNvPr id="5" name="Text Placeholder 4">
            <a:extLst>
              <a:ext uri="{FF2B5EF4-FFF2-40B4-BE49-F238E27FC236}">
                <a16:creationId xmlns:a16="http://schemas.microsoft.com/office/drawing/2014/main" id="{9FFA3CD8-0A2D-AED3-98BD-CCEA1C3615AB}"/>
              </a:ext>
            </a:extLst>
          </p:cNvPr>
          <p:cNvSpPr>
            <a:spLocks noGrp="1"/>
          </p:cNvSpPr>
          <p:nvPr>
            <p:ph type="body" sz="quarter" idx="12"/>
          </p:nvPr>
        </p:nvSpPr>
        <p:spPr/>
        <p:txBody>
          <a:bodyPr numCol="1"/>
          <a:lstStyle/>
          <a:p>
            <a:r>
              <a:rPr lang="en-US"/>
              <a:t>Optix Recap</a:t>
            </a:r>
          </a:p>
          <a:p>
            <a:r>
              <a:rPr lang="en-US"/>
              <a:t>Current Progress &amp; Updates</a:t>
            </a:r>
          </a:p>
          <a:p>
            <a:r>
              <a:rPr lang="en-US"/>
              <a:t>The Way Forward</a:t>
            </a:r>
          </a:p>
          <a:p>
            <a:r>
              <a:rPr lang="en-US"/>
              <a:t>OPTIX 3.0 Demo</a:t>
            </a:r>
          </a:p>
          <a:p>
            <a:r>
              <a:rPr lang="en-US"/>
              <a:t>Optix Team</a:t>
            </a:r>
          </a:p>
          <a:p>
            <a:endParaRPr lang="en-US"/>
          </a:p>
        </p:txBody>
      </p:sp>
    </p:spTree>
    <p:extLst>
      <p:ext uri="{BB962C8B-B14F-4D97-AF65-F5344CB8AC3E}">
        <p14:creationId xmlns:p14="http://schemas.microsoft.com/office/powerpoint/2010/main" val="1329678027"/>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21897-6417-A4C2-14DE-76BE63DB8A5D}"/>
            </a:ext>
          </a:extLst>
        </p:cNvPr>
        <p:cNvGrpSpPr/>
        <p:nvPr/>
      </p:nvGrpSpPr>
      <p:grpSpPr>
        <a:xfrm>
          <a:off x="0" y="0"/>
          <a:ext cx="0" cy="0"/>
          <a:chOff x="0" y="0"/>
          <a:chExt cx="0" cy="0"/>
        </a:xfrm>
      </p:grpSpPr>
      <p:sp>
        <p:nvSpPr>
          <p:cNvPr id="27" name="Footer Placeholder 3">
            <a:extLst>
              <a:ext uri="{FF2B5EF4-FFF2-40B4-BE49-F238E27FC236}">
                <a16:creationId xmlns:a16="http://schemas.microsoft.com/office/drawing/2014/main" id="{06F27DA6-7E5F-4624-AFEC-333DF5741667}"/>
              </a:ext>
            </a:extLst>
          </p:cNvPr>
          <p:cNvSpPr>
            <a:spLocks noGrp="1"/>
          </p:cNvSpPr>
          <p:nvPr>
            <p:ph type="ftr" sz="quarter" idx="11"/>
          </p:nvPr>
        </p:nvSpPr>
        <p:spPr>
          <a:xfrm>
            <a:off x="571500" y="6374929"/>
            <a:ext cx="3543300" cy="219635"/>
          </a:xfrm>
        </p:spPr>
        <p:txBody>
          <a:bodyPr/>
          <a:lstStyle/>
          <a:p>
            <a:pPr>
              <a:lnSpc>
                <a:spcPct val="90000"/>
              </a:lnSpc>
            </a:pP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7" name="Title 16">
            <a:extLst>
              <a:ext uri="{FF2B5EF4-FFF2-40B4-BE49-F238E27FC236}">
                <a16:creationId xmlns:a16="http://schemas.microsoft.com/office/drawing/2014/main" id="{400E5837-0704-BE2D-E296-900A9269FA5E}"/>
              </a:ext>
            </a:extLst>
          </p:cNvPr>
          <p:cNvSpPr>
            <a:spLocks noGrp="1"/>
          </p:cNvSpPr>
          <p:nvPr>
            <p:ph type="title"/>
          </p:nvPr>
        </p:nvSpPr>
        <p:spPr/>
        <p:txBody>
          <a:bodyPr/>
          <a:lstStyle/>
          <a:p>
            <a:r>
              <a:rPr lang="en-US" sz="2800" b="1"/>
              <a:t>OPTIX Recap:    </a:t>
            </a:r>
            <a:r>
              <a:rPr lang="en-US" sz="2800"/>
              <a:t> </a:t>
            </a:r>
            <a:br>
              <a:rPr lang="en-IN" sz="2800"/>
            </a:br>
            <a:endParaRPr lang="en-US" sz="2800"/>
          </a:p>
        </p:txBody>
      </p:sp>
      <p:sp>
        <p:nvSpPr>
          <p:cNvPr id="31" name="TextBox 30">
            <a:extLst>
              <a:ext uri="{FF2B5EF4-FFF2-40B4-BE49-F238E27FC236}">
                <a16:creationId xmlns:a16="http://schemas.microsoft.com/office/drawing/2014/main" id="{801FC561-E2ED-6F84-CF75-7B8396C11ED0}"/>
              </a:ext>
            </a:extLst>
          </p:cNvPr>
          <p:cNvSpPr txBox="1"/>
          <p:nvPr/>
        </p:nvSpPr>
        <p:spPr>
          <a:xfrm>
            <a:off x="552584" y="1143316"/>
            <a:ext cx="11182449" cy="456728"/>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333333"/>
                </a:solidFill>
                <a:effectLst/>
                <a:uLnTx/>
                <a:uFillTx/>
                <a:latin typeface="+mn-lt"/>
                <a:ea typeface="+mn-ea"/>
                <a:cs typeface="+mn-cs"/>
              </a:rPr>
              <a:t>OPTIX has been selected as a </a:t>
            </a:r>
            <a:r>
              <a:rPr kumimoji="0" lang="en-US" sz="1200" b="1" i="1" u="none" strike="noStrike" kern="1200" cap="none" spc="0" normalizeH="0" baseline="0" noProof="0" dirty="0">
                <a:ln>
                  <a:noFill/>
                </a:ln>
                <a:solidFill>
                  <a:srgbClr val="333333"/>
                </a:solidFill>
                <a:effectLst/>
                <a:uLnTx/>
                <a:uFillTx/>
                <a:latin typeface="+mn-lt"/>
                <a:ea typeface="+mn-ea"/>
                <a:cs typeface="+mn-cs"/>
              </a:rPr>
              <a:t>premiere AI use case for the TP&amp;O team</a:t>
            </a:r>
            <a:r>
              <a:rPr kumimoji="0" lang="en-US" sz="1200" b="0" i="1" u="none" strike="noStrike" kern="1200" cap="none" spc="0" normalizeH="0" baseline="0" noProof="0" dirty="0">
                <a:ln>
                  <a:noFill/>
                </a:ln>
                <a:solidFill>
                  <a:srgbClr val="333333"/>
                </a:solidFill>
                <a:effectLst/>
                <a:uLnTx/>
                <a:uFillTx/>
                <a:latin typeface="+mn-lt"/>
                <a:ea typeface="+mn-ea"/>
                <a:cs typeface="+mn-cs"/>
              </a:rPr>
              <a:t>, directly driving our "</a:t>
            </a:r>
            <a:r>
              <a:rPr kumimoji="0" lang="en-US" sz="1200" b="1" i="1" u="none" strike="noStrike" kern="1200" cap="none" spc="0" normalizeH="0" baseline="0" noProof="0" dirty="0">
                <a:ln>
                  <a:noFill/>
                </a:ln>
                <a:solidFill>
                  <a:srgbClr val="333333"/>
                </a:solidFill>
                <a:effectLst/>
                <a:uLnTx/>
                <a:uFillTx/>
                <a:latin typeface="+mn-lt"/>
                <a:ea typeface="+mn-ea"/>
                <a:cs typeface="+mn-cs"/>
              </a:rPr>
              <a:t>Do More with Less</a:t>
            </a:r>
            <a:r>
              <a:rPr kumimoji="0" lang="en-US" sz="1200" b="0" i="1" u="none" strike="noStrike" kern="1200" cap="none" spc="0" normalizeH="0" baseline="0" noProof="0" dirty="0">
                <a:ln>
                  <a:noFill/>
                </a:ln>
                <a:solidFill>
                  <a:srgbClr val="333333"/>
                </a:solidFill>
                <a:effectLst/>
                <a:uLnTx/>
                <a:uFillTx/>
                <a:latin typeface="+mn-lt"/>
                <a:ea typeface="+mn-ea"/>
                <a:cs typeface="+mn-cs"/>
              </a:rPr>
              <a:t>" strategic mandate. By streamlining TP&amp;O-related workflows to deliver a seamless, superior sales experience, OPTIX actively advances our </a:t>
            </a:r>
            <a:r>
              <a:rPr kumimoji="0" lang="en-US" sz="1200" b="1" i="1" u="none" strike="noStrike" kern="1200" cap="none" spc="0" normalizeH="0" baseline="0" noProof="0" dirty="0">
                <a:ln>
                  <a:noFill/>
                </a:ln>
                <a:solidFill>
                  <a:srgbClr val="333333"/>
                </a:solidFill>
                <a:effectLst/>
                <a:uLnTx/>
                <a:uFillTx/>
                <a:latin typeface="+mn-lt"/>
                <a:ea typeface="+mn-ea"/>
                <a:cs typeface="+mn-cs"/>
              </a:rPr>
              <a:t>Revenue Quality Purple Chip</a:t>
            </a:r>
            <a:r>
              <a:rPr kumimoji="0" lang="en-US" sz="1200" b="0" i="1" u="none" strike="noStrike" kern="1200" cap="none" spc="0" normalizeH="0" baseline="0" noProof="0" dirty="0">
                <a:ln>
                  <a:noFill/>
                </a:ln>
                <a:solidFill>
                  <a:srgbClr val="333333"/>
                </a:solidFill>
                <a:effectLst/>
                <a:uLnTx/>
                <a:uFillTx/>
                <a:latin typeface="+mn-lt"/>
                <a:ea typeface="+mn-ea"/>
                <a:cs typeface="+mn-cs"/>
              </a:rPr>
              <a:t>.</a:t>
            </a:r>
          </a:p>
        </p:txBody>
      </p:sp>
      <p:sp>
        <p:nvSpPr>
          <p:cNvPr id="33" name="Rectangle : coins arrondis 10">
            <a:extLst>
              <a:ext uri="{FF2B5EF4-FFF2-40B4-BE49-F238E27FC236}">
                <a16:creationId xmlns:a16="http://schemas.microsoft.com/office/drawing/2014/main" id="{05A60E13-9B91-FD59-16EB-7E66B25E0531}"/>
              </a:ext>
            </a:extLst>
          </p:cNvPr>
          <p:cNvSpPr/>
          <p:nvPr/>
        </p:nvSpPr>
        <p:spPr>
          <a:xfrm rot="10800000" flipV="1">
            <a:off x="586209" y="1627813"/>
            <a:ext cx="3878850" cy="3144832"/>
          </a:xfrm>
          <a:prstGeom prst="roundRect">
            <a:avLst>
              <a:gd name="adj" fmla="val 0"/>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lvl="0" algn="l" rtl="0">
              <a:spcAft>
                <a:spcPts val="0"/>
              </a:spcAft>
              <a:buSzPct val="100000"/>
              <a:defRPr/>
            </a:pPr>
            <a:br>
              <a:rPr lang="en-IN" sz="1200">
                <a:solidFill>
                  <a:schemeClr val="tx1"/>
                </a:solidFill>
              </a:rPr>
            </a:br>
            <a:endParaRPr kumimoji="0" lang="en-US" sz="1200" b="0" i="0" u="none" strike="noStrike" kern="0" cap="none" spc="0" normalizeH="0" baseline="0" noProof="0">
              <a:ln>
                <a:noFill/>
              </a:ln>
              <a:solidFill>
                <a:schemeClr val="tx1"/>
              </a:solidFill>
              <a:effectLst/>
              <a:uLnTx/>
              <a:uFillTx/>
              <a:ea typeface="FedEx Sans Light" panose="020B0403020203020204" pitchFamily="34" charset="0"/>
              <a:cs typeface="FedEx Sans Light" panose="020B0403020203020204" pitchFamily="34" charset="0"/>
            </a:endParaRPr>
          </a:p>
        </p:txBody>
      </p:sp>
      <p:sp>
        <p:nvSpPr>
          <p:cNvPr id="34" name="Text 10">
            <a:extLst>
              <a:ext uri="{FF2B5EF4-FFF2-40B4-BE49-F238E27FC236}">
                <a16:creationId xmlns:a16="http://schemas.microsoft.com/office/drawing/2014/main" id="{2ED41AD2-5A8E-884B-A8C4-54723E3F5685}"/>
              </a:ext>
            </a:extLst>
          </p:cNvPr>
          <p:cNvSpPr/>
          <p:nvPr/>
        </p:nvSpPr>
        <p:spPr>
          <a:xfrm>
            <a:off x="1550574" y="1620463"/>
            <a:ext cx="2584660" cy="366761"/>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dirty="0">
              <a:ln>
                <a:noFill/>
              </a:ln>
              <a:solidFill>
                <a:prstClr val="white"/>
              </a:solidFill>
              <a:effectLst/>
              <a:uLnTx/>
              <a:uFillTx/>
              <a:latin typeface="+mn-lt"/>
              <a:ea typeface="Calibri" pitchFamily="34" charset="-122"/>
              <a:cs typeface="Calibri" pitchFamily="34" charset="-120"/>
            </a:endParaRPr>
          </a:p>
        </p:txBody>
      </p:sp>
      <p:sp>
        <p:nvSpPr>
          <p:cNvPr id="38" name="Rectangle : coins arrondis 10">
            <a:extLst>
              <a:ext uri="{FF2B5EF4-FFF2-40B4-BE49-F238E27FC236}">
                <a16:creationId xmlns:a16="http://schemas.microsoft.com/office/drawing/2014/main" id="{11390D7E-A606-A907-1ECA-EC048E73EE27}"/>
              </a:ext>
            </a:extLst>
          </p:cNvPr>
          <p:cNvSpPr/>
          <p:nvPr/>
        </p:nvSpPr>
        <p:spPr>
          <a:xfrm rot="10800000" flipV="1">
            <a:off x="4546691" y="1627813"/>
            <a:ext cx="3713933" cy="3145535"/>
          </a:xfrm>
          <a:prstGeom prst="roundRect">
            <a:avLst>
              <a:gd name="adj" fmla="val 263"/>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0" marR="0" lvl="0" indent="0" algn="l" defTabSz="914400" rtl="0" eaLnBrk="1" fontAlgn="auto" latinLnBrk="0" hangingPunct="1">
              <a:lnSpc>
                <a:spcPct val="100000"/>
              </a:lnSpc>
              <a:spcBef>
                <a:spcPts val="0"/>
              </a:spcBef>
              <a:spcAft>
                <a:spcPts val="600"/>
              </a:spcAft>
              <a:buClrTx/>
              <a:buSzPct val="100000"/>
              <a:buFontTx/>
              <a:buNone/>
              <a:tabLst/>
              <a:defRPr/>
            </a:pPr>
            <a:endParaRPr kumimoji="0" lang="en-US" sz="1000" b="0" i="0" u="none" strike="noStrike" kern="0" cap="none" spc="0" normalizeH="0" baseline="0" noProof="0">
              <a:ln>
                <a:noFill/>
              </a:ln>
              <a:solidFill>
                <a:srgbClr val="333333"/>
              </a:solidFill>
              <a:effectLst/>
              <a:uLnTx/>
              <a:uFillTx/>
              <a:ea typeface="FedEx Sans Light" panose="020B0403020203020204" pitchFamily="34" charset="0"/>
              <a:cs typeface="FedEx Sans Light" panose="020B0403020203020204" pitchFamily="34" charset="0"/>
            </a:endParaRPr>
          </a:p>
        </p:txBody>
      </p:sp>
      <p:sp>
        <p:nvSpPr>
          <p:cNvPr id="39" name="Rectangle : avec coins arrondis en haut 12">
            <a:extLst>
              <a:ext uri="{FF2B5EF4-FFF2-40B4-BE49-F238E27FC236}">
                <a16:creationId xmlns:a16="http://schemas.microsoft.com/office/drawing/2014/main" id="{8647523A-5A1E-366D-9682-6F8C3ADA8FC3}"/>
              </a:ext>
            </a:extLst>
          </p:cNvPr>
          <p:cNvSpPr/>
          <p:nvPr/>
        </p:nvSpPr>
        <p:spPr>
          <a:xfrm rot="10800000" flipH="1" flipV="1">
            <a:off x="4546694" y="1635473"/>
            <a:ext cx="3708289" cy="401692"/>
          </a:xfrm>
          <a:prstGeom prst="round2SameRect">
            <a:avLst>
              <a:gd name="adj1" fmla="val 0"/>
              <a:gd name="adj2"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b="1" i="0" u="none" strike="noStrike" kern="1200" cap="none" spc="0" normalizeH="0" baseline="0" noProof="0">
                <a:ln>
                  <a:noFill/>
                </a:ln>
                <a:solidFill>
                  <a:schemeClr val="tx2"/>
                </a:solidFill>
                <a:effectLst/>
                <a:uLnTx/>
                <a:uFillTx/>
                <a:ea typeface="Calibri" pitchFamily="34" charset="-122"/>
                <a:cs typeface="Calibri" pitchFamily="34" charset="-120"/>
              </a:rPr>
              <a:t>2. Action items Status</a:t>
            </a:r>
            <a:endParaRPr kumimoji="0" lang="en-IN" b="1" i="0" u="none" strike="noStrike" kern="1200" cap="none" spc="0" normalizeH="0" baseline="0" noProof="0">
              <a:ln>
                <a:noFill/>
              </a:ln>
              <a:solidFill>
                <a:schemeClr val="tx2"/>
              </a:solidFill>
              <a:effectLst/>
              <a:uLnTx/>
              <a:uFillTx/>
              <a:ea typeface="Calibri" pitchFamily="34" charset="-122"/>
              <a:cs typeface="Calibri" pitchFamily="34" charset="-120"/>
            </a:endParaRPr>
          </a:p>
        </p:txBody>
      </p:sp>
      <p:sp>
        <p:nvSpPr>
          <p:cNvPr id="37" name="Text 10">
            <a:extLst>
              <a:ext uri="{FF2B5EF4-FFF2-40B4-BE49-F238E27FC236}">
                <a16:creationId xmlns:a16="http://schemas.microsoft.com/office/drawing/2014/main" id="{7CD71FB1-51F6-3E6B-B21D-6467E16667CA}"/>
              </a:ext>
            </a:extLst>
          </p:cNvPr>
          <p:cNvSpPr/>
          <p:nvPr/>
        </p:nvSpPr>
        <p:spPr>
          <a:xfrm>
            <a:off x="5470058" y="1620463"/>
            <a:ext cx="2474768" cy="368583"/>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endParaRPr>
          </a:p>
        </p:txBody>
      </p:sp>
      <p:sp>
        <p:nvSpPr>
          <p:cNvPr id="43" name="Rectangle : coins arrondis 10">
            <a:extLst>
              <a:ext uri="{FF2B5EF4-FFF2-40B4-BE49-F238E27FC236}">
                <a16:creationId xmlns:a16="http://schemas.microsoft.com/office/drawing/2014/main" id="{491B0082-111B-AF9C-D126-45453857B5CB}"/>
              </a:ext>
            </a:extLst>
          </p:cNvPr>
          <p:cNvSpPr/>
          <p:nvPr/>
        </p:nvSpPr>
        <p:spPr>
          <a:xfrm rot="10800000" flipV="1">
            <a:off x="8315320" y="1627814"/>
            <a:ext cx="3280534" cy="3145536"/>
          </a:xfrm>
          <a:prstGeom prst="roundRect">
            <a:avLst>
              <a:gd name="adj" fmla="val 253"/>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bIns="576000" rtlCol="0" anchor="t"/>
          <a:lstStyle/>
          <a:p>
            <a:pPr marL="228600" marR="0" lvl="0" indent="-228600" algn="l" defTabSz="914400" rtl="0" eaLnBrk="1" fontAlgn="auto" latinLnBrk="0" hangingPunct="1">
              <a:lnSpc>
                <a:spcPct val="100000"/>
              </a:lnSpc>
              <a:spcBef>
                <a:spcPts val="0"/>
              </a:spcBef>
              <a:spcAft>
                <a:spcPts val="600"/>
              </a:spcAft>
              <a:buClrTx/>
              <a:buSzPct val="100000"/>
              <a:buFont typeface="+mj-lt"/>
              <a:buAutoNum type="arabicPeriod"/>
              <a:tabLst/>
              <a:defRPr/>
            </a:pPr>
            <a:endParaRPr kumimoji="0" lang="en-US" sz="1000" b="1" i="0" u="none" strike="noStrike" kern="0" cap="none" spc="0" normalizeH="0" baseline="0" noProof="0">
              <a:ln>
                <a:noFill/>
              </a:ln>
              <a:solidFill>
                <a:srgbClr val="333333"/>
              </a:solidFill>
              <a:effectLst/>
              <a:uLnTx/>
              <a:uFillTx/>
              <a:ea typeface="FedEx Sans Light" panose="020B0403020203020204" pitchFamily="34" charset="0"/>
              <a:cs typeface="FedEx Sans Light" panose="020B0403020203020204" pitchFamily="34" charset="0"/>
            </a:endParaRPr>
          </a:p>
        </p:txBody>
      </p:sp>
      <p:sp>
        <p:nvSpPr>
          <p:cNvPr id="44" name="Rectangle : avec coins arrondis en haut 12">
            <a:extLst>
              <a:ext uri="{FF2B5EF4-FFF2-40B4-BE49-F238E27FC236}">
                <a16:creationId xmlns:a16="http://schemas.microsoft.com/office/drawing/2014/main" id="{C2B399FD-76F1-DE8C-C3EE-4202BDC6A790}"/>
              </a:ext>
            </a:extLst>
          </p:cNvPr>
          <p:cNvSpPr/>
          <p:nvPr/>
        </p:nvSpPr>
        <p:spPr>
          <a:xfrm rot="10800000" flipH="1" flipV="1">
            <a:off x="8315320" y="1635472"/>
            <a:ext cx="3280534" cy="404112"/>
          </a:xfrm>
          <a:prstGeom prst="round2SameRect">
            <a:avLst>
              <a:gd name="adj1" fmla="val 6602"/>
              <a:gd name="adj2"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b="1" i="0" u="none" strike="noStrike" kern="1200" cap="none" spc="0" normalizeH="0" baseline="0" noProof="0">
                <a:ln>
                  <a:noFill/>
                </a:ln>
                <a:solidFill>
                  <a:schemeClr val="tx2"/>
                </a:solidFill>
                <a:effectLst/>
                <a:uLnTx/>
                <a:uFillTx/>
                <a:ea typeface="Calibri" pitchFamily="34" charset="-122"/>
                <a:cs typeface="Calibri" pitchFamily="34" charset="-120"/>
              </a:rPr>
              <a:t>3. Highlights</a:t>
            </a:r>
            <a:endParaRPr kumimoji="0" lang="en-IN" b="1" i="0" u="none" strike="noStrike" kern="1200" cap="none" spc="0" normalizeH="0" baseline="0" noProof="0">
              <a:ln>
                <a:noFill/>
              </a:ln>
              <a:solidFill>
                <a:schemeClr val="tx2"/>
              </a:solidFill>
              <a:effectLst/>
              <a:uLnTx/>
              <a:uFillTx/>
              <a:ea typeface="Calibri" pitchFamily="34" charset="-122"/>
              <a:cs typeface="Calibri" pitchFamily="34" charset="-120"/>
            </a:endParaRPr>
          </a:p>
        </p:txBody>
      </p:sp>
      <p:sp>
        <p:nvSpPr>
          <p:cNvPr id="42" name="Text 10">
            <a:extLst>
              <a:ext uri="{FF2B5EF4-FFF2-40B4-BE49-F238E27FC236}">
                <a16:creationId xmlns:a16="http://schemas.microsoft.com/office/drawing/2014/main" id="{7407DA1F-6C53-FD7C-2FE3-5114FE95734A}"/>
              </a:ext>
            </a:extLst>
          </p:cNvPr>
          <p:cNvSpPr/>
          <p:nvPr/>
        </p:nvSpPr>
        <p:spPr>
          <a:xfrm>
            <a:off x="9067765" y="1573156"/>
            <a:ext cx="2016666" cy="369474"/>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endParaRPr>
          </a:p>
        </p:txBody>
      </p:sp>
      <p:pic>
        <p:nvPicPr>
          <p:cNvPr id="45" name="Graphic 44" descr="Badge Tick with solid fill">
            <a:extLst>
              <a:ext uri="{FF2B5EF4-FFF2-40B4-BE49-F238E27FC236}">
                <a16:creationId xmlns:a16="http://schemas.microsoft.com/office/drawing/2014/main" id="{21B6F4C7-13BE-D841-C03A-3003EA63DF0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86095" y="1703242"/>
            <a:ext cx="288000" cy="288000"/>
          </a:xfrm>
          <a:prstGeom prst="rect">
            <a:avLst/>
          </a:prstGeom>
        </p:spPr>
      </p:pic>
      <p:pic>
        <p:nvPicPr>
          <p:cNvPr id="46" name="Graphic 45" descr="Trophy with solid fill">
            <a:extLst>
              <a:ext uri="{FF2B5EF4-FFF2-40B4-BE49-F238E27FC236}">
                <a16:creationId xmlns:a16="http://schemas.microsoft.com/office/drawing/2014/main" id="{D5F0435F-81F8-7103-D099-0A168222EF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72374" y="1703242"/>
            <a:ext cx="288000" cy="297881"/>
          </a:xfrm>
          <a:prstGeom prst="rect">
            <a:avLst/>
          </a:prstGeom>
        </p:spPr>
      </p:pic>
      <p:graphicFrame>
        <p:nvGraphicFramePr>
          <p:cNvPr id="47" name="Table 46">
            <a:extLst>
              <a:ext uri="{FF2B5EF4-FFF2-40B4-BE49-F238E27FC236}">
                <a16:creationId xmlns:a16="http://schemas.microsoft.com/office/drawing/2014/main" id="{C52BF633-1867-BC70-EFCA-8D1D7AB378B2}"/>
              </a:ext>
            </a:extLst>
          </p:cNvPr>
          <p:cNvGraphicFramePr>
            <a:graphicFrameLocks noGrp="1"/>
          </p:cNvGraphicFramePr>
          <p:nvPr/>
        </p:nvGraphicFramePr>
        <p:xfrm>
          <a:off x="4736658" y="2681190"/>
          <a:ext cx="3280534" cy="2058474"/>
        </p:xfrm>
        <a:graphic>
          <a:graphicData uri="http://schemas.openxmlformats.org/drawingml/2006/table">
            <a:tbl>
              <a:tblPr>
                <a:tableStyleId>{5C22544A-7EE6-4342-B048-85BDC9FD1C3A}</a:tableStyleId>
              </a:tblPr>
              <a:tblGrid>
                <a:gridCol w="225563">
                  <a:extLst>
                    <a:ext uri="{9D8B030D-6E8A-4147-A177-3AD203B41FA5}">
                      <a16:colId xmlns:a16="http://schemas.microsoft.com/office/drawing/2014/main" val="1793786000"/>
                    </a:ext>
                  </a:extLst>
                </a:gridCol>
                <a:gridCol w="2080683">
                  <a:extLst>
                    <a:ext uri="{9D8B030D-6E8A-4147-A177-3AD203B41FA5}">
                      <a16:colId xmlns:a16="http://schemas.microsoft.com/office/drawing/2014/main" val="3120727726"/>
                    </a:ext>
                  </a:extLst>
                </a:gridCol>
                <a:gridCol w="974288">
                  <a:extLst>
                    <a:ext uri="{9D8B030D-6E8A-4147-A177-3AD203B41FA5}">
                      <a16:colId xmlns:a16="http://schemas.microsoft.com/office/drawing/2014/main" val="1069534392"/>
                    </a:ext>
                  </a:extLst>
                </a:gridCol>
              </a:tblGrid>
              <a:tr h="439072">
                <a:tc>
                  <a:txBody>
                    <a:bodyPr/>
                    <a:lstStyle/>
                    <a:p>
                      <a:r>
                        <a:rPr lang="en-US" b="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95% Case category                              </a:t>
                      </a:r>
                    </a:p>
                    <a:p>
                      <a:r>
                        <a:rPr lang="en-US" b="0"/>
                        <a:t>Inclusion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a:r>
                        <a:rPr lang="en-US">
                          <a:solidFill>
                            <a:srgbClr val="008A00"/>
                          </a:solidFill>
                        </a:rPr>
                        <a:t>Live</a:t>
                      </a: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439072">
                <a:tc>
                  <a:txBody>
                    <a:bodyPr/>
                    <a:lstStyle/>
                    <a:p>
                      <a:r>
                        <a:rPr lang="en-US" b="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Owning Sales Feedback Form Process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439072">
                <a:tc>
                  <a:txBody>
                    <a:bodyPr/>
                    <a:lstStyle/>
                    <a:p>
                      <a:r>
                        <a:rPr lang="en-US" b="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Agents of Change</a:t>
                      </a:r>
                    </a:p>
                    <a:p>
                      <a:r>
                        <a:rPr lang="en-US" b="0"/>
                        <a:t>Workstream (US)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343437">
                <a:tc>
                  <a:txBody>
                    <a:bodyPr/>
                    <a:lstStyle/>
                    <a:p>
                      <a:r>
                        <a:rPr lang="en-US" b="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iSell API integration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343437">
                <a:tc>
                  <a:txBody>
                    <a:bodyPr/>
                    <a:lstStyle/>
                    <a:p>
                      <a:r>
                        <a:rPr lang="en-US" b="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Cloud Hosting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bl>
          </a:graphicData>
        </a:graphic>
      </p:graphicFrame>
      <p:sp>
        <p:nvSpPr>
          <p:cNvPr id="48" name="Oval 47">
            <a:extLst>
              <a:ext uri="{FF2B5EF4-FFF2-40B4-BE49-F238E27FC236}">
                <a16:creationId xmlns:a16="http://schemas.microsoft.com/office/drawing/2014/main" id="{E317BDC4-19EF-A2C9-DE4C-698F4690AA54}"/>
              </a:ext>
            </a:extLst>
          </p:cNvPr>
          <p:cNvSpPr/>
          <p:nvPr/>
        </p:nvSpPr>
        <p:spPr>
          <a:xfrm>
            <a:off x="7088809" y="2810533"/>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F640B131-0115-F444-B162-6FD25AB98C09}"/>
              </a:ext>
            </a:extLst>
          </p:cNvPr>
          <p:cNvSpPr/>
          <p:nvPr/>
        </p:nvSpPr>
        <p:spPr>
          <a:xfrm>
            <a:off x="7088809" y="3276703"/>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2" descr="A person in a suit&#10;&#10;AI-generated content may be incorrect.">
            <a:extLst>
              <a:ext uri="{FF2B5EF4-FFF2-40B4-BE49-F238E27FC236}">
                <a16:creationId xmlns:a16="http://schemas.microsoft.com/office/drawing/2014/main" id="{0011F869-E92E-06EA-A846-CC9344FAC77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42277"/>
          <a:stretch>
            <a:fillRect/>
          </a:stretch>
        </p:blipFill>
        <p:spPr bwMode="auto">
          <a:xfrm>
            <a:off x="9015146" y="2849310"/>
            <a:ext cx="430570" cy="287845"/>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DFF8DB15-3CB5-35BE-775F-4F0AE52CD1ED}"/>
              </a:ext>
            </a:extLst>
          </p:cNvPr>
          <p:cNvSpPr txBox="1"/>
          <p:nvPr/>
        </p:nvSpPr>
        <p:spPr>
          <a:xfrm>
            <a:off x="9453468" y="2265478"/>
            <a:ext cx="2107307" cy="792653"/>
          </a:xfrm>
          <a:prstGeom prst="rect">
            <a:avLst/>
          </a:prstGeom>
          <a:noFill/>
        </p:spPr>
        <p:txBody>
          <a:bodyPr wrap="square" lIns="0" tIns="0" rIns="0" bIns="0" rtlCol="0">
            <a:spAutoFit/>
          </a:bodyPr>
          <a:lstStyle/>
          <a:p>
            <a:pPr marL="171450" indent="-171450" algn="l">
              <a:lnSpc>
                <a:spcPct val="130000"/>
              </a:lnSpc>
              <a:buFont typeface="Arial" panose="020B0604020202020204" pitchFamily="34" charset="0"/>
              <a:buChar char="•"/>
            </a:pPr>
            <a:r>
              <a:rPr lang="en-US" sz="1100" dirty="0">
                <a:latin typeface="+mn-lt"/>
              </a:rPr>
              <a:t>GSO Townhall</a:t>
            </a:r>
            <a:r>
              <a:rPr lang="en-US" sz="1100" b="0" i="0" dirty="0">
                <a:latin typeface="+mn-lt"/>
              </a:rPr>
              <a:t> (29/06)</a:t>
            </a:r>
          </a:p>
          <a:p>
            <a:pPr marL="171450" indent="-171450" algn="l">
              <a:lnSpc>
                <a:spcPct val="130000"/>
              </a:lnSpc>
              <a:buFont typeface="Arial" panose="020B0604020202020204" pitchFamily="34" charset="0"/>
              <a:buChar char="•"/>
            </a:pPr>
            <a:r>
              <a:rPr lang="en-US" sz="1100" dirty="0">
                <a:latin typeface="+mn-lt"/>
              </a:rPr>
              <a:t>Mark Colombo (04/06)</a:t>
            </a:r>
          </a:p>
          <a:p>
            <a:pPr marL="171450" indent="-171450" algn="l">
              <a:lnSpc>
                <a:spcPct val="130000"/>
              </a:lnSpc>
              <a:buFont typeface="Arial" panose="020B0604020202020204" pitchFamily="34" charset="0"/>
              <a:buChar char="•"/>
            </a:pPr>
            <a:r>
              <a:rPr lang="en-US" sz="1100" dirty="0">
                <a:latin typeface="+mn-lt"/>
              </a:rPr>
              <a:t>Chris Nichols (07/05)</a:t>
            </a:r>
          </a:p>
        </p:txBody>
      </p:sp>
      <p:sp>
        <p:nvSpPr>
          <p:cNvPr id="52" name="TextBox 51">
            <a:extLst>
              <a:ext uri="{FF2B5EF4-FFF2-40B4-BE49-F238E27FC236}">
                <a16:creationId xmlns:a16="http://schemas.microsoft.com/office/drawing/2014/main" id="{D4678EC8-2B3B-AA04-E29B-224B507FF846}"/>
              </a:ext>
            </a:extLst>
          </p:cNvPr>
          <p:cNvSpPr txBox="1"/>
          <p:nvPr/>
        </p:nvSpPr>
        <p:spPr>
          <a:xfrm>
            <a:off x="9585934" y="3407915"/>
            <a:ext cx="2099386" cy="216662"/>
          </a:xfrm>
          <a:prstGeom prst="rect">
            <a:avLst/>
          </a:prstGeom>
          <a:noFill/>
        </p:spPr>
        <p:txBody>
          <a:bodyPr wrap="square" lIns="0" tIns="0" rIns="0" bIns="0" rtlCol="0">
            <a:spAutoFit/>
          </a:bodyPr>
          <a:lstStyle/>
          <a:p>
            <a:pPr algn="l">
              <a:lnSpc>
                <a:spcPct val="130000"/>
              </a:lnSpc>
            </a:pPr>
            <a:r>
              <a:rPr lang="en-US" sz="1200">
                <a:solidFill>
                  <a:srgbClr val="333333"/>
                </a:solidFill>
                <a:latin typeface="+mn-lt"/>
                <a:ea typeface="FedEx Sans Light" panose="020B0403020203020204" pitchFamily="34" charset="0"/>
                <a:cs typeface="FedEx Sans Light" panose="020B0403020203020204" pitchFamily="34" charset="0"/>
              </a:rPr>
              <a:t>Reached</a:t>
            </a:r>
            <a:r>
              <a:rPr lang="en-US" sz="1200" b="1">
                <a:solidFill>
                  <a:srgbClr val="333333"/>
                </a:solidFill>
                <a:latin typeface="+mn-lt"/>
                <a:ea typeface="FedEx Sans Light" panose="020B0403020203020204" pitchFamily="34" charset="0"/>
                <a:cs typeface="FedEx Sans Light" panose="020B0403020203020204" pitchFamily="34" charset="0"/>
              </a:rPr>
              <a:t> Semi-finals</a:t>
            </a:r>
            <a:endParaRPr lang="en-US" sz="1200" b="0" i="0">
              <a:latin typeface="+mn-lt"/>
            </a:endParaRPr>
          </a:p>
        </p:txBody>
      </p:sp>
      <p:sp>
        <p:nvSpPr>
          <p:cNvPr id="53" name="TextBox 52">
            <a:extLst>
              <a:ext uri="{FF2B5EF4-FFF2-40B4-BE49-F238E27FC236}">
                <a16:creationId xmlns:a16="http://schemas.microsoft.com/office/drawing/2014/main" id="{A82A569C-6E69-3254-A974-DC30726B7C0F}"/>
              </a:ext>
            </a:extLst>
          </p:cNvPr>
          <p:cNvSpPr txBox="1"/>
          <p:nvPr/>
        </p:nvSpPr>
        <p:spPr>
          <a:xfrm>
            <a:off x="9487974" y="3924758"/>
            <a:ext cx="1999560" cy="1077218"/>
          </a:xfrm>
          <a:prstGeom prst="rect">
            <a:avLst/>
          </a:prstGeom>
          <a:noFill/>
        </p:spPr>
        <p:txBody>
          <a:bodyPr wrap="square" lIns="0" tIns="0" rIns="0" bIns="0" rtlCol="0">
            <a:spAutoFit/>
          </a:bodyPr>
          <a:lstStyle/>
          <a:p>
            <a:pPr marL="171450" indent="-171450" algn="l">
              <a:buFont typeface="Arial" panose="020B0604020202020204" pitchFamily="34" charset="0"/>
              <a:buChar char="•"/>
            </a:pPr>
            <a:r>
              <a:rPr lang="en-US" sz="1100">
                <a:solidFill>
                  <a:srgbClr val="333333"/>
                </a:solidFill>
                <a:latin typeface="+mn-lt"/>
                <a:ea typeface="FedEx Sans Light" panose="020B0403020203020204" pitchFamily="34" charset="0"/>
                <a:cs typeface="FedEx Sans Light" panose="020B0403020203020204" pitchFamily="34" charset="0"/>
              </a:rPr>
              <a:t>APAC (Gemini capabilities)</a:t>
            </a:r>
          </a:p>
          <a:p>
            <a:pPr marL="171450" indent="-171450" algn="l">
              <a:buFont typeface="Arial" panose="020B0604020202020204" pitchFamily="34" charset="0"/>
              <a:buChar char="•"/>
            </a:pPr>
            <a:r>
              <a:rPr lang="en-US" sz="1100">
                <a:solidFill>
                  <a:srgbClr val="333333"/>
                </a:solidFill>
                <a:latin typeface="+mn-lt"/>
                <a:ea typeface="FedEx Sans Light" panose="020B0403020203020204" pitchFamily="34" charset="0"/>
                <a:cs typeface="FedEx Sans Light" panose="020B0403020203020204" pitchFamily="34" charset="0"/>
              </a:rPr>
              <a:t>Pricing (AI Hackathon kickoff)</a:t>
            </a:r>
          </a:p>
          <a:p>
            <a:pPr marL="171450" indent="-171450" algn="l">
              <a:buFont typeface="Arial" panose="020B0604020202020204" pitchFamily="34" charset="0"/>
              <a:buChar char="•"/>
            </a:pPr>
            <a:r>
              <a:rPr lang="en-US" sz="1100">
                <a:solidFill>
                  <a:srgbClr val="333333"/>
                </a:solidFill>
                <a:ea typeface="FedEx Sans Light" panose="020B0403020203020204" pitchFamily="34" charset="0"/>
                <a:cs typeface="FedEx Sans Light" panose="020B0403020203020204" pitchFamily="34" charset="0"/>
              </a:rPr>
              <a:t>CHM (</a:t>
            </a:r>
            <a:r>
              <a:rPr lang="en-US" sz="1100" err="1">
                <a:solidFill>
                  <a:srgbClr val="333333"/>
                </a:solidFill>
                <a:ea typeface="FedEx Sans Light" panose="020B0403020203020204" pitchFamily="34" charset="0"/>
                <a:cs typeface="FedEx Sans Light" panose="020B0403020203020204" pitchFamily="34" charset="0"/>
              </a:rPr>
              <a:t>Streamlit</a:t>
            </a:r>
            <a:r>
              <a:rPr lang="en-US" sz="1100">
                <a:solidFill>
                  <a:srgbClr val="333333"/>
                </a:solidFill>
                <a:ea typeface="FedEx Sans Light" panose="020B0403020203020204" pitchFamily="34" charset="0"/>
                <a:cs typeface="FedEx Sans Light" panose="020B0403020203020204" pitchFamily="34" charset="0"/>
              </a:rPr>
              <a:t> expertise)</a:t>
            </a:r>
          </a:p>
          <a:p>
            <a:pPr algn="l"/>
            <a:endParaRPr lang="en-US" sz="1100">
              <a:solidFill>
                <a:srgbClr val="333333"/>
              </a:solidFill>
              <a:latin typeface="+mn-lt"/>
              <a:ea typeface="FedEx Sans Light" panose="020B0403020203020204" pitchFamily="34" charset="0"/>
              <a:cs typeface="FedEx Sans Light" panose="020B0403020203020204" pitchFamily="34" charset="0"/>
            </a:endParaRPr>
          </a:p>
        </p:txBody>
      </p:sp>
      <p:pic>
        <p:nvPicPr>
          <p:cNvPr id="54" name="Graphic 53" descr="Meeting with solid fill">
            <a:extLst>
              <a:ext uri="{FF2B5EF4-FFF2-40B4-BE49-F238E27FC236}">
                <a16:creationId xmlns:a16="http://schemas.microsoft.com/office/drawing/2014/main" id="{283A7FAA-1811-4050-01FF-BCEEAE10CCE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24704" y="2163885"/>
            <a:ext cx="360000" cy="360000"/>
          </a:xfrm>
          <a:prstGeom prst="rect">
            <a:avLst/>
          </a:prstGeom>
        </p:spPr>
      </p:pic>
      <p:pic>
        <p:nvPicPr>
          <p:cNvPr id="55" name="Graphic 54" descr="Handshake with solid fill">
            <a:extLst>
              <a:ext uri="{FF2B5EF4-FFF2-40B4-BE49-F238E27FC236}">
                <a16:creationId xmlns:a16="http://schemas.microsoft.com/office/drawing/2014/main" id="{F9F302CE-CAF4-5ED1-754F-DB25DF77F2A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35310" y="4169328"/>
            <a:ext cx="360000" cy="360000"/>
          </a:xfrm>
          <a:prstGeom prst="rect">
            <a:avLst/>
          </a:prstGeom>
        </p:spPr>
      </p:pic>
      <p:sp>
        <p:nvSpPr>
          <p:cNvPr id="57" name="Oval 56">
            <a:extLst>
              <a:ext uri="{FF2B5EF4-FFF2-40B4-BE49-F238E27FC236}">
                <a16:creationId xmlns:a16="http://schemas.microsoft.com/office/drawing/2014/main" id="{DD3145F1-1B90-CBAB-ABD3-1AEFED08898E}"/>
              </a:ext>
            </a:extLst>
          </p:cNvPr>
          <p:cNvSpPr/>
          <p:nvPr/>
        </p:nvSpPr>
        <p:spPr>
          <a:xfrm>
            <a:off x="7088809" y="3711540"/>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022E7FD2-592C-A82A-E958-4D59DE11B941}"/>
              </a:ext>
            </a:extLst>
          </p:cNvPr>
          <p:cNvSpPr/>
          <p:nvPr/>
        </p:nvSpPr>
        <p:spPr>
          <a:xfrm>
            <a:off x="7088809" y="4129017"/>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D29824B-CFB1-7CCA-45FB-4EA6D759B879}"/>
              </a:ext>
            </a:extLst>
          </p:cNvPr>
          <p:cNvSpPr/>
          <p:nvPr/>
        </p:nvSpPr>
        <p:spPr>
          <a:xfrm>
            <a:off x="7088809" y="4507729"/>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Graphic 60" descr="Magnifying glass with solid fill">
            <a:extLst>
              <a:ext uri="{FF2B5EF4-FFF2-40B4-BE49-F238E27FC236}">
                <a16:creationId xmlns:a16="http://schemas.microsoft.com/office/drawing/2014/main" id="{2BBE895C-5413-3B53-E2AF-A1104F6C065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88694" y="1678870"/>
            <a:ext cx="288000" cy="288000"/>
          </a:xfrm>
          <a:prstGeom prst="rect">
            <a:avLst/>
          </a:prstGeom>
        </p:spPr>
      </p:pic>
      <p:pic>
        <p:nvPicPr>
          <p:cNvPr id="80" name="Graphic 79" descr="Puzzle pieces with solid fill">
            <a:extLst>
              <a:ext uri="{FF2B5EF4-FFF2-40B4-BE49-F238E27FC236}">
                <a16:creationId xmlns:a16="http://schemas.microsoft.com/office/drawing/2014/main" id="{5E51D1F1-0FA8-8C7D-7D43-C2A6CE94EE3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09647" y="3312634"/>
            <a:ext cx="288000" cy="288000"/>
          </a:xfrm>
          <a:prstGeom prst="rect">
            <a:avLst/>
          </a:prstGeom>
        </p:spPr>
      </p:pic>
      <p:sp>
        <p:nvSpPr>
          <p:cNvPr id="81" name="TextBox 80">
            <a:extLst>
              <a:ext uri="{FF2B5EF4-FFF2-40B4-BE49-F238E27FC236}">
                <a16:creationId xmlns:a16="http://schemas.microsoft.com/office/drawing/2014/main" id="{D71F5198-FB7D-C3FB-B2C2-E596AA7194EB}"/>
              </a:ext>
            </a:extLst>
          </p:cNvPr>
          <p:cNvSpPr txBox="1"/>
          <p:nvPr/>
        </p:nvSpPr>
        <p:spPr>
          <a:xfrm>
            <a:off x="1098733" y="3428950"/>
            <a:ext cx="3366503" cy="1354217"/>
          </a:xfrm>
          <a:prstGeom prst="rect">
            <a:avLst/>
          </a:prstGeom>
          <a:noFill/>
        </p:spPr>
        <p:txBody>
          <a:bodyPr wrap="square">
            <a:spAutoFit/>
          </a:bodyPr>
          <a:lstStyle/>
          <a:p>
            <a:pPr marL="171450" indent="-171450">
              <a:buFont typeface="Arial" panose="020B0604020202020204" pitchFamily="34" charset="0"/>
              <a:buChar char="•"/>
            </a:pPr>
            <a:r>
              <a:rPr lang="en-US" sz="1200" b="1" dirty="0">
                <a:latin typeface="+mn-lt"/>
              </a:rPr>
              <a:t>Rule-based Python engine </a:t>
            </a:r>
            <a:r>
              <a:rPr lang="en-US" sz="1200" dirty="0">
                <a:latin typeface="+mn-lt"/>
              </a:rPr>
              <a:t>for intelligent case resolution recommendations</a:t>
            </a:r>
          </a:p>
          <a:p>
            <a:pPr marL="171450" indent="-171450">
              <a:buFont typeface="Arial" panose="020B0604020202020204" pitchFamily="34" charset="0"/>
              <a:buChar char="•"/>
            </a:pPr>
            <a:r>
              <a:rPr lang="en-US" sz="1200" b="1" dirty="0">
                <a:latin typeface="+mn-lt"/>
              </a:rPr>
              <a:t>AI-powered</a:t>
            </a:r>
            <a:r>
              <a:rPr lang="en-US" sz="1200" dirty="0">
                <a:latin typeface="+mn-lt"/>
              </a:rPr>
              <a:t> third-party research using Gemini</a:t>
            </a:r>
          </a:p>
          <a:p>
            <a:pPr marL="171450" indent="-171450">
              <a:buFont typeface="Arial" panose="020B0604020202020204" pitchFamily="34" charset="0"/>
              <a:buChar char="•"/>
            </a:pPr>
            <a:r>
              <a:rPr lang="en-US" sz="1200" b="1" dirty="0">
                <a:latin typeface="+mn-lt"/>
              </a:rPr>
              <a:t>Automated CSV generation </a:t>
            </a:r>
            <a:r>
              <a:rPr lang="en-US" sz="1200" dirty="0">
                <a:latin typeface="+mn-lt"/>
              </a:rPr>
              <a:t>to complete the resolution workflow</a:t>
            </a:r>
            <a:endParaRPr lang="en-IN" sz="1200" dirty="0">
              <a:latin typeface="+mn-lt"/>
            </a:endParaRPr>
          </a:p>
        </p:txBody>
      </p:sp>
      <p:sp>
        <p:nvSpPr>
          <p:cNvPr id="82" name="TextBox 81">
            <a:extLst>
              <a:ext uri="{FF2B5EF4-FFF2-40B4-BE49-F238E27FC236}">
                <a16:creationId xmlns:a16="http://schemas.microsoft.com/office/drawing/2014/main" id="{6499F08A-324E-5465-0A6E-47E9B34DE072}"/>
              </a:ext>
            </a:extLst>
          </p:cNvPr>
          <p:cNvSpPr txBox="1"/>
          <p:nvPr/>
        </p:nvSpPr>
        <p:spPr>
          <a:xfrm>
            <a:off x="1073413" y="2223720"/>
            <a:ext cx="3297591" cy="1092607"/>
          </a:xfrm>
          <a:prstGeom prst="rect">
            <a:avLst/>
          </a:prstGeom>
          <a:noFill/>
        </p:spPr>
        <p:txBody>
          <a:bodyPr wrap="square">
            <a:spAutoFit/>
          </a:bodyPr>
          <a:lstStyle/>
          <a:p>
            <a:pPr marL="171450" lvl="0" indent="-171450" algn="l" rtl="0">
              <a:buSzPct val="100000"/>
              <a:buFont typeface="Arial" panose="020B0604020202020204" pitchFamily="34" charset="0"/>
              <a:buChar char="•"/>
              <a:defRPr/>
            </a:pPr>
            <a:r>
              <a:rPr lang="en-US" sz="1200" b="1">
                <a:solidFill>
                  <a:schemeClr val="tx1"/>
                </a:solidFill>
                <a:latin typeface="+mn-lt"/>
              </a:rPr>
              <a:t>95%</a:t>
            </a:r>
            <a:r>
              <a:rPr lang="en-US" sz="1200">
                <a:solidFill>
                  <a:schemeClr val="tx1"/>
                </a:solidFill>
                <a:latin typeface="+mn-lt"/>
              </a:rPr>
              <a:t> TP&amp;O cases/month requires multi-system navigation for business rules validation and third-party research</a:t>
            </a:r>
          </a:p>
          <a:p>
            <a:pPr marL="171450" lvl="0" indent="-171450" algn="l" rtl="0">
              <a:buSzPct val="100000"/>
              <a:buFont typeface="Arial" panose="020B0604020202020204" pitchFamily="34" charset="0"/>
              <a:buChar char="•"/>
              <a:defRPr/>
            </a:pPr>
            <a:r>
              <a:rPr lang="en-US" sz="1200">
                <a:solidFill>
                  <a:schemeClr val="tx1"/>
                </a:solidFill>
                <a:latin typeface="+mn-lt"/>
              </a:rPr>
              <a:t>Consumes </a:t>
            </a:r>
            <a:r>
              <a:rPr lang="en-US" sz="1200" b="1">
                <a:solidFill>
                  <a:schemeClr val="tx1"/>
                </a:solidFill>
                <a:latin typeface="+mn-lt"/>
              </a:rPr>
              <a:t>5–10 min per case</a:t>
            </a:r>
            <a:r>
              <a:rPr lang="en-US" sz="1200">
                <a:solidFill>
                  <a:schemeClr val="tx1"/>
                </a:solidFill>
                <a:latin typeface="+mn-lt"/>
              </a:rPr>
              <a:t>; manual form-filling drives SLA risk &amp; data errors</a:t>
            </a:r>
            <a:r>
              <a:rPr lang="en-IN" sz="1200">
                <a:solidFill>
                  <a:schemeClr val="tx1"/>
                </a:solidFill>
                <a:latin typeface="+mn-lt"/>
              </a:rPr>
              <a:t>​</a:t>
            </a:r>
          </a:p>
        </p:txBody>
      </p:sp>
      <p:cxnSp>
        <p:nvCxnSpPr>
          <p:cNvPr id="83" name="Straight Connector 82">
            <a:extLst>
              <a:ext uri="{FF2B5EF4-FFF2-40B4-BE49-F238E27FC236}">
                <a16:creationId xmlns:a16="http://schemas.microsoft.com/office/drawing/2014/main" id="{F0D00E76-90C6-2030-1454-1FB7A68F8062}"/>
              </a:ext>
            </a:extLst>
          </p:cNvPr>
          <p:cNvCxnSpPr>
            <a:cxnSpLocks/>
          </p:cNvCxnSpPr>
          <p:nvPr/>
        </p:nvCxnSpPr>
        <p:spPr>
          <a:xfrm>
            <a:off x="9069037" y="3222900"/>
            <a:ext cx="2177687" cy="8270"/>
          </a:xfrm>
          <a:prstGeom prst="line">
            <a:avLst/>
          </a:prstGeom>
          <a:ln w="9525">
            <a:solidFill>
              <a:schemeClr val="bg1">
                <a:lumMod val="6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9C6E66E-A93C-23E0-2142-571110237E18}"/>
              </a:ext>
            </a:extLst>
          </p:cNvPr>
          <p:cNvCxnSpPr>
            <a:cxnSpLocks/>
          </p:cNvCxnSpPr>
          <p:nvPr/>
        </p:nvCxnSpPr>
        <p:spPr>
          <a:xfrm>
            <a:off x="9144754" y="3875055"/>
            <a:ext cx="2101970" cy="6288"/>
          </a:xfrm>
          <a:prstGeom prst="line">
            <a:avLst/>
          </a:prstGeom>
          <a:ln w="9525">
            <a:solidFill>
              <a:schemeClr val="bg1">
                <a:lumMod val="6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AF5DDF03-AD8F-4C85-68B2-A08D014A5F2F}"/>
              </a:ext>
            </a:extLst>
          </p:cNvPr>
          <p:cNvSpPr/>
          <p:nvPr/>
        </p:nvSpPr>
        <p:spPr>
          <a:xfrm>
            <a:off x="8331310" y="2070402"/>
            <a:ext cx="523814" cy="1152498"/>
          </a:xfrm>
          <a:prstGeom prst="rect">
            <a:avLst/>
          </a:prstGeom>
          <a:solidFill>
            <a:srgbClr val="DBC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CADD9191-BA6D-5E7E-EA5E-8A177AD70A4A}"/>
              </a:ext>
            </a:extLst>
          </p:cNvPr>
          <p:cNvSpPr/>
          <p:nvPr/>
        </p:nvSpPr>
        <p:spPr>
          <a:xfrm>
            <a:off x="9074155" y="2529174"/>
            <a:ext cx="282310" cy="282852"/>
          </a:xfrm>
          <a:prstGeom prst="ellipse">
            <a:avLst/>
          </a:prstGeom>
          <a:blipFill>
            <a:blip r:embed="rId10"/>
            <a:stretch>
              <a:fillRect/>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0" name="object 2">
            <a:extLst>
              <a:ext uri="{FF2B5EF4-FFF2-40B4-BE49-F238E27FC236}">
                <a16:creationId xmlns:a16="http://schemas.microsoft.com/office/drawing/2014/main" id="{606E652E-C9FA-62A3-B8F1-7C13A068EEF7}"/>
              </a:ext>
            </a:extLst>
          </p:cNvPr>
          <p:cNvPicPr/>
          <p:nvPr/>
        </p:nvPicPr>
        <p:blipFill>
          <a:blip r:embed="rId11" cstate="print"/>
          <a:stretch>
            <a:fillRect/>
          </a:stretch>
        </p:blipFill>
        <p:spPr>
          <a:xfrm>
            <a:off x="9069037" y="3363725"/>
            <a:ext cx="458669" cy="364461"/>
          </a:xfrm>
          <a:prstGeom prst="rect">
            <a:avLst/>
          </a:prstGeom>
        </p:spPr>
      </p:pic>
      <p:sp>
        <p:nvSpPr>
          <p:cNvPr id="91" name="TextBox 90">
            <a:extLst>
              <a:ext uri="{FF2B5EF4-FFF2-40B4-BE49-F238E27FC236}">
                <a16:creationId xmlns:a16="http://schemas.microsoft.com/office/drawing/2014/main" id="{1B4561C1-97C7-405C-65B4-C02FAD99AC09}"/>
              </a:ext>
            </a:extLst>
          </p:cNvPr>
          <p:cNvSpPr txBox="1"/>
          <p:nvPr/>
        </p:nvSpPr>
        <p:spPr>
          <a:xfrm rot="16200000">
            <a:off x="8056283" y="2446057"/>
            <a:ext cx="1048320" cy="430887"/>
          </a:xfrm>
          <a:prstGeom prst="rect">
            <a:avLst/>
          </a:prstGeom>
          <a:solidFill>
            <a:srgbClr val="DBC2F6"/>
          </a:solid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Demo</a:t>
            </a:r>
            <a:r>
              <a:rPr lang="en-US" sz="1400" i="1">
                <a:solidFill>
                  <a:schemeClr val="tx2"/>
                </a:solidFill>
                <a:latin typeface="+mn-lt"/>
              </a:rPr>
              <a:t> </a:t>
            </a:r>
            <a:r>
              <a:rPr lang="en-US" sz="1400" i="1">
                <a:solidFill>
                  <a:schemeClr val="tx2"/>
                </a:solidFill>
                <a:latin typeface="+mn-lt"/>
                <a:ea typeface="FedEx Sans Light" panose="020B0403020203020204" pitchFamily="34" charset="0"/>
                <a:cs typeface="FedEx Sans Light" panose="020B0403020203020204" pitchFamily="34" charset="0"/>
              </a:rPr>
              <a:t>Session</a:t>
            </a:r>
          </a:p>
        </p:txBody>
      </p:sp>
      <p:sp>
        <p:nvSpPr>
          <p:cNvPr id="92" name="Rectangle 91">
            <a:extLst>
              <a:ext uri="{FF2B5EF4-FFF2-40B4-BE49-F238E27FC236}">
                <a16:creationId xmlns:a16="http://schemas.microsoft.com/office/drawing/2014/main" id="{BA3FEF37-B782-6E3C-E06F-3414EEF85A50}"/>
              </a:ext>
            </a:extLst>
          </p:cNvPr>
          <p:cNvSpPr/>
          <p:nvPr/>
        </p:nvSpPr>
        <p:spPr>
          <a:xfrm>
            <a:off x="8338795" y="3249439"/>
            <a:ext cx="523814" cy="614326"/>
          </a:xfrm>
          <a:prstGeom prst="rect">
            <a:avLst/>
          </a:prstGeom>
          <a:solidFill>
            <a:srgbClr val="DBC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extBox 92">
            <a:extLst>
              <a:ext uri="{FF2B5EF4-FFF2-40B4-BE49-F238E27FC236}">
                <a16:creationId xmlns:a16="http://schemas.microsoft.com/office/drawing/2014/main" id="{6EE7218B-05C5-6BF1-FB27-1161E376C4D4}"/>
              </a:ext>
            </a:extLst>
          </p:cNvPr>
          <p:cNvSpPr txBox="1"/>
          <p:nvPr/>
        </p:nvSpPr>
        <p:spPr>
          <a:xfrm rot="16200000">
            <a:off x="8188379" y="3422720"/>
            <a:ext cx="705330" cy="252763"/>
          </a:xfrm>
          <a:prstGeom prst="rect">
            <a:avLst/>
          </a:prstGeom>
          <a:noFill/>
        </p:spPr>
        <p:txBody>
          <a:bodyPr wrap="square" lIns="0" tIns="0" rIns="0" bIns="0" rtlCol="0">
            <a:spAutoFit/>
          </a:bodyPr>
          <a:lstStyle/>
          <a:p>
            <a:pPr algn="ctr">
              <a:lnSpc>
                <a:spcPct val="130000"/>
              </a:lnSpc>
            </a:pPr>
            <a:r>
              <a:rPr lang="en-US" sz="1400" i="1">
                <a:solidFill>
                  <a:schemeClr val="tx2"/>
                </a:solidFill>
                <a:latin typeface="+mn-lt"/>
                <a:ea typeface="FedEx Sans Light" panose="020B0403020203020204" pitchFamily="34" charset="0"/>
                <a:cs typeface="FedEx Sans Light" panose="020B0403020203020204" pitchFamily="34" charset="0"/>
              </a:rPr>
              <a:t>PPQA</a:t>
            </a:r>
          </a:p>
        </p:txBody>
      </p:sp>
      <p:sp>
        <p:nvSpPr>
          <p:cNvPr id="94" name="Rectangle 93">
            <a:extLst>
              <a:ext uri="{FF2B5EF4-FFF2-40B4-BE49-F238E27FC236}">
                <a16:creationId xmlns:a16="http://schemas.microsoft.com/office/drawing/2014/main" id="{AED7A0D9-95D9-0115-D8C8-53D7E1523568}"/>
              </a:ext>
            </a:extLst>
          </p:cNvPr>
          <p:cNvSpPr/>
          <p:nvPr/>
        </p:nvSpPr>
        <p:spPr>
          <a:xfrm>
            <a:off x="8331310" y="3884850"/>
            <a:ext cx="523814" cy="898025"/>
          </a:xfrm>
          <a:prstGeom prst="rect">
            <a:avLst/>
          </a:prstGeom>
          <a:solidFill>
            <a:srgbClr val="DBC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95" name="TextBox 94">
            <a:extLst>
              <a:ext uri="{FF2B5EF4-FFF2-40B4-BE49-F238E27FC236}">
                <a16:creationId xmlns:a16="http://schemas.microsoft.com/office/drawing/2014/main" id="{3ED6BCEF-0FF6-9271-0CF3-DD055C55EE24}"/>
              </a:ext>
            </a:extLst>
          </p:cNvPr>
          <p:cNvSpPr txBox="1"/>
          <p:nvPr/>
        </p:nvSpPr>
        <p:spPr>
          <a:xfrm rot="16200000">
            <a:off x="8173543" y="4125429"/>
            <a:ext cx="864951" cy="430887"/>
          </a:xfrm>
          <a:prstGeom prst="rect">
            <a:avLst/>
          </a:prstGeom>
          <a:no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Cross collab</a:t>
            </a:r>
          </a:p>
        </p:txBody>
      </p:sp>
      <p:sp>
        <p:nvSpPr>
          <p:cNvPr id="96" name="TextBox 95">
            <a:extLst>
              <a:ext uri="{FF2B5EF4-FFF2-40B4-BE49-F238E27FC236}">
                <a16:creationId xmlns:a16="http://schemas.microsoft.com/office/drawing/2014/main" id="{94709B3D-5168-843F-421B-E57606588EC0}"/>
              </a:ext>
            </a:extLst>
          </p:cNvPr>
          <p:cNvSpPr txBox="1"/>
          <p:nvPr/>
        </p:nvSpPr>
        <p:spPr>
          <a:xfrm>
            <a:off x="4799165" y="2128253"/>
            <a:ext cx="3199419" cy="456728"/>
          </a:xfrm>
          <a:prstGeom prst="rect">
            <a:avLst/>
          </a:prstGeom>
          <a:noFill/>
        </p:spPr>
        <p:txBody>
          <a:bodyPr wrap="square" lIns="0" tIns="0" rIns="0" bIns="0" rtlCol="0">
            <a:spAutoFit/>
          </a:bodyPr>
          <a:lstStyle/>
          <a:p>
            <a:pPr algn="l">
              <a:lnSpc>
                <a:spcPct val="130000"/>
              </a:lnSpc>
            </a:pPr>
            <a:r>
              <a:rPr lang="en-US" sz="1200">
                <a:latin typeface="+mn-lt"/>
              </a:rPr>
              <a:t>Following action items were identified from </a:t>
            </a:r>
            <a:r>
              <a:rPr lang="en-US" sz="1200" b="1">
                <a:latin typeface="+mn-lt"/>
              </a:rPr>
              <a:t>last meeting (18/3)</a:t>
            </a:r>
          </a:p>
        </p:txBody>
      </p:sp>
      <p:sp>
        <p:nvSpPr>
          <p:cNvPr id="97" name="Arrow: Right 96">
            <a:extLst>
              <a:ext uri="{FF2B5EF4-FFF2-40B4-BE49-F238E27FC236}">
                <a16:creationId xmlns:a16="http://schemas.microsoft.com/office/drawing/2014/main" id="{31E95684-64C6-9A09-D123-93E8CC903A79}"/>
              </a:ext>
            </a:extLst>
          </p:cNvPr>
          <p:cNvSpPr/>
          <p:nvPr/>
        </p:nvSpPr>
        <p:spPr>
          <a:xfrm>
            <a:off x="7764575" y="5173612"/>
            <a:ext cx="3804711" cy="378295"/>
          </a:xfrm>
          <a:prstGeom prst="rightArrow">
            <a:avLst>
              <a:gd name="adj1" fmla="val 70585"/>
              <a:gd name="adj2" fmla="val 50000"/>
            </a:avLst>
          </a:prstGeom>
          <a:solidFill>
            <a:srgbClr val="3A0F69"/>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4.0</a:t>
            </a:r>
          </a:p>
        </p:txBody>
      </p:sp>
      <p:sp>
        <p:nvSpPr>
          <p:cNvPr id="98" name="Arrow: Right 97">
            <a:extLst>
              <a:ext uri="{FF2B5EF4-FFF2-40B4-BE49-F238E27FC236}">
                <a16:creationId xmlns:a16="http://schemas.microsoft.com/office/drawing/2014/main" id="{B6AA54F8-D2CC-7B41-1414-211B718C6565}"/>
              </a:ext>
            </a:extLst>
          </p:cNvPr>
          <p:cNvSpPr/>
          <p:nvPr/>
        </p:nvSpPr>
        <p:spPr>
          <a:xfrm>
            <a:off x="5146103" y="5173612"/>
            <a:ext cx="3487703" cy="378295"/>
          </a:xfrm>
          <a:prstGeom prst="rightArrow">
            <a:avLst>
              <a:gd name="adj1" fmla="val 70585"/>
              <a:gd name="adj2" fmla="val 50000"/>
            </a:avLst>
          </a:prstGeom>
          <a:solidFill>
            <a:srgbClr val="9247E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3.0</a:t>
            </a:r>
          </a:p>
        </p:txBody>
      </p:sp>
      <p:sp>
        <p:nvSpPr>
          <p:cNvPr id="99" name="Arrow: Right 98">
            <a:extLst>
              <a:ext uri="{FF2B5EF4-FFF2-40B4-BE49-F238E27FC236}">
                <a16:creationId xmlns:a16="http://schemas.microsoft.com/office/drawing/2014/main" id="{30DB3373-AE4D-A1BE-4738-1D8F95DD09DF}"/>
              </a:ext>
            </a:extLst>
          </p:cNvPr>
          <p:cNvSpPr/>
          <p:nvPr/>
        </p:nvSpPr>
        <p:spPr>
          <a:xfrm>
            <a:off x="2679676" y="5173612"/>
            <a:ext cx="2763814" cy="378295"/>
          </a:xfrm>
          <a:prstGeom prst="rightArrow">
            <a:avLst>
              <a:gd name="adj1" fmla="val 70585"/>
              <a:gd name="adj2" fmla="val 50000"/>
            </a:avLst>
          </a:prstGeom>
          <a:solidFill>
            <a:srgbClr val="B685ED"/>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2.0</a:t>
            </a:r>
          </a:p>
        </p:txBody>
      </p:sp>
      <p:sp>
        <p:nvSpPr>
          <p:cNvPr id="100" name="Arrow: Right 99">
            <a:extLst>
              <a:ext uri="{FF2B5EF4-FFF2-40B4-BE49-F238E27FC236}">
                <a16:creationId xmlns:a16="http://schemas.microsoft.com/office/drawing/2014/main" id="{851E1FB0-1803-934F-37F0-DF67AF1A3748}"/>
              </a:ext>
            </a:extLst>
          </p:cNvPr>
          <p:cNvSpPr/>
          <p:nvPr/>
        </p:nvSpPr>
        <p:spPr>
          <a:xfrm>
            <a:off x="596146" y="5173612"/>
            <a:ext cx="2339562" cy="378295"/>
          </a:xfrm>
          <a:prstGeom prst="rightArrow">
            <a:avLst>
              <a:gd name="adj1" fmla="val 70585"/>
              <a:gd name="adj2" fmla="val 50000"/>
            </a:avLst>
          </a:prstGeom>
          <a:solidFill>
            <a:schemeClr val="accent1">
              <a:lumMod val="20000"/>
              <a:lumOff val="8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OPTIX 1.0</a:t>
            </a:r>
          </a:p>
        </p:txBody>
      </p:sp>
      <p:cxnSp>
        <p:nvCxnSpPr>
          <p:cNvPr id="101" name="Straight Connector 100">
            <a:extLst>
              <a:ext uri="{FF2B5EF4-FFF2-40B4-BE49-F238E27FC236}">
                <a16:creationId xmlns:a16="http://schemas.microsoft.com/office/drawing/2014/main" id="{6792FC61-26B1-6305-C49E-1C461383394F}"/>
              </a:ext>
            </a:extLst>
          </p:cNvPr>
          <p:cNvCxnSpPr>
            <a:cxnSpLocks/>
          </p:cNvCxnSpPr>
          <p:nvPr/>
        </p:nvCxnSpPr>
        <p:spPr>
          <a:xfrm>
            <a:off x="1266453" y="3348830"/>
            <a:ext cx="2786872" cy="20020"/>
          </a:xfrm>
          <a:prstGeom prst="line">
            <a:avLst/>
          </a:prstGeom>
          <a:ln w="9525">
            <a:solidFill>
              <a:schemeClr val="bg1">
                <a:lumMod val="6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43658C35-1A71-068F-9606-50E5DCC57D7C}"/>
              </a:ext>
            </a:extLst>
          </p:cNvPr>
          <p:cNvSpPr/>
          <p:nvPr/>
        </p:nvSpPr>
        <p:spPr>
          <a:xfrm>
            <a:off x="575096" y="2063291"/>
            <a:ext cx="523814" cy="128439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25751FF2-304F-A8C8-12A1-D48EB5A3C0A5}"/>
              </a:ext>
            </a:extLst>
          </p:cNvPr>
          <p:cNvSpPr txBox="1"/>
          <p:nvPr/>
        </p:nvSpPr>
        <p:spPr>
          <a:xfrm rot="16200000">
            <a:off x="109064" y="2509200"/>
            <a:ext cx="1441227" cy="221657"/>
          </a:xfrm>
          <a:prstGeom prst="rect">
            <a:avLst/>
          </a:prstGeom>
          <a:no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Problem </a:t>
            </a:r>
          </a:p>
        </p:txBody>
      </p:sp>
      <p:sp>
        <p:nvSpPr>
          <p:cNvPr id="104" name="Rectangle 103">
            <a:extLst>
              <a:ext uri="{FF2B5EF4-FFF2-40B4-BE49-F238E27FC236}">
                <a16:creationId xmlns:a16="http://schemas.microsoft.com/office/drawing/2014/main" id="{CA69AA17-2AF9-3E94-F0E0-906D4CA43EA2}"/>
              </a:ext>
            </a:extLst>
          </p:cNvPr>
          <p:cNvSpPr/>
          <p:nvPr/>
        </p:nvSpPr>
        <p:spPr>
          <a:xfrm>
            <a:off x="575096" y="3407914"/>
            <a:ext cx="523814" cy="136473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a:extLst>
              <a:ext uri="{FF2B5EF4-FFF2-40B4-BE49-F238E27FC236}">
                <a16:creationId xmlns:a16="http://schemas.microsoft.com/office/drawing/2014/main" id="{BF585115-9E21-06E9-931D-A1CBF20C6941}"/>
              </a:ext>
            </a:extLst>
          </p:cNvPr>
          <p:cNvSpPr txBox="1"/>
          <p:nvPr/>
        </p:nvSpPr>
        <p:spPr>
          <a:xfrm rot="16200000">
            <a:off x="94682" y="3915875"/>
            <a:ext cx="1441227" cy="221657"/>
          </a:xfrm>
          <a:prstGeom prst="rect">
            <a:avLst/>
          </a:prstGeom>
          <a:no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Solution</a:t>
            </a:r>
          </a:p>
        </p:txBody>
      </p:sp>
      <p:sp>
        <p:nvSpPr>
          <p:cNvPr id="106" name="Rectangle : avec coins arrondis en haut 12">
            <a:extLst>
              <a:ext uri="{FF2B5EF4-FFF2-40B4-BE49-F238E27FC236}">
                <a16:creationId xmlns:a16="http://schemas.microsoft.com/office/drawing/2014/main" id="{87EBAF82-3A0C-3E6D-6D66-244CC028F756}"/>
              </a:ext>
            </a:extLst>
          </p:cNvPr>
          <p:cNvSpPr/>
          <p:nvPr/>
        </p:nvSpPr>
        <p:spPr>
          <a:xfrm rot="10800000" flipH="1" flipV="1">
            <a:off x="552584" y="1635472"/>
            <a:ext cx="3906578" cy="370397"/>
          </a:xfrm>
          <a:prstGeom prst="round2SameRect">
            <a:avLst>
              <a:gd name="adj1" fmla="val 0"/>
              <a:gd name="adj2"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600" b="1" i="0" u="none" strike="noStrike" kern="0" cap="none" spc="0" normalizeH="0" baseline="0" noProof="0" dirty="0">
                <a:ln>
                  <a:noFill/>
                </a:ln>
                <a:solidFill>
                  <a:schemeClr val="tx2"/>
                </a:solidFill>
                <a:effectLst/>
                <a:uLnTx/>
                <a:uFillTx/>
                <a:ea typeface="FedEx Sans Light" panose="020B0403020203020204" pitchFamily="34" charset="0"/>
                <a:cs typeface="FedEx Sans Light" panose="020B0403020203020204" pitchFamily="34" charset="0"/>
              </a:rPr>
              <a:t>1. OPTIX Summary</a:t>
            </a:r>
          </a:p>
        </p:txBody>
      </p:sp>
      <p:sp>
        <p:nvSpPr>
          <p:cNvPr id="107" name="Rectangle 106">
            <a:extLst>
              <a:ext uri="{FF2B5EF4-FFF2-40B4-BE49-F238E27FC236}">
                <a16:creationId xmlns:a16="http://schemas.microsoft.com/office/drawing/2014/main" id="{0E109EBC-C028-FEFA-5A12-C36441C680AE}"/>
              </a:ext>
            </a:extLst>
          </p:cNvPr>
          <p:cNvSpPr/>
          <p:nvPr/>
        </p:nvSpPr>
        <p:spPr>
          <a:xfrm>
            <a:off x="586208" y="4857398"/>
            <a:ext cx="487205" cy="15696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08" name="TextBox 107">
            <a:extLst>
              <a:ext uri="{FF2B5EF4-FFF2-40B4-BE49-F238E27FC236}">
                <a16:creationId xmlns:a16="http://schemas.microsoft.com/office/drawing/2014/main" id="{B7EE4B80-B1C7-ED9F-BD6D-92B77BC667D1}"/>
              </a:ext>
            </a:extLst>
          </p:cNvPr>
          <p:cNvSpPr txBox="1"/>
          <p:nvPr/>
        </p:nvSpPr>
        <p:spPr>
          <a:xfrm>
            <a:off x="870800" y="4896753"/>
            <a:ext cx="2596300" cy="246221"/>
          </a:xfrm>
          <a:prstGeom prst="rect">
            <a:avLst/>
          </a:prstGeom>
          <a:noFill/>
        </p:spPr>
        <p:txBody>
          <a:bodyPr wrap="square" lIns="0" tIns="0" rIns="0" bIns="0" rtlCol="0">
            <a:spAutoFit/>
          </a:bodyPr>
          <a:lstStyle/>
          <a:p>
            <a:pPr algn="ctr">
              <a:spcAft>
                <a:spcPts val="0"/>
              </a:spcAft>
            </a:pPr>
            <a:r>
              <a:rPr lang="en-US" b="1">
                <a:solidFill>
                  <a:schemeClr val="tx2"/>
                </a:solidFill>
                <a:latin typeface="+mn-lt"/>
                <a:ea typeface="FedEx Sans Light" panose="020B0403020203020204" pitchFamily="34" charset="0"/>
                <a:cs typeface="FedEx Sans Light" panose="020B0403020203020204" pitchFamily="34" charset="0"/>
              </a:rPr>
              <a:t>4. OPTIX Versions</a:t>
            </a:r>
          </a:p>
        </p:txBody>
      </p:sp>
      <p:pic>
        <p:nvPicPr>
          <p:cNvPr id="109" name="Graphic 108" descr="Puzzle pieces with solid fill">
            <a:extLst>
              <a:ext uri="{FF2B5EF4-FFF2-40B4-BE49-F238E27FC236}">
                <a16:creationId xmlns:a16="http://schemas.microsoft.com/office/drawing/2014/main" id="{9712ACE7-B62E-A076-D6A8-623B6789567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68999" y="4440427"/>
            <a:ext cx="288000" cy="288000"/>
          </a:xfrm>
          <a:prstGeom prst="rect">
            <a:avLst/>
          </a:prstGeom>
        </p:spPr>
      </p:pic>
      <p:pic>
        <p:nvPicPr>
          <p:cNvPr id="110" name="Graphic 109" descr="Magnifying glass with solid fill">
            <a:extLst>
              <a:ext uri="{FF2B5EF4-FFF2-40B4-BE49-F238E27FC236}">
                <a16:creationId xmlns:a16="http://schemas.microsoft.com/office/drawing/2014/main" id="{9575DCA5-A649-6104-CDBF-830D93E2613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82273" y="3034510"/>
            <a:ext cx="288000" cy="288000"/>
          </a:xfrm>
          <a:prstGeom prst="rect">
            <a:avLst/>
          </a:prstGeom>
        </p:spPr>
      </p:pic>
      <p:pic>
        <p:nvPicPr>
          <p:cNvPr id="111" name="Graphic 110" descr="Robot with solid fill">
            <a:extLst>
              <a:ext uri="{FF2B5EF4-FFF2-40B4-BE49-F238E27FC236}">
                <a16:creationId xmlns:a16="http://schemas.microsoft.com/office/drawing/2014/main" id="{5A4A6173-78EA-0827-137A-E9D399937F0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750444" y="5239630"/>
            <a:ext cx="238133" cy="238133"/>
          </a:xfrm>
          <a:prstGeom prst="rect">
            <a:avLst/>
          </a:prstGeom>
        </p:spPr>
      </p:pic>
      <p:pic>
        <p:nvPicPr>
          <p:cNvPr id="112" name="Graphic 111" descr="Syncing cloud with solid fill">
            <a:extLst>
              <a:ext uri="{FF2B5EF4-FFF2-40B4-BE49-F238E27FC236}">
                <a16:creationId xmlns:a16="http://schemas.microsoft.com/office/drawing/2014/main" id="{1A7774B0-E8C9-E62E-0824-8BD3E101C428}"/>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595372" y="5197991"/>
            <a:ext cx="339351" cy="339351"/>
          </a:xfrm>
          <a:prstGeom prst="rect">
            <a:avLst/>
          </a:prstGeom>
        </p:spPr>
      </p:pic>
      <p:pic>
        <p:nvPicPr>
          <p:cNvPr id="113" name="Graphic 112" descr="Clipboard Mixed with solid fill">
            <a:extLst>
              <a:ext uri="{FF2B5EF4-FFF2-40B4-BE49-F238E27FC236}">
                <a16:creationId xmlns:a16="http://schemas.microsoft.com/office/drawing/2014/main" id="{E2982E91-598F-6A86-A66B-B65C7747AC9D}"/>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014427" y="5225307"/>
            <a:ext cx="256024" cy="256024"/>
          </a:xfrm>
          <a:prstGeom prst="rect">
            <a:avLst/>
          </a:prstGeom>
        </p:spPr>
      </p:pic>
      <p:pic>
        <p:nvPicPr>
          <p:cNvPr id="114" name="Graphic 113" descr="List with solid fill">
            <a:extLst>
              <a:ext uri="{FF2B5EF4-FFF2-40B4-BE49-F238E27FC236}">
                <a16:creationId xmlns:a16="http://schemas.microsoft.com/office/drawing/2014/main" id="{7F2ADEF4-7BC1-D8F8-1E39-9AF4C84C618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37191" y="1703242"/>
            <a:ext cx="287467" cy="287467"/>
          </a:xfrm>
          <a:prstGeom prst="rect">
            <a:avLst/>
          </a:prstGeom>
        </p:spPr>
      </p:pic>
      <p:pic>
        <p:nvPicPr>
          <p:cNvPr id="115" name="Graphic 114" descr="Flowchart with solid fill">
            <a:extLst>
              <a:ext uri="{FF2B5EF4-FFF2-40B4-BE49-F238E27FC236}">
                <a16:creationId xmlns:a16="http://schemas.microsoft.com/office/drawing/2014/main" id="{01C2D0B1-1AF5-62F2-90A9-B7F6E5B6B9E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74865" y="5241153"/>
            <a:ext cx="249793" cy="249793"/>
          </a:xfrm>
          <a:prstGeom prst="rect">
            <a:avLst/>
          </a:prstGeom>
        </p:spPr>
      </p:pic>
      <p:pic>
        <p:nvPicPr>
          <p:cNvPr id="116" name="Graphic 115" descr="Circles with lines with solid fill">
            <a:extLst>
              <a:ext uri="{FF2B5EF4-FFF2-40B4-BE49-F238E27FC236}">
                <a16:creationId xmlns:a16="http://schemas.microsoft.com/office/drawing/2014/main" id="{F55AB198-7B4D-06AC-3F6B-398E7500162A}"/>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67964" y="4850705"/>
            <a:ext cx="302309" cy="302309"/>
          </a:xfrm>
          <a:prstGeom prst="rect">
            <a:avLst/>
          </a:prstGeom>
        </p:spPr>
      </p:pic>
      <p:graphicFrame>
        <p:nvGraphicFramePr>
          <p:cNvPr id="117" name="Table 116">
            <a:extLst>
              <a:ext uri="{FF2B5EF4-FFF2-40B4-BE49-F238E27FC236}">
                <a16:creationId xmlns:a16="http://schemas.microsoft.com/office/drawing/2014/main" id="{A75C5456-3574-41B7-DCB5-E7F8141D1F64}"/>
              </a:ext>
            </a:extLst>
          </p:cNvPr>
          <p:cNvGraphicFramePr>
            <a:graphicFrameLocks noGrp="1"/>
          </p:cNvGraphicFramePr>
          <p:nvPr>
            <p:extLst>
              <p:ext uri="{D42A27DB-BD31-4B8C-83A1-F6EECF244321}">
                <p14:modId xmlns:p14="http://schemas.microsoft.com/office/powerpoint/2010/main" val="2081817514"/>
              </p:ext>
            </p:extLst>
          </p:nvPr>
        </p:nvGraphicFramePr>
        <p:xfrm>
          <a:off x="620354" y="5546238"/>
          <a:ext cx="10951292" cy="905839"/>
        </p:xfrm>
        <a:graphic>
          <a:graphicData uri="http://schemas.openxmlformats.org/drawingml/2006/table">
            <a:tbl>
              <a:tblPr bandRow="1">
                <a:tableStyleId>{5C22544A-7EE6-4342-B048-85BDC9FD1C3A}</a:tableStyleId>
              </a:tblPr>
              <a:tblGrid>
                <a:gridCol w="2162294">
                  <a:extLst>
                    <a:ext uri="{9D8B030D-6E8A-4147-A177-3AD203B41FA5}">
                      <a16:colId xmlns:a16="http://schemas.microsoft.com/office/drawing/2014/main" val="1609363122"/>
                    </a:ext>
                  </a:extLst>
                </a:gridCol>
                <a:gridCol w="2552700">
                  <a:extLst>
                    <a:ext uri="{9D8B030D-6E8A-4147-A177-3AD203B41FA5}">
                      <a16:colId xmlns:a16="http://schemas.microsoft.com/office/drawing/2014/main" val="2414861354"/>
                    </a:ext>
                  </a:extLst>
                </a:gridCol>
                <a:gridCol w="3154886">
                  <a:extLst>
                    <a:ext uri="{9D8B030D-6E8A-4147-A177-3AD203B41FA5}">
                      <a16:colId xmlns:a16="http://schemas.microsoft.com/office/drawing/2014/main" val="3237403303"/>
                    </a:ext>
                  </a:extLst>
                </a:gridCol>
                <a:gridCol w="3081412">
                  <a:extLst>
                    <a:ext uri="{9D8B030D-6E8A-4147-A177-3AD203B41FA5}">
                      <a16:colId xmlns:a16="http://schemas.microsoft.com/office/drawing/2014/main" val="128837621"/>
                    </a:ext>
                  </a:extLst>
                </a:gridCol>
              </a:tblGrid>
              <a:tr h="182508">
                <a:tc>
                  <a:txBody>
                    <a:bodyPr/>
                    <a:lstStyle/>
                    <a:p>
                      <a:pPr algn="ctr"/>
                      <a:r>
                        <a:rPr lang="en-US" sz="1050" b="0" i="1"/>
                        <a:t>Sep’25- Dec’25</a:t>
                      </a:r>
                    </a:p>
                  </a:txBody>
                  <a:tcPr marT="0" marB="0">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050" b="0" i="1"/>
                        <a:t>Dec’25-Apr’26</a:t>
                      </a:r>
                    </a:p>
                  </a:txBody>
                  <a:tcPr marT="0"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050" b="0" i="1"/>
                        <a:t>Apr’26-Jul’26</a:t>
                      </a:r>
                    </a:p>
                  </a:txBody>
                  <a:tcPr marT="0"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050" b="0" i="1"/>
                        <a:t>Jul’26-TBD</a:t>
                      </a:r>
                    </a:p>
                  </a:txBody>
                  <a:tcPr marT="0" marB="0">
                    <a:lnL w="19050" cap="flat" cmpd="sng" algn="ctr">
                      <a:solidFill>
                        <a:schemeClr val="bg1">
                          <a:lumMod val="85000"/>
                        </a:schemeClr>
                      </a:solidFill>
                      <a:prstDash val="solid"/>
                      <a:round/>
                      <a:headEnd type="none" w="med" len="med"/>
                      <a:tailEnd type="none" w="med" len="med"/>
                    </a:lnL>
                    <a:lnB w="28575" cap="flat" cmpd="sng" algn="ctr">
                      <a:noFill/>
                      <a:prstDash val="solid"/>
                      <a:round/>
                      <a:headEnd type="none" w="med" len="med"/>
                      <a:tailEnd type="none" w="med" len="med"/>
                    </a:lnB>
                    <a:noFill/>
                  </a:tcPr>
                </a:tc>
                <a:extLst>
                  <a:ext uri="{0D108BD9-81ED-4DB2-BD59-A6C34878D82A}">
                    <a16:rowId xmlns:a16="http://schemas.microsoft.com/office/drawing/2014/main" val="413795598"/>
                  </a:ext>
                </a:extLst>
              </a:tr>
              <a:tr h="723331">
                <a:tc>
                  <a:txBody>
                    <a:bodyPr/>
                    <a:lstStyle/>
                    <a:p>
                      <a:pPr marL="171450" indent="-171450">
                        <a:spcAft>
                          <a:spcPts val="600"/>
                        </a:spcAft>
                        <a:buFont typeface="Arial" panose="020B0604020202020204" pitchFamily="34" charset="0"/>
                        <a:buChar char="•"/>
                      </a:pPr>
                      <a:r>
                        <a:rPr lang="en-US" sz="1100" b="0">
                          <a:latin typeface="+mn-lt"/>
                        </a:rPr>
                        <a:t>Live for </a:t>
                      </a:r>
                      <a:r>
                        <a:rPr lang="en-US" sz="1100" b="1">
                          <a:latin typeface="+mn-lt"/>
                        </a:rPr>
                        <a:t>Prospecting and ATC cases</a:t>
                      </a:r>
                    </a:p>
                  </a:txBody>
                  <a:tcPr marT="0" marB="0">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0">
                          <a:latin typeface="+mn-lt"/>
                        </a:rPr>
                        <a:t>Live for </a:t>
                      </a:r>
                      <a:r>
                        <a:rPr kumimoji="0" lang="en-US" sz="1100" b="1"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DM/HQ, OOB, USI field, Attribute updates</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 (preliminary)</a:t>
                      </a:r>
                      <a:endParaRPr kumimoji="0" lang="en-US" sz="1100" b="0" i="0" u="none" strike="noStrike" kern="0" cap="none" spc="0" normalizeH="0" baseline="3000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 </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(partial)</a:t>
                      </a:r>
                    </a:p>
                  </a:txBody>
                  <a:tcPr marT="0"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GE Agents </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for OOB, DM/HQ, Attribute &amp; WWS seg update</a:t>
                      </a:r>
                      <a:endPar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indent="-171450">
                        <a:spcAft>
                          <a:spcPts val="0"/>
                        </a:spcAft>
                        <a:buFont typeface="Arial" panose="020B0604020202020204" pitchFamily="34" charset="0"/>
                        <a:buChar char="•"/>
                      </a:pPr>
                      <a:r>
                        <a:rPr lang="en-US" sz="1100" b="1">
                          <a:latin typeface="+mn-lt"/>
                        </a:rPr>
                        <a:t>OPTIX cloud hosting</a:t>
                      </a:r>
                    </a:p>
                  </a:txBody>
                  <a:tcPr marT="0" marB="0">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Integrate </a:t>
                      </a: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Gemini API</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 into OPTIX code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Zero-touch resolution </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via iSell Chatbot with Human-in-the-Loop governance</a:t>
                      </a:r>
                    </a:p>
                  </a:txBody>
                  <a:tcPr marT="0" marB="0">
                    <a:lnL w="19050" cap="flat" cmpd="sng" algn="ctr">
                      <a:solidFill>
                        <a:schemeClr val="bg1">
                          <a:lumMod val="85000"/>
                        </a:schemeClr>
                      </a:solidFill>
                      <a:prstDash val="solid"/>
                      <a:round/>
                      <a:headEnd type="none" w="med" len="med"/>
                      <a:tailEnd type="none" w="med" len="med"/>
                    </a:lnL>
                    <a:lnT w="28575" cap="flat" cmpd="sng" algn="ctr">
                      <a:noFill/>
                      <a:prstDash val="solid"/>
                      <a:round/>
                      <a:headEnd type="none" w="med" len="med"/>
                      <a:tailEnd type="none" w="med" len="med"/>
                    </a:lnT>
                    <a:noFill/>
                  </a:tcPr>
                </a:tc>
                <a:extLst>
                  <a:ext uri="{0D108BD9-81ED-4DB2-BD59-A6C34878D82A}">
                    <a16:rowId xmlns:a16="http://schemas.microsoft.com/office/drawing/2014/main" val="631355567"/>
                  </a:ext>
                </a:extLst>
              </a:tr>
            </a:tbl>
          </a:graphicData>
        </a:graphic>
      </p:graphicFrame>
      <p:sp>
        <p:nvSpPr>
          <p:cNvPr id="118" name="Rectangle: Rounded Corners 117">
            <a:extLst>
              <a:ext uri="{FF2B5EF4-FFF2-40B4-BE49-F238E27FC236}">
                <a16:creationId xmlns:a16="http://schemas.microsoft.com/office/drawing/2014/main" id="{C0C80310-A89A-D034-288F-38830B474587}"/>
              </a:ext>
            </a:extLst>
          </p:cNvPr>
          <p:cNvSpPr/>
          <p:nvPr/>
        </p:nvSpPr>
        <p:spPr>
          <a:xfrm>
            <a:off x="571500" y="4864436"/>
            <a:ext cx="11024354" cy="1569607"/>
          </a:xfrm>
          <a:prstGeom prst="roundRect">
            <a:avLst>
              <a:gd name="adj" fmla="val 0"/>
            </a:avLst>
          </a:prstGeom>
          <a:noFill/>
          <a:ln>
            <a:solidFill>
              <a:srgbClr val="E7E6E6"/>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56000" tIns="38100" rIns="88900" bIns="381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1" i="0" u="none" strike="noStrike" kern="0" cap="none" spc="0" normalizeH="0" baseline="0" noProof="0">
              <a:ln>
                <a:noFill/>
              </a:ln>
              <a:solidFill>
                <a:srgbClr val="333333"/>
              </a:solidFill>
              <a:effectLst/>
              <a:uLnTx/>
              <a:uFillTx/>
              <a:ea typeface="+mn-ea"/>
              <a:cs typeface="+mn-cs"/>
            </a:endParaRPr>
          </a:p>
        </p:txBody>
      </p:sp>
      <p:cxnSp>
        <p:nvCxnSpPr>
          <p:cNvPr id="119" name="Straight Connector 118">
            <a:extLst>
              <a:ext uri="{FF2B5EF4-FFF2-40B4-BE49-F238E27FC236}">
                <a16:creationId xmlns:a16="http://schemas.microsoft.com/office/drawing/2014/main" id="{F223B2E7-8BD7-13C6-EE43-808B4034DF1C}"/>
              </a:ext>
            </a:extLst>
          </p:cNvPr>
          <p:cNvCxnSpPr>
            <a:cxnSpLocks/>
          </p:cNvCxnSpPr>
          <p:nvPr/>
        </p:nvCxnSpPr>
        <p:spPr>
          <a:xfrm>
            <a:off x="586715" y="2001123"/>
            <a:ext cx="3884066" cy="22311"/>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90722DE8-E47E-AEFE-29C8-B0D3CDF91AA6}"/>
              </a:ext>
            </a:extLst>
          </p:cNvPr>
          <p:cNvCxnSpPr>
            <a:cxnSpLocks/>
          </p:cNvCxnSpPr>
          <p:nvPr/>
        </p:nvCxnSpPr>
        <p:spPr>
          <a:xfrm>
            <a:off x="4541247" y="2026671"/>
            <a:ext cx="3722491" cy="9317"/>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B89F9EDF-C807-80E8-0B3A-7E7C7FED9736}"/>
              </a:ext>
            </a:extLst>
          </p:cNvPr>
          <p:cNvCxnSpPr>
            <a:cxnSpLocks/>
          </p:cNvCxnSpPr>
          <p:nvPr/>
        </p:nvCxnSpPr>
        <p:spPr>
          <a:xfrm>
            <a:off x="8401694" y="2025981"/>
            <a:ext cx="3213102" cy="25614"/>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3AD56C4B-9EC7-3A58-FF36-638EF7B3DA4C}"/>
              </a:ext>
            </a:extLst>
          </p:cNvPr>
          <p:cNvSpPr/>
          <p:nvPr/>
        </p:nvSpPr>
        <p:spPr>
          <a:xfrm>
            <a:off x="576994" y="2070402"/>
            <a:ext cx="45719" cy="12843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96C729F-90FA-784E-77AD-E274A4B079E9}"/>
              </a:ext>
            </a:extLst>
          </p:cNvPr>
          <p:cNvSpPr/>
          <p:nvPr/>
        </p:nvSpPr>
        <p:spPr>
          <a:xfrm>
            <a:off x="576994" y="3396721"/>
            <a:ext cx="45719" cy="13759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9279B3E-459E-3C17-AAB3-A80162E3C294}"/>
              </a:ext>
            </a:extLst>
          </p:cNvPr>
          <p:cNvSpPr/>
          <p:nvPr/>
        </p:nvSpPr>
        <p:spPr>
          <a:xfrm>
            <a:off x="8334188" y="2070403"/>
            <a:ext cx="45719" cy="11524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32A21A2-5703-5A0E-A3D4-31A1DDABB676}"/>
              </a:ext>
            </a:extLst>
          </p:cNvPr>
          <p:cNvSpPr/>
          <p:nvPr/>
        </p:nvSpPr>
        <p:spPr>
          <a:xfrm>
            <a:off x="8334188" y="3251909"/>
            <a:ext cx="45719" cy="6177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8FE0F2D-537F-2952-6B41-AEA561145917}"/>
              </a:ext>
            </a:extLst>
          </p:cNvPr>
          <p:cNvSpPr/>
          <p:nvPr/>
        </p:nvSpPr>
        <p:spPr>
          <a:xfrm>
            <a:off x="8334188" y="3884658"/>
            <a:ext cx="45719" cy="8957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68EED175-AF4F-6182-9F24-7EFD983FBF47}"/>
              </a:ext>
            </a:extLst>
          </p:cNvPr>
          <p:cNvCxnSpPr>
            <a:cxnSpLocks/>
          </p:cNvCxnSpPr>
          <p:nvPr/>
        </p:nvCxnSpPr>
        <p:spPr>
          <a:xfrm flipV="1">
            <a:off x="586715" y="5173612"/>
            <a:ext cx="10982571" cy="8850"/>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9890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5B5-C527-48A3-4367-68DEDC62D17E}"/>
            </a:ext>
          </a:extLst>
        </p:cNvPr>
        <p:cNvGrpSpPr/>
        <p:nvPr/>
      </p:nvGrpSpPr>
      <p:grpSpPr>
        <a:xfrm>
          <a:off x="0" y="0"/>
          <a:ext cx="0" cy="0"/>
          <a:chOff x="0" y="0"/>
          <a:chExt cx="0" cy="0"/>
        </a:xfrm>
      </p:grpSpPr>
      <p:graphicFrame>
        <p:nvGraphicFramePr>
          <p:cNvPr id="68" name="Table 67">
            <a:extLst>
              <a:ext uri="{FF2B5EF4-FFF2-40B4-BE49-F238E27FC236}">
                <a16:creationId xmlns:a16="http://schemas.microsoft.com/office/drawing/2014/main" id="{A32B7268-E041-94A5-13D5-75A99966B38E}"/>
              </a:ext>
            </a:extLst>
          </p:cNvPr>
          <p:cNvGraphicFramePr>
            <a:graphicFrameLocks noGrp="1"/>
          </p:cNvGraphicFramePr>
          <p:nvPr>
            <p:extLst>
              <p:ext uri="{D42A27DB-BD31-4B8C-83A1-F6EECF244321}">
                <p14:modId xmlns:p14="http://schemas.microsoft.com/office/powerpoint/2010/main" val="1384436811"/>
              </p:ext>
            </p:extLst>
          </p:nvPr>
        </p:nvGraphicFramePr>
        <p:xfrm>
          <a:off x="9001281" y="3248946"/>
          <a:ext cx="2361441" cy="2867868"/>
        </p:xfrm>
        <a:graphic>
          <a:graphicData uri="http://schemas.openxmlformats.org/drawingml/2006/table">
            <a:tbl>
              <a:tblPr>
                <a:tableStyleId>{5C22544A-7EE6-4342-B048-85BDC9FD1C3A}</a:tableStyleId>
              </a:tblPr>
              <a:tblGrid>
                <a:gridCol w="1470462">
                  <a:extLst>
                    <a:ext uri="{9D8B030D-6E8A-4147-A177-3AD203B41FA5}">
                      <a16:colId xmlns:a16="http://schemas.microsoft.com/office/drawing/2014/main" val="3120727726"/>
                    </a:ext>
                  </a:extLst>
                </a:gridCol>
                <a:gridCol w="890979">
                  <a:extLst>
                    <a:ext uri="{9D8B030D-6E8A-4147-A177-3AD203B41FA5}">
                      <a16:colId xmlns:a16="http://schemas.microsoft.com/office/drawing/2014/main" val="1069534392"/>
                    </a:ext>
                  </a:extLst>
                </a:gridCol>
              </a:tblGrid>
              <a:tr h="401778">
                <a:tc>
                  <a:txBody>
                    <a:bodyPr/>
                    <a:lstStyle/>
                    <a:p>
                      <a:r>
                        <a:rPr lang="en-US" b="0"/>
                        <a:t>Adjust Potential</a:t>
                      </a: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8925" lvl="0" indent="0"/>
                      <a:r>
                        <a:rPr lang="en-US" sz="1100" b="0">
                          <a:solidFill>
                            <a:srgbClr val="008A00"/>
                          </a:solidFill>
                        </a:rPr>
                        <a:t>LIVE</a:t>
                      </a:r>
                    </a:p>
                  </a:txBody>
                  <a:tcPr marL="18288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401778">
                <a:tc>
                  <a:txBody>
                    <a:bodyPr/>
                    <a:lstStyle/>
                    <a:p>
                      <a:pPr marL="0" algn="l" defTabSz="914400" rtl="0" eaLnBrk="1" latinLnBrk="0" hangingPunct="1"/>
                      <a:r>
                        <a:rPr lang="en-US" sz="1200" b="0" kern="1200">
                          <a:solidFill>
                            <a:schemeClr val="dk1"/>
                          </a:solidFill>
                          <a:latin typeface="+mn-lt"/>
                          <a:ea typeface="+mn-ea"/>
                          <a:cs typeface="+mn-cs"/>
                        </a:rPr>
                        <a:t>Catchall (Fraud)</a:t>
                      </a: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914400" rtl="0" eaLnBrk="1" latinLnBrk="0" hangingPunct="1"/>
                      <a:r>
                        <a:rPr lang="en-US" sz="1100" b="0">
                          <a:solidFill>
                            <a:srgbClr val="008A00"/>
                          </a:solidFill>
                        </a:rPr>
                        <a:t>LIVE</a:t>
                      </a:r>
                      <a:endParaRPr lang="en-US" sz="1100" b="0" kern="1200">
                        <a:solidFill>
                          <a:schemeClr val="dk1"/>
                        </a:solidFill>
                        <a:latin typeface="+mn-lt"/>
                        <a:ea typeface="+mn-ea"/>
                        <a:cs typeface="+mn-cs"/>
                      </a:endParaRPr>
                    </a:p>
                  </a:txBody>
                  <a:tcPr marL="4572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773681"/>
                  </a:ext>
                </a:extLst>
              </a:tr>
              <a:tr h="401778">
                <a:tc>
                  <a:txBody>
                    <a:bodyPr/>
                    <a:lstStyle/>
                    <a:p>
                      <a:r>
                        <a:rPr lang="en-US" b="0"/>
                        <a:t>Catchall (OOB)</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1"/>
                      <a:r>
                        <a:rPr lang="en-US" sz="1100" b="0">
                          <a:solidFill>
                            <a:srgbClr val="008A00"/>
                          </a:solidFill>
                        </a:rPr>
                        <a:t>LIVE</a:t>
                      </a:r>
                      <a:endParaRPr lang="en-US" sz="1100" b="0" kern="1200">
                        <a:solidFill>
                          <a:schemeClr val="dk1"/>
                        </a:solidFill>
                        <a:latin typeface="+mn-lt"/>
                        <a:ea typeface="+mn-ea"/>
                        <a:cs typeface="+mn-cs"/>
                      </a:endParaRPr>
                    </a:p>
                  </a:txBody>
                  <a:tcPr marL="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401778">
                <a:tc>
                  <a:txBody>
                    <a:bodyPr/>
                    <a:lstStyle/>
                    <a:p>
                      <a:r>
                        <a:rPr lang="en-US" b="0"/>
                        <a:t>DM/HQ Change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rgbClr val="008A00"/>
                          </a:solidFill>
                        </a:rPr>
                        <a:t>LIVE</a:t>
                      </a:r>
                    </a:p>
                  </a:txBody>
                  <a:tcPr marL="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401778">
                <a:tc>
                  <a:txBody>
                    <a:bodyPr/>
                    <a:lstStyle/>
                    <a:p>
                      <a:r>
                        <a:rPr lang="en-US" b="0"/>
                        <a:t>WWS Segmentation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kern="1200">
                          <a:solidFill>
                            <a:srgbClr val="008A00"/>
                          </a:solidFill>
                          <a:latin typeface="+mn-lt"/>
                          <a:ea typeface="+mn-ea"/>
                          <a:cs typeface="+mn-cs"/>
                        </a:rPr>
                        <a:t>LIVE</a:t>
                      </a:r>
                    </a:p>
                  </a:txBody>
                  <a:tcPr marL="457200" marR="90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401778">
                <a:tc>
                  <a:txBody>
                    <a:bodyPr/>
                    <a:lstStyle/>
                    <a:p>
                      <a:r>
                        <a:rPr lang="en-US" b="0"/>
                        <a:t>USI Field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kern="1200">
                          <a:solidFill>
                            <a:srgbClr val="008A00"/>
                          </a:solidFill>
                          <a:latin typeface="+mn-lt"/>
                          <a:ea typeface="+mn-ea"/>
                          <a:cs typeface="+mn-cs"/>
                        </a:rPr>
                        <a:t>LIVE</a:t>
                      </a:r>
                    </a:p>
                  </a:txBody>
                  <a:tcPr marL="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r h="401778">
                <a:tc>
                  <a:txBody>
                    <a:bodyPr/>
                    <a:lstStyle/>
                    <a:p>
                      <a:r>
                        <a:rPr lang="en-US" b="0"/>
                        <a:t>Prospecting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a:t>WIP</a:t>
                      </a:r>
                    </a:p>
                  </a:txBody>
                  <a:tcPr marL="4572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9513194"/>
                  </a:ext>
                </a:extLst>
              </a:tr>
            </a:tbl>
          </a:graphicData>
        </a:graphic>
      </p:graphicFrame>
      <p:sp>
        <p:nvSpPr>
          <p:cNvPr id="2" name="Vertical Title 1">
            <a:extLst>
              <a:ext uri="{FF2B5EF4-FFF2-40B4-BE49-F238E27FC236}">
                <a16:creationId xmlns:a16="http://schemas.microsoft.com/office/drawing/2014/main" id="{9BB4B4E2-A9CF-3212-C5E6-75C70E869288}"/>
              </a:ext>
            </a:extLst>
          </p:cNvPr>
          <p:cNvSpPr>
            <a:spLocks noGrp="1"/>
          </p:cNvSpPr>
          <p:nvPr>
            <p:ph type="title" orient="vert"/>
          </p:nvPr>
        </p:nvSpPr>
        <p:spPr>
          <a:xfrm>
            <a:off x="582770" y="593101"/>
            <a:ext cx="8652669" cy="599837"/>
          </a:xfrm>
        </p:spPr>
        <p:txBody>
          <a:bodyPr/>
          <a:lstStyle/>
          <a:p>
            <a:r>
              <a:rPr lang="en-US" sz="2800"/>
              <a:t>Current Progress &amp; Updates</a:t>
            </a:r>
            <a:endParaRPr lang="en-US" sz="2800" b="1"/>
          </a:p>
        </p:txBody>
      </p:sp>
      <p:sp>
        <p:nvSpPr>
          <p:cNvPr id="27" name="Footer Placeholder 3">
            <a:extLst>
              <a:ext uri="{FF2B5EF4-FFF2-40B4-BE49-F238E27FC236}">
                <a16:creationId xmlns:a16="http://schemas.microsoft.com/office/drawing/2014/main" id="{9D47AB4B-3F76-0A63-EC02-8E6BCBA246C5}"/>
              </a:ext>
            </a:extLst>
          </p:cNvPr>
          <p:cNvSpPr>
            <a:spLocks noGrp="1"/>
          </p:cNvSpPr>
          <p:nvPr>
            <p:ph type="ftr" sz="quarter" idx="11"/>
          </p:nvPr>
        </p:nvSpPr>
        <p:spPr>
          <a:xfrm>
            <a:off x="571500" y="6374929"/>
            <a:ext cx="3543300" cy="219635"/>
          </a:xfrm>
        </p:spPr>
        <p:txBody>
          <a:bodyPr/>
          <a:lstStyle/>
          <a:p>
            <a:pPr>
              <a:lnSpc>
                <a:spcPct val="90000"/>
              </a:lnSpc>
            </a:pP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x`</a:t>
            </a:r>
          </a:p>
        </p:txBody>
      </p:sp>
      <p:sp>
        <p:nvSpPr>
          <p:cNvPr id="7" name="Oval 6">
            <a:extLst>
              <a:ext uri="{FF2B5EF4-FFF2-40B4-BE49-F238E27FC236}">
                <a16:creationId xmlns:a16="http://schemas.microsoft.com/office/drawing/2014/main" id="{6C3DF8AF-290D-7B13-3944-5A2EC536E5A8}"/>
              </a:ext>
            </a:extLst>
          </p:cNvPr>
          <p:cNvSpPr/>
          <p:nvPr/>
        </p:nvSpPr>
        <p:spPr>
          <a:xfrm>
            <a:off x="3471345" y="1927335"/>
            <a:ext cx="492063" cy="4920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BC521E2-8E02-9E47-1D64-97428F7B2E2D}"/>
              </a:ext>
            </a:extLst>
          </p:cNvPr>
          <p:cNvSpPr txBox="1"/>
          <p:nvPr/>
        </p:nvSpPr>
        <p:spPr>
          <a:xfrm>
            <a:off x="1135773" y="2085668"/>
            <a:ext cx="1892300" cy="215444"/>
          </a:xfrm>
          <a:prstGeom prst="rect">
            <a:avLst/>
          </a:prstGeom>
          <a:noFill/>
        </p:spPr>
        <p:txBody>
          <a:bodyPr wrap="square" lIns="0" tIns="0" rIns="0" bIns="0" rtlCol="0" anchor="t">
            <a:spAutoFit/>
          </a:bodyPr>
          <a:lstStyle/>
          <a:p>
            <a:pPr algn="ctr"/>
            <a:r>
              <a:rPr lang="en-US" sz="1400" b="1">
                <a:solidFill>
                  <a:schemeClr val="tx2"/>
                </a:solidFill>
                <a:latin typeface="+mn-lt"/>
              </a:rPr>
              <a:t>Case Category</a:t>
            </a:r>
          </a:p>
        </p:txBody>
      </p:sp>
      <p:sp>
        <p:nvSpPr>
          <p:cNvPr id="12" name="Rectangle 11">
            <a:extLst>
              <a:ext uri="{FF2B5EF4-FFF2-40B4-BE49-F238E27FC236}">
                <a16:creationId xmlns:a16="http://schemas.microsoft.com/office/drawing/2014/main" id="{A2C07F9F-385D-3840-8085-73803E87552C}"/>
              </a:ext>
            </a:extLst>
          </p:cNvPr>
          <p:cNvSpPr/>
          <p:nvPr/>
        </p:nvSpPr>
        <p:spPr>
          <a:xfrm>
            <a:off x="571500" y="1834147"/>
            <a:ext cx="2617200" cy="4397830"/>
          </a:xfrm>
          <a:prstGeom prst="rect">
            <a:avLst/>
          </a:prstGeom>
          <a:no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D9D16CF-6376-458D-65DF-DDDDA85E424B}"/>
              </a:ext>
            </a:extLst>
          </p:cNvPr>
          <p:cNvSpPr txBox="1"/>
          <p:nvPr/>
        </p:nvSpPr>
        <p:spPr>
          <a:xfrm>
            <a:off x="702850" y="2721934"/>
            <a:ext cx="2351353" cy="2108269"/>
          </a:xfrm>
          <a:prstGeom prst="rect">
            <a:avLst/>
          </a:prstGeom>
          <a:noFill/>
        </p:spPr>
        <p:txBody>
          <a:bodyPr wrap="square" lIns="0" tIns="0" rIns="0" bIns="0" rtlCol="0" anchor="t">
            <a:spAutoFit/>
          </a:bodyPr>
          <a:lstStyle/>
          <a:p>
            <a:pPr algn="l"/>
            <a:r>
              <a:rPr lang="en-IN" sz="1200" b="1"/>
              <a:t>Following case categories are automated through the rules engine </a:t>
            </a:r>
            <a:r>
              <a:rPr lang="en-US" sz="1200" b="1"/>
              <a:t>and form submission:</a:t>
            </a:r>
          </a:p>
          <a:p>
            <a:pPr marL="285750" indent="-285750" algn="l">
              <a:spcAft>
                <a:spcPts val="0"/>
              </a:spcAft>
              <a:buFont typeface="Arial"/>
              <a:buChar char="•"/>
            </a:pPr>
            <a:r>
              <a:rPr lang="en-US" sz="1200"/>
              <a:t>Adjust Potential (52%)</a:t>
            </a:r>
          </a:p>
          <a:p>
            <a:pPr marL="285750" indent="-285750" algn="l">
              <a:spcAft>
                <a:spcPts val="0"/>
              </a:spcAft>
              <a:buFont typeface="Arial"/>
              <a:buChar char="•"/>
            </a:pPr>
            <a:r>
              <a:rPr lang="en-US" sz="1200"/>
              <a:t>Out of Business (8%)</a:t>
            </a:r>
          </a:p>
          <a:p>
            <a:pPr marL="285750" indent="-285750" algn="l">
              <a:spcAft>
                <a:spcPts val="0"/>
              </a:spcAft>
              <a:buFont typeface="Arial"/>
              <a:buChar char="•"/>
            </a:pPr>
            <a:r>
              <a:rPr lang="en-US" sz="1200"/>
              <a:t>Prospecting (14%) </a:t>
            </a:r>
          </a:p>
          <a:p>
            <a:pPr marL="285750" indent="-285750" algn="l">
              <a:spcAft>
                <a:spcPts val="0"/>
              </a:spcAft>
              <a:buFont typeface="Arial"/>
              <a:buChar char="•"/>
            </a:pPr>
            <a:r>
              <a:rPr lang="en-US" sz="1200"/>
              <a:t>Others (26%)</a:t>
            </a:r>
          </a:p>
          <a:p>
            <a:pPr marL="505206" lvl="3" indent="-285750" algn="l">
              <a:buFont typeface="Wingdings" panose="05000000000000000000" pitchFamily="2" charset="2"/>
              <a:buChar char="Ø"/>
            </a:pPr>
            <a:r>
              <a:rPr lang="en-US" sz="1200"/>
              <a:t>Catchall – Fraud </a:t>
            </a:r>
          </a:p>
          <a:p>
            <a:pPr marL="505206" lvl="3" indent="-285750" algn="l">
              <a:buFont typeface="Wingdings" panose="05000000000000000000" pitchFamily="2" charset="2"/>
              <a:buChar char="Ø"/>
            </a:pPr>
            <a:r>
              <a:rPr lang="en-US" sz="1200"/>
              <a:t>USI Field </a:t>
            </a:r>
          </a:p>
          <a:p>
            <a:pPr marL="505206" lvl="3" indent="-285750" algn="l">
              <a:buFont typeface="Wingdings" panose="05000000000000000000" pitchFamily="2" charset="2"/>
              <a:buChar char="Ø"/>
            </a:pPr>
            <a:r>
              <a:rPr lang="en-US" sz="1200"/>
              <a:t>WWS Segmentation </a:t>
            </a:r>
          </a:p>
          <a:p>
            <a:pPr marL="505206" lvl="3" indent="-285750" algn="l">
              <a:buFont typeface="Wingdings" panose="05000000000000000000" pitchFamily="2" charset="2"/>
              <a:buChar char="Ø"/>
            </a:pPr>
            <a:r>
              <a:rPr lang="en-US" sz="1200"/>
              <a:t>DM/HQ change</a:t>
            </a:r>
          </a:p>
        </p:txBody>
      </p:sp>
      <p:sp>
        <p:nvSpPr>
          <p:cNvPr id="16" name="Oval 15">
            <a:extLst>
              <a:ext uri="{FF2B5EF4-FFF2-40B4-BE49-F238E27FC236}">
                <a16:creationId xmlns:a16="http://schemas.microsoft.com/office/drawing/2014/main" id="{04402BAE-48B3-FA66-EF4B-AA52B004B815}"/>
              </a:ext>
            </a:extLst>
          </p:cNvPr>
          <p:cNvSpPr/>
          <p:nvPr/>
        </p:nvSpPr>
        <p:spPr>
          <a:xfrm>
            <a:off x="655158" y="1927335"/>
            <a:ext cx="492063" cy="4920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4B5494ED-1F82-419F-7531-469A8AB94084}"/>
              </a:ext>
            </a:extLst>
          </p:cNvPr>
          <p:cNvSpPr txBox="1"/>
          <p:nvPr/>
        </p:nvSpPr>
        <p:spPr>
          <a:xfrm>
            <a:off x="3866609" y="2089148"/>
            <a:ext cx="1910937" cy="215442"/>
          </a:xfrm>
          <a:prstGeom prst="rect">
            <a:avLst/>
          </a:prstGeom>
          <a:noFill/>
        </p:spPr>
        <p:txBody>
          <a:bodyPr wrap="square" lIns="0" tIns="0" rIns="0" bIns="0" rtlCol="0">
            <a:spAutoFit/>
          </a:bodyPr>
          <a:lstStyle/>
          <a:p>
            <a:pPr algn="ctr"/>
            <a:r>
              <a:rPr lang="en-US" sz="1400" b="1">
                <a:solidFill>
                  <a:schemeClr val="tx2"/>
                </a:solidFill>
                <a:latin typeface="+mn-lt"/>
              </a:rPr>
              <a:t>Agent Creation</a:t>
            </a:r>
          </a:p>
        </p:txBody>
      </p:sp>
      <p:sp>
        <p:nvSpPr>
          <p:cNvPr id="20" name="Rectangle 19">
            <a:extLst>
              <a:ext uri="{FF2B5EF4-FFF2-40B4-BE49-F238E27FC236}">
                <a16:creationId xmlns:a16="http://schemas.microsoft.com/office/drawing/2014/main" id="{0436769A-F14C-72B6-ECF8-ABC63F6B9498}"/>
              </a:ext>
            </a:extLst>
          </p:cNvPr>
          <p:cNvSpPr/>
          <p:nvPr/>
        </p:nvSpPr>
        <p:spPr>
          <a:xfrm>
            <a:off x="3335366" y="1834147"/>
            <a:ext cx="2617200" cy="4397831"/>
          </a:xfrm>
          <a:prstGeom prst="rect">
            <a:avLst/>
          </a:prstGeom>
          <a:no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54402F1-23BB-C9DC-524F-F7FF7775417A}"/>
              </a:ext>
            </a:extLst>
          </p:cNvPr>
          <p:cNvSpPr txBox="1"/>
          <p:nvPr/>
        </p:nvSpPr>
        <p:spPr>
          <a:xfrm>
            <a:off x="3503679" y="2725425"/>
            <a:ext cx="2304454" cy="2354491"/>
          </a:xfrm>
          <a:prstGeom prst="rect">
            <a:avLst/>
          </a:prstGeom>
          <a:noFill/>
        </p:spPr>
        <p:txBody>
          <a:bodyPr wrap="square" lIns="0" tIns="0" rIns="0" bIns="0" rtlCol="0">
            <a:spAutoFit/>
          </a:bodyPr>
          <a:lstStyle/>
          <a:p>
            <a:pPr algn="l"/>
            <a:r>
              <a:rPr lang="en-US" sz="1100" b="1"/>
              <a:t>Built </a:t>
            </a:r>
            <a:r>
              <a:rPr lang="en-US" sz="1100" b="1" err="1">
                <a:hlinkClick r:id="rId4"/>
              </a:rPr>
              <a:t>iSell</a:t>
            </a:r>
            <a:r>
              <a:rPr lang="en-US" sz="1100" b="1">
                <a:hlinkClick r:id="rId4"/>
              </a:rPr>
              <a:t> Validation </a:t>
            </a:r>
            <a:r>
              <a:rPr lang="en-US" sz="1100" b="1"/>
              <a:t>Assistant GE</a:t>
            </a:r>
            <a:r>
              <a:rPr lang="en-US" sz="1100"/>
              <a:t> </a:t>
            </a:r>
            <a:r>
              <a:rPr lang="en-US" sz="1100" b="1"/>
              <a:t>4 case categories </a:t>
            </a:r>
            <a:r>
              <a:rPr lang="en-US" sz="1100"/>
              <a:t>– WWS Segmentation, DM/HQ, ATC Attribute Update, and Out of Business. </a:t>
            </a:r>
          </a:p>
          <a:p>
            <a:pPr marL="171450" indent="-171450" algn="l">
              <a:buFont typeface="Arial" panose="020B0604020202020204" pitchFamily="34" charset="0"/>
              <a:buChar char="•"/>
            </a:pPr>
            <a:r>
              <a:rPr lang="en-US" sz="1100"/>
              <a:t>Accelerated </a:t>
            </a:r>
            <a:r>
              <a:rPr lang="en-US" sz="1100" b="1"/>
              <a:t>Third-Party Research </a:t>
            </a:r>
            <a:r>
              <a:rPr lang="en-US" sz="1100"/>
              <a:t>with every recommendation backed by evidence, source &amp; reasoning.</a:t>
            </a:r>
          </a:p>
          <a:p>
            <a:pPr marL="171450" indent="-171450" algn="l">
              <a:buFont typeface="Arial" panose="020B0604020202020204" pitchFamily="34" charset="0"/>
              <a:buChar char="•"/>
            </a:pPr>
            <a:r>
              <a:rPr lang="en-US" sz="1100" b="1"/>
              <a:t>Enhanced User Experience</a:t>
            </a:r>
            <a:r>
              <a:rPr lang="en-US" sz="1100"/>
              <a:t>: One assistant and interface comprising all validation workflows.</a:t>
            </a:r>
          </a:p>
        </p:txBody>
      </p:sp>
      <p:sp>
        <p:nvSpPr>
          <p:cNvPr id="23" name="TextBox 22">
            <a:extLst>
              <a:ext uri="{FF2B5EF4-FFF2-40B4-BE49-F238E27FC236}">
                <a16:creationId xmlns:a16="http://schemas.microsoft.com/office/drawing/2014/main" id="{F8FAC54C-0348-D14B-CF23-453FCFFF0C71}"/>
              </a:ext>
            </a:extLst>
          </p:cNvPr>
          <p:cNvSpPr txBox="1"/>
          <p:nvPr/>
        </p:nvSpPr>
        <p:spPr>
          <a:xfrm>
            <a:off x="8627605" y="2107848"/>
            <a:ext cx="3543301" cy="215444"/>
          </a:xfrm>
          <a:prstGeom prst="rect">
            <a:avLst/>
          </a:prstGeom>
          <a:noFill/>
        </p:spPr>
        <p:txBody>
          <a:bodyPr wrap="square" lIns="0" tIns="0" rIns="0" bIns="0" rtlCol="0">
            <a:spAutoFit/>
          </a:bodyPr>
          <a:lstStyle/>
          <a:p>
            <a:pPr algn="ctr"/>
            <a:r>
              <a:rPr lang="en-US" sz="1400" b="1">
                <a:solidFill>
                  <a:schemeClr val="tx2"/>
                </a:solidFill>
                <a:latin typeface="+mn-lt"/>
              </a:rPr>
              <a:t>US SAM Lift Off</a:t>
            </a:r>
          </a:p>
        </p:txBody>
      </p:sp>
      <p:sp>
        <p:nvSpPr>
          <p:cNvPr id="24" name="Rectangle 23">
            <a:extLst>
              <a:ext uri="{FF2B5EF4-FFF2-40B4-BE49-F238E27FC236}">
                <a16:creationId xmlns:a16="http://schemas.microsoft.com/office/drawing/2014/main" id="{AEC50D26-CA9D-BBA2-3549-7CBCFC93B137}"/>
              </a:ext>
            </a:extLst>
          </p:cNvPr>
          <p:cNvSpPr/>
          <p:nvPr/>
        </p:nvSpPr>
        <p:spPr>
          <a:xfrm>
            <a:off x="8871950" y="1834147"/>
            <a:ext cx="2617200" cy="4397831"/>
          </a:xfrm>
          <a:prstGeom prst="rect">
            <a:avLst/>
          </a:prstGeom>
          <a:no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EAFBA90-1B02-8237-74CC-415FF35001B0}"/>
              </a:ext>
            </a:extLst>
          </p:cNvPr>
          <p:cNvSpPr txBox="1"/>
          <p:nvPr/>
        </p:nvSpPr>
        <p:spPr>
          <a:xfrm>
            <a:off x="9059703" y="2659741"/>
            <a:ext cx="2351919" cy="553998"/>
          </a:xfrm>
          <a:prstGeom prst="rect">
            <a:avLst/>
          </a:prstGeom>
          <a:noFill/>
        </p:spPr>
        <p:txBody>
          <a:bodyPr wrap="square" lIns="0" tIns="0" rIns="0" bIns="0" rtlCol="0">
            <a:spAutoFit/>
          </a:bodyPr>
          <a:lstStyle/>
          <a:p>
            <a:pPr rtl="0" eaLnBrk="1" fontAlgn="t" latinLnBrk="0" hangingPunct="1"/>
            <a:r>
              <a:rPr lang="en-IN" sz="1200">
                <a:latin typeface="+mn-lt"/>
              </a:rPr>
              <a:t>Integrated </a:t>
            </a:r>
            <a:r>
              <a:rPr lang="en-IN" sz="1200" b="1">
                <a:latin typeface="+mn-lt"/>
              </a:rPr>
              <a:t>policy changes </a:t>
            </a:r>
            <a:r>
              <a:rPr lang="en-IN" sz="1200">
                <a:latin typeface="+mn-lt"/>
              </a:rPr>
              <a:t>due to SAM Lift-Off (merger of DS and FS into SAM)</a:t>
            </a:r>
          </a:p>
        </p:txBody>
      </p:sp>
      <p:sp>
        <p:nvSpPr>
          <p:cNvPr id="26" name="Oval 25">
            <a:extLst>
              <a:ext uri="{FF2B5EF4-FFF2-40B4-BE49-F238E27FC236}">
                <a16:creationId xmlns:a16="http://schemas.microsoft.com/office/drawing/2014/main" id="{17801319-2F77-1CE9-BA8A-A51B254F13F6}"/>
              </a:ext>
            </a:extLst>
          </p:cNvPr>
          <p:cNvSpPr/>
          <p:nvPr/>
        </p:nvSpPr>
        <p:spPr>
          <a:xfrm>
            <a:off x="9001281" y="1927335"/>
            <a:ext cx="492063" cy="4920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00C6EAC8-8D71-261B-ABBE-2BDF5F57A1C9}"/>
              </a:ext>
            </a:extLst>
          </p:cNvPr>
          <p:cNvSpPr/>
          <p:nvPr/>
        </p:nvSpPr>
        <p:spPr>
          <a:xfrm>
            <a:off x="6093837" y="1834147"/>
            <a:ext cx="2615322" cy="4397831"/>
          </a:xfrm>
          <a:prstGeom prst="rect">
            <a:avLst/>
          </a:prstGeom>
          <a:no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E89443B3-2A8D-1267-5FDD-6B5946273DAD}"/>
              </a:ext>
            </a:extLst>
          </p:cNvPr>
          <p:cNvSpPr/>
          <p:nvPr/>
        </p:nvSpPr>
        <p:spPr>
          <a:xfrm>
            <a:off x="6245415" y="1910912"/>
            <a:ext cx="492063" cy="4920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54B38E0D-BC67-4F4E-1EF0-3F94B4E1B942}"/>
              </a:ext>
            </a:extLst>
          </p:cNvPr>
          <p:cNvSpPr txBox="1"/>
          <p:nvPr/>
        </p:nvSpPr>
        <p:spPr>
          <a:xfrm>
            <a:off x="6680968" y="2005681"/>
            <a:ext cx="1900768" cy="430887"/>
          </a:xfrm>
          <a:prstGeom prst="rect">
            <a:avLst/>
          </a:prstGeom>
          <a:noFill/>
        </p:spPr>
        <p:txBody>
          <a:bodyPr wrap="square" lIns="0" tIns="0" rIns="0" bIns="0" rtlCol="0">
            <a:spAutoFit/>
          </a:bodyPr>
          <a:lstStyle/>
          <a:p>
            <a:pPr algn="ctr"/>
            <a:r>
              <a:rPr lang="en-US" sz="1400" b="1">
                <a:solidFill>
                  <a:schemeClr val="tx2"/>
                </a:solidFill>
                <a:latin typeface="+mn-lt"/>
              </a:rPr>
              <a:t>Agents of change Workstream</a:t>
            </a:r>
          </a:p>
        </p:txBody>
      </p:sp>
      <p:sp>
        <p:nvSpPr>
          <p:cNvPr id="66" name="TextBox 65">
            <a:extLst>
              <a:ext uri="{FF2B5EF4-FFF2-40B4-BE49-F238E27FC236}">
                <a16:creationId xmlns:a16="http://schemas.microsoft.com/office/drawing/2014/main" id="{457C91E1-9B75-836B-A5BB-DAA076EA6DDE}"/>
              </a:ext>
            </a:extLst>
          </p:cNvPr>
          <p:cNvSpPr txBox="1"/>
          <p:nvPr/>
        </p:nvSpPr>
        <p:spPr>
          <a:xfrm>
            <a:off x="6221398" y="2724604"/>
            <a:ext cx="2304454" cy="2339102"/>
          </a:xfrm>
          <a:prstGeom prst="rect">
            <a:avLst/>
          </a:prstGeom>
          <a:noFill/>
        </p:spPr>
        <p:txBody>
          <a:bodyPr wrap="square" lIns="0" tIns="0" rIns="0" bIns="0" rtlCol="0">
            <a:spAutoFit/>
          </a:bodyPr>
          <a:lstStyle/>
          <a:p>
            <a:pPr marL="171450" indent="-171450" algn="l">
              <a:spcAft>
                <a:spcPts val="0"/>
              </a:spcAft>
              <a:buFont typeface="Arial" panose="020B0604020202020204" pitchFamily="34" charset="0"/>
              <a:buChar char="•"/>
            </a:pPr>
            <a:r>
              <a:rPr lang="en-US" sz="1200" b="1"/>
              <a:t>TO-BE Process Flow documentation </a:t>
            </a:r>
            <a:r>
              <a:rPr lang="en-US" sz="1200"/>
              <a:t>leveraging Agentic AI for all case types </a:t>
            </a:r>
          </a:p>
          <a:p>
            <a:pPr marL="171450" indent="-171450" algn="l">
              <a:spcBef>
                <a:spcPts val="600"/>
              </a:spcBef>
              <a:spcAft>
                <a:spcPts val="0"/>
              </a:spcAft>
              <a:buFont typeface="Arial" panose="020B0604020202020204" pitchFamily="34" charset="0"/>
              <a:buChar char="•"/>
            </a:pPr>
            <a:r>
              <a:rPr lang="en-US" sz="1200" b="1"/>
              <a:t>Dependency documentation</a:t>
            </a:r>
          </a:p>
          <a:p>
            <a:pPr marL="228600" lvl="2" indent="-228600" algn="l">
              <a:spcBef>
                <a:spcPts val="600"/>
              </a:spcBef>
              <a:buFont typeface="+mj-lt"/>
              <a:buAutoNum type="arabicPeriod"/>
            </a:pPr>
            <a:r>
              <a:rPr lang="en-US" sz="1200" b="1"/>
              <a:t>Gemini API </a:t>
            </a:r>
            <a:r>
              <a:rPr lang="en-US" sz="1200"/>
              <a:t>– 3</a:t>
            </a:r>
            <a:r>
              <a:rPr lang="en-US" sz="1200" baseline="30000"/>
              <a:t>rd</a:t>
            </a:r>
            <a:r>
              <a:rPr lang="en-US" sz="1200"/>
              <a:t> party research and attachment processing</a:t>
            </a:r>
          </a:p>
          <a:p>
            <a:pPr marL="228600" lvl="2" indent="-228600" algn="l">
              <a:spcBef>
                <a:spcPts val="600"/>
              </a:spcBef>
              <a:buFont typeface="+mj-lt"/>
              <a:buAutoNum type="arabicPeriod"/>
            </a:pPr>
            <a:r>
              <a:rPr lang="en-US" sz="1200" b="1" err="1"/>
              <a:t>iSell</a:t>
            </a:r>
            <a:r>
              <a:rPr lang="en-US" sz="1200" b="1"/>
              <a:t> API  </a:t>
            </a:r>
            <a:r>
              <a:rPr lang="en-US" sz="1200"/>
              <a:t>to access real time data</a:t>
            </a:r>
          </a:p>
          <a:p>
            <a:pPr marL="228600" lvl="2" indent="-228600" algn="l">
              <a:spcBef>
                <a:spcPts val="600"/>
              </a:spcBef>
              <a:buFont typeface="+mj-lt"/>
              <a:buAutoNum type="arabicPeriod"/>
            </a:pPr>
            <a:r>
              <a:rPr lang="en-US" sz="1200"/>
              <a:t>Enabling </a:t>
            </a:r>
            <a:r>
              <a:rPr lang="en-US" sz="1200" b="1"/>
              <a:t>Approval workflow</a:t>
            </a:r>
            <a:r>
              <a:rPr lang="en-US" sz="1200"/>
              <a:t> in </a:t>
            </a:r>
            <a:r>
              <a:rPr lang="en-US" sz="1200" err="1"/>
              <a:t>iSell</a:t>
            </a:r>
            <a:endParaRPr lang="en-US" sz="1200"/>
          </a:p>
        </p:txBody>
      </p:sp>
      <p:sp>
        <p:nvSpPr>
          <p:cNvPr id="67" name="Text 10">
            <a:extLst>
              <a:ext uri="{FF2B5EF4-FFF2-40B4-BE49-F238E27FC236}">
                <a16:creationId xmlns:a16="http://schemas.microsoft.com/office/drawing/2014/main" id="{04BD4D41-BDCD-F0C5-9084-81A2FBE0D98C}"/>
              </a:ext>
            </a:extLst>
          </p:cNvPr>
          <p:cNvSpPr/>
          <p:nvPr/>
        </p:nvSpPr>
        <p:spPr>
          <a:xfrm>
            <a:off x="9393136" y="4682880"/>
            <a:ext cx="2020824" cy="356616"/>
          </a:xfrm>
          <a:prstGeom prst="rect">
            <a:avLst/>
          </a:prstGeom>
          <a:noFill/>
          <a:ln/>
        </p:spPr>
        <p:txBody>
          <a:bodyPr wrap="square" lIns="0" tIns="101600" rIns="0" bIns="0" rtlCol="0" anchor="ctr"/>
          <a:lstStyle/>
          <a:p>
            <a:pPr marL="0" marR="0" lvl="0" indent="0" algn="l" defTabSz="91440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0" normalizeH="0" baseline="0" noProof="0">
              <a:ln>
                <a:noFill/>
              </a:ln>
              <a:solidFill>
                <a:schemeClr val="bg1"/>
              </a:solidFill>
              <a:effectLst/>
              <a:uLnTx/>
              <a:uFillTx/>
              <a:latin typeface="+mn-lt"/>
              <a:ea typeface="FedEx Sans Light" panose="020B0403020203020204" pitchFamily="34" charset="0"/>
              <a:cs typeface="FedEx Sans Light" panose="020B0403020203020204" pitchFamily="34" charset="0"/>
            </a:endParaRPr>
          </a:p>
        </p:txBody>
      </p:sp>
      <p:sp>
        <p:nvSpPr>
          <p:cNvPr id="69" name="Oval 68">
            <a:extLst>
              <a:ext uri="{FF2B5EF4-FFF2-40B4-BE49-F238E27FC236}">
                <a16:creationId xmlns:a16="http://schemas.microsoft.com/office/drawing/2014/main" id="{5175A08F-3A79-6960-F09B-1B8F5DBFEB50}"/>
              </a:ext>
            </a:extLst>
          </p:cNvPr>
          <p:cNvSpPr/>
          <p:nvPr/>
        </p:nvSpPr>
        <p:spPr>
          <a:xfrm>
            <a:off x="10648750" y="4597912"/>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00202BBF-6D59-7186-99A4-6DEF2C9C14BE}"/>
              </a:ext>
            </a:extLst>
          </p:cNvPr>
          <p:cNvSpPr/>
          <p:nvPr/>
        </p:nvSpPr>
        <p:spPr>
          <a:xfrm>
            <a:off x="10648750" y="4188165"/>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E820B65C-B490-D91E-71A7-07599170EC84}"/>
              </a:ext>
            </a:extLst>
          </p:cNvPr>
          <p:cNvSpPr/>
          <p:nvPr/>
        </p:nvSpPr>
        <p:spPr>
          <a:xfrm>
            <a:off x="10648750" y="5007659"/>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849F67B4-1B8E-246B-C4E5-C6EF3E416911}"/>
              </a:ext>
            </a:extLst>
          </p:cNvPr>
          <p:cNvSpPr/>
          <p:nvPr/>
        </p:nvSpPr>
        <p:spPr>
          <a:xfrm>
            <a:off x="10648750" y="5421068"/>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D1E51030-97B5-98BD-9BF2-C2F3C2173772}"/>
              </a:ext>
            </a:extLst>
          </p:cNvPr>
          <p:cNvSpPr/>
          <p:nvPr/>
        </p:nvSpPr>
        <p:spPr>
          <a:xfrm>
            <a:off x="10648750" y="3778418"/>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900BF0BD-F2D0-1A81-C802-BA158585CD95}"/>
              </a:ext>
            </a:extLst>
          </p:cNvPr>
          <p:cNvSpPr/>
          <p:nvPr/>
        </p:nvSpPr>
        <p:spPr>
          <a:xfrm>
            <a:off x="10648750" y="5827153"/>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5" name="Graphic 84" descr="Artificial Intelligence with solid fill">
            <a:extLst>
              <a:ext uri="{FF2B5EF4-FFF2-40B4-BE49-F238E27FC236}">
                <a16:creationId xmlns:a16="http://schemas.microsoft.com/office/drawing/2014/main" id="{59FDF6CE-4055-B0FE-66EA-2467E1BF36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52597" y="1971370"/>
            <a:ext cx="381600" cy="381600"/>
          </a:xfrm>
          <a:prstGeom prst="rect">
            <a:avLst/>
          </a:prstGeom>
        </p:spPr>
      </p:pic>
      <p:pic>
        <p:nvPicPr>
          <p:cNvPr id="87" name="Graphic 86" descr="Cmd Terminal with solid fill">
            <a:extLst>
              <a:ext uri="{FF2B5EF4-FFF2-40B4-BE49-F238E27FC236}">
                <a16:creationId xmlns:a16="http://schemas.microsoft.com/office/drawing/2014/main" id="{F0562CE5-DE72-750C-2429-F71051CC50B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2850" y="2015184"/>
            <a:ext cx="381600" cy="381600"/>
          </a:xfrm>
          <a:prstGeom prst="rect">
            <a:avLst/>
          </a:prstGeom>
        </p:spPr>
      </p:pic>
      <p:pic>
        <p:nvPicPr>
          <p:cNvPr id="89" name="Graphic 88" descr="End with solid fill">
            <a:extLst>
              <a:ext uri="{FF2B5EF4-FFF2-40B4-BE49-F238E27FC236}">
                <a16:creationId xmlns:a16="http://schemas.microsoft.com/office/drawing/2014/main" id="{AF690D30-D51E-75DB-89FC-E49DCBE55E6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03837" y="1986427"/>
            <a:ext cx="381600" cy="381600"/>
          </a:xfrm>
          <a:prstGeom prst="rect">
            <a:avLst/>
          </a:prstGeom>
        </p:spPr>
      </p:pic>
      <p:cxnSp>
        <p:nvCxnSpPr>
          <p:cNvPr id="3" name="Straight Connector 2">
            <a:extLst>
              <a:ext uri="{FF2B5EF4-FFF2-40B4-BE49-F238E27FC236}">
                <a16:creationId xmlns:a16="http://schemas.microsoft.com/office/drawing/2014/main" id="{214B02E1-A6A9-C9AE-4AA9-DBEE485D4F7F}"/>
              </a:ext>
            </a:extLst>
          </p:cNvPr>
          <p:cNvCxnSpPr>
            <a:cxnSpLocks/>
          </p:cNvCxnSpPr>
          <p:nvPr/>
        </p:nvCxnSpPr>
        <p:spPr>
          <a:xfrm flipV="1">
            <a:off x="571500" y="2549502"/>
            <a:ext cx="2617200" cy="6365"/>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039CEA7-28DA-CACA-290F-37AE4497BFD3}"/>
              </a:ext>
            </a:extLst>
          </p:cNvPr>
          <p:cNvCxnSpPr>
            <a:cxnSpLocks/>
          </p:cNvCxnSpPr>
          <p:nvPr/>
        </p:nvCxnSpPr>
        <p:spPr>
          <a:xfrm flipV="1">
            <a:off x="3347306" y="2549502"/>
            <a:ext cx="2583740" cy="9095"/>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2147236-5877-F196-91FF-1B7B7752D391}"/>
              </a:ext>
            </a:extLst>
          </p:cNvPr>
          <p:cNvCxnSpPr>
            <a:cxnSpLocks/>
          </p:cNvCxnSpPr>
          <p:nvPr/>
        </p:nvCxnSpPr>
        <p:spPr>
          <a:xfrm>
            <a:off x="8871950" y="2549502"/>
            <a:ext cx="2617200" cy="0"/>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7B9C5ED-E890-0048-20BD-86CF31808683}"/>
              </a:ext>
            </a:extLst>
          </p:cNvPr>
          <p:cNvCxnSpPr>
            <a:cxnSpLocks/>
          </p:cNvCxnSpPr>
          <p:nvPr/>
        </p:nvCxnSpPr>
        <p:spPr>
          <a:xfrm>
            <a:off x="6093837" y="2549502"/>
            <a:ext cx="2615322" cy="6762"/>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F88C2D5-0904-14B7-0621-718DF282AF67}"/>
              </a:ext>
            </a:extLst>
          </p:cNvPr>
          <p:cNvSpPr txBox="1"/>
          <p:nvPr/>
        </p:nvSpPr>
        <p:spPr>
          <a:xfrm>
            <a:off x="552584" y="1143316"/>
            <a:ext cx="11182449" cy="456728"/>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1" u="none" strike="noStrike" kern="1200" cap="none" spc="0" normalizeH="0" baseline="0" noProof="0">
                <a:ln>
                  <a:noFill/>
                </a:ln>
                <a:solidFill>
                  <a:srgbClr val="333333"/>
                </a:solidFill>
                <a:effectLst/>
                <a:uLnTx/>
                <a:uFillTx/>
                <a:latin typeface="+mn-lt"/>
                <a:ea typeface="+mn-ea"/>
                <a:cs typeface="+mn-cs"/>
              </a:rPr>
              <a:t>Since our last update on 18/3, we have achieved several key milestones, including </a:t>
            </a:r>
            <a:r>
              <a:rPr kumimoji="0" lang="en-US" sz="1200" b="1" i="1" u="none" strike="noStrike" kern="1200" cap="none" spc="0" normalizeH="0" baseline="0" noProof="0">
                <a:ln>
                  <a:noFill/>
                </a:ln>
                <a:solidFill>
                  <a:srgbClr val="333333"/>
                </a:solidFill>
                <a:effectLst/>
                <a:uLnTx/>
                <a:uFillTx/>
                <a:latin typeface="+mn-lt"/>
                <a:ea typeface="+mn-ea"/>
                <a:cs typeface="+mn-cs"/>
              </a:rPr>
              <a:t>scaling OPTIX across most case categories, developing AI agents </a:t>
            </a:r>
            <a:r>
              <a:rPr kumimoji="0" lang="en-US" sz="1200" b="0" i="1" u="none" strike="noStrike" kern="1200" cap="none" spc="0" normalizeH="0" baseline="0" noProof="0">
                <a:ln>
                  <a:noFill/>
                </a:ln>
                <a:solidFill>
                  <a:srgbClr val="333333"/>
                </a:solidFill>
                <a:effectLst/>
                <a:uLnTx/>
                <a:uFillTx/>
                <a:latin typeface="+mn-lt"/>
                <a:ea typeface="+mn-ea"/>
                <a:cs typeface="+mn-cs"/>
              </a:rPr>
              <a:t>as an alternative to the Gemini API, </a:t>
            </a:r>
            <a:r>
              <a:rPr kumimoji="0" lang="en-US" sz="1200" b="1" i="1" u="none" strike="noStrike" kern="1200" cap="none" spc="0" normalizeH="0" baseline="0" noProof="0">
                <a:ln>
                  <a:noFill/>
                </a:ln>
                <a:solidFill>
                  <a:srgbClr val="333333"/>
                </a:solidFill>
                <a:effectLst/>
                <a:uLnTx/>
                <a:uFillTx/>
                <a:latin typeface="+mn-lt"/>
                <a:ea typeface="+mn-ea"/>
                <a:cs typeface="+mn-cs"/>
              </a:rPr>
              <a:t>incorporating the latest policy updates</a:t>
            </a:r>
            <a:r>
              <a:rPr kumimoji="0" lang="en-US" sz="1200" b="0" i="1" u="none" strike="noStrike" kern="1200" cap="none" spc="0" normalizeH="0" baseline="0" noProof="0">
                <a:ln>
                  <a:noFill/>
                </a:ln>
                <a:solidFill>
                  <a:srgbClr val="333333"/>
                </a:solidFill>
                <a:effectLst/>
                <a:uLnTx/>
                <a:uFillTx/>
                <a:latin typeface="+mn-lt"/>
                <a:ea typeface="+mn-ea"/>
                <a:cs typeface="+mn-cs"/>
              </a:rPr>
              <a:t>, and representing the TP&amp;O workstream within the </a:t>
            </a:r>
            <a:r>
              <a:rPr kumimoji="0" lang="en-US" sz="1200" b="1" i="1" u="none" strike="noStrike" kern="1200" cap="none" spc="0" normalizeH="0" baseline="0" noProof="0">
                <a:ln>
                  <a:noFill/>
                </a:ln>
                <a:solidFill>
                  <a:srgbClr val="333333"/>
                </a:solidFill>
                <a:effectLst/>
                <a:uLnTx/>
                <a:uFillTx/>
                <a:latin typeface="+mn-lt"/>
                <a:ea typeface="+mn-ea"/>
                <a:cs typeface="+mn-cs"/>
              </a:rPr>
              <a:t>Agent of Change initiative</a:t>
            </a:r>
            <a:r>
              <a:rPr kumimoji="0" lang="en-US" sz="1200" b="0" i="1" u="none" strike="noStrike" kern="1200" cap="none" spc="0" normalizeH="0" baseline="0" noProof="0">
                <a:ln>
                  <a:noFill/>
                </a:ln>
                <a:solidFill>
                  <a:srgbClr val="333333"/>
                </a:solidFill>
                <a:effectLst/>
                <a:uLnTx/>
                <a:uFillTx/>
                <a:latin typeface="+mn-lt"/>
                <a:ea typeface="+mn-ea"/>
                <a:cs typeface="+mn-cs"/>
              </a:rPr>
              <a:t>.</a:t>
            </a:r>
          </a:p>
        </p:txBody>
      </p:sp>
      <p:sp>
        <p:nvSpPr>
          <p:cNvPr id="14" name="Rectangle 13">
            <a:extLst>
              <a:ext uri="{FF2B5EF4-FFF2-40B4-BE49-F238E27FC236}">
                <a16:creationId xmlns:a16="http://schemas.microsoft.com/office/drawing/2014/main" id="{CF2EA65D-72AE-B340-180A-E15C0B570CF1}"/>
              </a:ext>
            </a:extLst>
          </p:cNvPr>
          <p:cNvSpPr/>
          <p:nvPr/>
        </p:nvSpPr>
        <p:spPr>
          <a:xfrm>
            <a:off x="3326105" y="5082527"/>
            <a:ext cx="2614484" cy="1170432"/>
          </a:xfrm>
          <a:prstGeom prst="rect">
            <a:avLst/>
          </a:prstGeom>
          <a:solidFill>
            <a:schemeClr val="tx2"/>
          </a:solidFill>
        </p:spPr>
        <p:txBody>
          <a:bodyPr wrap="square" lIns="182880" tIns="0" rIns="0" anchor="ctr" anchorCtr="0">
            <a:noAutofit/>
          </a:bodyPr>
          <a:lstStyle/>
          <a:p>
            <a:pPr marL="171450" indent="-171450" algn="l" rtl="0">
              <a:lnSpc>
                <a:spcPct val="110000"/>
              </a:lnSpc>
              <a:spcAft>
                <a:spcPts val="0"/>
              </a:spcAft>
              <a:buFont typeface="Arial" panose="020B0604020202020204" pitchFamily="34" charset="0"/>
            </a:pPr>
            <a:r>
              <a:rPr lang="en-US" sz="1100" b="1" kern="1200">
                <a:solidFill>
                  <a:schemeClr val="bg1"/>
                </a:solidFill>
                <a:latin typeface="+mn-lt"/>
                <a:ea typeface="FedEx Sans Light" panose="020B0403020203020204" pitchFamily="34" charset="0"/>
                <a:cs typeface="FedEx Sans Light" panose="020B0403020203020204" pitchFamily="34" charset="0"/>
              </a:rPr>
              <a:t>Business Impact (Annual)</a:t>
            </a:r>
            <a:r>
              <a:rPr lang="en-US" sz="1100" b="1" kern="1200" baseline="30000">
                <a:solidFill>
                  <a:schemeClr val="bg1"/>
                </a:solidFill>
                <a:latin typeface="+mn-lt"/>
                <a:ea typeface="FedEx Sans Light" panose="020B0403020203020204" pitchFamily="34" charset="0"/>
                <a:cs typeface="FedEx Sans Light" panose="020B0403020203020204" pitchFamily="34" charset="0"/>
                <a:sym typeface="Arimo"/>
              </a:rPr>
              <a:t>3</a:t>
            </a:r>
            <a:r>
              <a:rPr lang="en-US" sz="1100" b="1" baseline="30000">
                <a:solidFill>
                  <a:schemeClr val="bg1"/>
                </a:solidFill>
                <a:latin typeface="+mn-lt"/>
                <a:sym typeface="Arimo"/>
              </a:rPr>
              <a:t> </a:t>
            </a:r>
            <a:r>
              <a:rPr lang="en-US" sz="1100" b="1" kern="1200">
                <a:solidFill>
                  <a:schemeClr val="bg1"/>
                </a:solidFill>
                <a:latin typeface="+mn-lt"/>
                <a:ea typeface="FedEx Sans Light" panose="020B0403020203020204" pitchFamily="34" charset="0"/>
                <a:cs typeface="FedEx Sans Light" panose="020B0403020203020204" pitchFamily="34" charset="0"/>
              </a:rPr>
              <a:t>:</a:t>
            </a:r>
          </a:p>
          <a:p>
            <a:pPr marL="171450" indent="-171450" algn="l" rtl="0">
              <a:lnSpc>
                <a:spcPct val="110000"/>
              </a:lnSpc>
              <a:spcAft>
                <a:spcPts val="0"/>
              </a:spcAft>
              <a:buFont typeface="Arial" panose="020B0604020202020204" pitchFamily="34" charset="0"/>
              <a:buChar char="•"/>
            </a:pPr>
            <a:r>
              <a:rPr lang="en-US" sz="1100" kern="1200">
                <a:solidFill>
                  <a:schemeClr val="bg1"/>
                </a:solidFill>
                <a:latin typeface="+mn-lt"/>
                <a:ea typeface="FedEx Sans Light" panose="020B0403020203020204" pitchFamily="34" charset="0"/>
                <a:cs typeface="FedEx Sans Light" panose="020B0403020203020204" pitchFamily="34" charset="0"/>
              </a:rPr>
              <a:t>Total cases: 17k+ </a:t>
            </a:r>
          </a:p>
          <a:p>
            <a:pPr marL="171450" indent="-171450" algn="l" rtl="0">
              <a:lnSpc>
                <a:spcPct val="110000"/>
              </a:lnSpc>
              <a:spcAft>
                <a:spcPts val="0"/>
              </a:spcAft>
              <a:buFont typeface="Arial" panose="020B0604020202020204" pitchFamily="34" charset="0"/>
              <a:buChar char="•"/>
            </a:pPr>
            <a:r>
              <a:rPr lang="en-US" sz="1100" kern="1200">
                <a:solidFill>
                  <a:schemeClr val="bg1"/>
                </a:solidFill>
                <a:latin typeface="+mn-lt"/>
                <a:ea typeface="FedEx Sans Light" panose="020B0403020203020204" pitchFamily="34" charset="0"/>
                <a:cs typeface="FedEx Sans Light" panose="020B0403020203020204" pitchFamily="34" charset="0"/>
              </a:rPr>
              <a:t>Manual time</a:t>
            </a:r>
            <a:r>
              <a:rPr lang="en-US" sz="1100" kern="1200" baseline="30000">
                <a:solidFill>
                  <a:schemeClr val="bg1"/>
                </a:solidFill>
                <a:latin typeface="+mn-lt"/>
                <a:ea typeface="FedEx Sans Light" panose="020B0403020203020204" pitchFamily="34" charset="0"/>
                <a:cs typeface="FedEx Sans Light" panose="020B0403020203020204" pitchFamily="34" charset="0"/>
                <a:sym typeface="Arimo"/>
              </a:rPr>
              <a:t>2</a:t>
            </a:r>
            <a:r>
              <a:rPr lang="en-US" sz="1100" kern="1200">
                <a:solidFill>
                  <a:schemeClr val="bg1"/>
                </a:solidFill>
                <a:latin typeface="+mn-lt"/>
                <a:ea typeface="FedEx Sans Light" panose="020B0403020203020204" pitchFamily="34" charset="0"/>
                <a:cs typeface="FedEx Sans Light" panose="020B0403020203020204" pitchFamily="34" charset="0"/>
              </a:rPr>
              <a:t>: 3.6k+ </a:t>
            </a:r>
            <a:r>
              <a:rPr lang="en-US" sz="1100" kern="1200" err="1">
                <a:solidFill>
                  <a:schemeClr val="bg1"/>
                </a:solidFill>
                <a:latin typeface="+mn-lt"/>
                <a:ea typeface="FedEx Sans Light" panose="020B0403020203020204" pitchFamily="34" charset="0"/>
                <a:cs typeface="FedEx Sans Light" panose="020B0403020203020204" pitchFamily="34" charset="0"/>
              </a:rPr>
              <a:t>hrs</a:t>
            </a:r>
            <a:r>
              <a:rPr lang="en-US" sz="1100" kern="1200">
                <a:solidFill>
                  <a:schemeClr val="bg1"/>
                </a:solidFill>
                <a:latin typeface="+mn-lt"/>
                <a:ea typeface="FedEx Sans Light" panose="020B0403020203020204" pitchFamily="34" charset="0"/>
                <a:cs typeface="FedEx Sans Light" panose="020B0403020203020204" pitchFamily="34" charset="0"/>
              </a:rPr>
              <a:t> </a:t>
            </a:r>
          </a:p>
          <a:p>
            <a:pPr marL="171450" indent="-171450" algn="l" rtl="0">
              <a:lnSpc>
                <a:spcPct val="110000"/>
              </a:lnSpc>
              <a:spcAft>
                <a:spcPts val="0"/>
              </a:spcAft>
              <a:buFont typeface="Arial" panose="020B0604020202020204" pitchFamily="34" charset="0"/>
              <a:buChar char="•"/>
            </a:pPr>
            <a:r>
              <a:rPr lang="en-US" sz="1100" kern="1200">
                <a:solidFill>
                  <a:schemeClr val="bg1"/>
                </a:solidFill>
                <a:latin typeface="+mn-lt"/>
                <a:ea typeface="FedEx Sans Light" panose="020B0403020203020204" pitchFamily="34" charset="0"/>
                <a:cs typeface="FedEx Sans Light" panose="020B0403020203020204" pitchFamily="34" charset="0"/>
              </a:rPr>
              <a:t>OPTIX Time</a:t>
            </a:r>
            <a:r>
              <a:rPr lang="en-US" sz="1100" kern="1200" baseline="30000">
                <a:solidFill>
                  <a:schemeClr val="bg1"/>
                </a:solidFill>
                <a:latin typeface="+mn-lt"/>
                <a:ea typeface="FedEx Sans Light" panose="020B0403020203020204" pitchFamily="34" charset="0"/>
                <a:cs typeface="FedEx Sans Light" panose="020B0403020203020204" pitchFamily="34" charset="0"/>
                <a:sym typeface="Arimo"/>
              </a:rPr>
              <a:t>2</a:t>
            </a:r>
            <a:r>
              <a:rPr lang="en-US" sz="1100" kern="1200">
                <a:solidFill>
                  <a:schemeClr val="bg1"/>
                </a:solidFill>
                <a:latin typeface="+mn-lt"/>
                <a:ea typeface="FedEx Sans Light" panose="020B0403020203020204" pitchFamily="34" charset="0"/>
                <a:cs typeface="FedEx Sans Light" panose="020B0403020203020204" pitchFamily="34" charset="0"/>
              </a:rPr>
              <a:t>: 600+ </a:t>
            </a:r>
            <a:r>
              <a:rPr lang="en-US" sz="1100" kern="1200" err="1">
                <a:solidFill>
                  <a:schemeClr val="bg1"/>
                </a:solidFill>
                <a:latin typeface="+mn-lt"/>
                <a:ea typeface="FedEx Sans Light" panose="020B0403020203020204" pitchFamily="34" charset="0"/>
                <a:cs typeface="FedEx Sans Light" panose="020B0403020203020204" pitchFamily="34" charset="0"/>
              </a:rPr>
              <a:t>hrs</a:t>
            </a:r>
            <a:endParaRPr lang="en-US" sz="1100" kern="1200">
              <a:solidFill>
                <a:schemeClr val="bg1"/>
              </a:solidFill>
              <a:latin typeface="+mn-lt"/>
              <a:ea typeface="FedEx Sans Light" panose="020B0403020203020204" pitchFamily="34" charset="0"/>
              <a:cs typeface="FedEx Sans Light" panose="020B0403020203020204" pitchFamily="34" charset="0"/>
            </a:endParaRPr>
          </a:p>
          <a:p>
            <a:pPr marL="171450" indent="-171450" algn="l" rtl="0">
              <a:lnSpc>
                <a:spcPct val="110000"/>
              </a:lnSpc>
              <a:spcAft>
                <a:spcPts val="0"/>
              </a:spcAft>
              <a:buFont typeface="Arial" panose="020B0604020202020204" pitchFamily="34" charset="0"/>
              <a:buChar char="•"/>
            </a:pPr>
            <a:r>
              <a:rPr lang="en-US" sz="1100" kern="1200">
                <a:solidFill>
                  <a:schemeClr val="bg1"/>
                </a:solidFill>
                <a:latin typeface="+mn-lt"/>
                <a:ea typeface="FedEx Sans Light" panose="020B0403020203020204" pitchFamily="34" charset="0"/>
                <a:cs typeface="FedEx Sans Light" panose="020B0403020203020204" pitchFamily="34" charset="0"/>
              </a:rPr>
              <a:t>Time saved:  3k+ </a:t>
            </a:r>
            <a:r>
              <a:rPr lang="en-US" sz="1100" kern="1200" err="1">
                <a:solidFill>
                  <a:schemeClr val="bg1"/>
                </a:solidFill>
                <a:latin typeface="+mn-lt"/>
                <a:ea typeface="FedEx Sans Light" panose="020B0403020203020204" pitchFamily="34" charset="0"/>
                <a:cs typeface="FedEx Sans Light" panose="020B0403020203020204" pitchFamily="34" charset="0"/>
              </a:rPr>
              <a:t>hrs</a:t>
            </a:r>
            <a:r>
              <a:rPr lang="en-US" sz="1100" kern="1200">
                <a:solidFill>
                  <a:schemeClr val="bg1"/>
                </a:solidFill>
                <a:latin typeface="+mn-lt"/>
                <a:ea typeface="FedEx Sans Light" panose="020B0403020203020204" pitchFamily="34" charset="0"/>
                <a:cs typeface="FedEx Sans Light" panose="020B0403020203020204" pitchFamily="34" charset="0"/>
              </a:rPr>
              <a:t> </a:t>
            </a:r>
            <a:br>
              <a:rPr lang="en-US" sz="1100" kern="1200">
                <a:solidFill>
                  <a:schemeClr val="bg1"/>
                </a:solidFill>
                <a:latin typeface="+mn-lt"/>
                <a:ea typeface="FedEx Sans Light" panose="020B0403020203020204" pitchFamily="34" charset="0"/>
                <a:cs typeface="FedEx Sans Light" panose="020B0403020203020204" pitchFamily="34" charset="0"/>
              </a:rPr>
            </a:br>
            <a:r>
              <a:rPr lang="en-US" sz="1100" b="1" kern="1200">
                <a:solidFill>
                  <a:schemeClr val="bg1"/>
                </a:solidFill>
                <a:latin typeface="+mn-lt"/>
                <a:ea typeface="FedEx Sans Light" panose="020B0403020203020204" pitchFamily="34" charset="0"/>
                <a:cs typeface="FedEx Sans Light" panose="020B0403020203020204" pitchFamily="34" charset="0"/>
              </a:rPr>
              <a:t>(83 % efficiency gained)</a:t>
            </a:r>
          </a:p>
        </p:txBody>
      </p:sp>
      <p:sp>
        <p:nvSpPr>
          <p:cNvPr id="15" name="Rectangle 14">
            <a:extLst>
              <a:ext uri="{FF2B5EF4-FFF2-40B4-BE49-F238E27FC236}">
                <a16:creationId xmlns:a16="http://schemas.microsoft.com/office/drawing/2014/main" id="{9C41DD8E-4304-340D-BB4B-33645DBEF670}"/>
              </a:ext>
            </a:extLst>
          </p:cNvPr>
          <p:cNvSpPr/>
          <p:nvPr/>
        </p:nvSpPr>
        <p:spPr>
          <a:xfrm>
            <a:off x="6093837" y="5082527"/>
            <a:ext cx="2615322" cy="1170432"/>
          </a:xfrm>
          <a:prstGeom prst="rect">
            <a:avLst/>
          </a:prstGeom>
          <a:solidFill>
            <a:schemeClr val="tx2"/>
          </a:solidFill>
        </p:spPr>
        <p:txBody>
          <a:bodyPr wrap="square" lIns="182880" tIns="0" rIns="0" anchor="ctr" anchorCtr="0">
            <a:noAutofit/>
          </a:bodyPr>
          <a:lstStyle/>
          <a:p>
            <a:pPr algn="l"/>
            <a:r>
              <a:rPr lang="en-US" sz="1100" b="1">
                <a:solidFill>
                  <a:schemeClr val="bg1"/>
                </a:solidFill>
                <a:latin typeface="+mn-lt"/>
              </a:rPr>
              <a:t>Business Impact:</a:t>
            </a:r>
          </a:p>
          <a:p>
            <a:pPr algn="l">
              <a:spcAft>
                <a:spcPts val="0"/>
              </a:spcAft>
            </a:pPr>
            <a:r>
              <a:rPr lang="en-US" sz="1100">
                <a:solidFill>
                  <a:schemeClr val="bg1"/>
                </a:solidFill>
                <a:latin typeface="+mn-lt"/>
              </a:rPr>
              <a:t>Establishing the </a:t>
            </a:r>
            <a:r>
              <a:rPr lang="en-US" sz="1100" b="1">
                <a:solidFill>
                  <a:schemeClr val="bg1"/>
                </a:solidFill>
                <a:latin typeface="+mn-lt"/>
              </a:rPr>
              <a:t>groundwork for an Agentic AI vision </a:t>
            </a:r>
            <a:r>
              <a:rPr lang="en-US" sz="1100">
                <a:solidFill>
                  <a:schemeClr val="bg1"/>
                </a:solidFill>
                <a:latin typeface="+mn-lt"/>
              </a:rPr>
              <a:t>through comprehensive process and dependency documentation.</a:t>
            </a:r>
          </a:p>
          <a:p>
            <a:pPr algn="l"/>
            <a:endParaRPr lang="en-US" sz="1000">
              <a:solidFill>
                <a:schemeClr val="bg1"/>
              </a:solidFill>
              <a:latin typeface="+mn-lt"/>
            </a:endParaRPr>
          </a:p>
        </p:txBody>
      </p:sp>
      <p:pic>
        <p:nvPicPr>
          <p:cNvPr id="18" name="Graphic 17" descr="Document with solid fill">
            <a:extLst>
              <a:ext uri="{FF2B5EF4-FFF2-40B4-BE49-F238E27FC236}">
                <a16:creationId xmlns:a16="http://schemas.microsoft.com/office/drawing/2014/main" id="{E6068E84-7C0D-15D9-B677-44D5FE310BB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56691" y="1976073"/>
            <a:ext cx="399291" cy="399291"/>
          </a:xfrm>
          <a:prstGeom prst="rect">
            <a:avLst/>
          </a:prstGeom>
        </p:spPr>
      </p:pic>
      <p:sp>
        <p:nvSpPr>
          <p:cNvPr id="10" name="TextBox 9">
            <a:extLst>
              <a:ext uri="{FF2B5EF4-FFF2-40B4-BE49-F238E27FC236}">
                <a16:creationId xmlns:a16="http://schemas.microsoft.com/office/drawing/2014/main" id="{10D31CBC-A109-823F-378D-0B82CC488BD4}"/>
              </a:ext>
            </a:extLst>
          </p:cNvPr>
          <p:cNvSpPr txBox="1"/>
          <p:nvPr/>
        </p:nvSpPr>
        <p:spPr>
          <a:xfrm>
            <a:off x="5562600" y="6331030"/>
            <a:ext cx="6057900" cy="702628"/>
          </a:xfrm>
          <a:prstGeom prst="rect">
            <a:avLst/>
          </a:prstGeom>
          <a:noFill/>
        </p:spPr>
        <p:txBody>
          <a:bodyPr wrap="square" lIns="0" tIns="0" rIns="0" bIns="0" rtlCol="0">
            <a:spAutoFit/>
          </a:bodyPr>
          <a:lstStyle/>
          <a:p>
            <a:pPr marL="228600" indent="-228600" algn="l">
              <a:lnSpc>
                <a:spcPct val="130000"/>
              </a:lnSpc>
              <a:spcAft>
                <a:spcPts val="0"/>
              </a:spcAft>
              <a:buAutoNum type="arabicPeriod"/>
            </a:pPr>
            <a:r>
              <a:rPr lang="en-US" sz="900"/>
              <a:t>Annual figures calculated basis 6 months  (Jan-Jun’26) </a:t>
            </a:r>
          </a:p>
          <a:p>
            <a:pPr marL="228600" indent="-228600" algn="l">
              <a:lnSpc>
                <a:spcPct val="130000"/>
              </a:lnSpc>
              <a:spcAft>
                <a:spcPts val="0"/>
              </a:spcAft>
              <a:buAutoNum type="arabicPeriod"/>
            </a:pPr>
            <a:r>
              <a:rPr lang="en-US" sz="900"/>
              <a:t>Time added in hours is calculated annually based on 6 months data.</a:t>
            </a:r>
          </a:p>
          <a:p>
            <a:pPr marL="228600" indent="-228600" algn="l" rtl="0">
              <a:lnSpc>
                <a:spcPct val="130000"/>
              </a:lnSpc>
              <a:spcAft>
                <a:spcPts val="0"/>
              </a:spcAft>
              <a:buFontTx/>
              <a:buAutoNum type="arabicPeriod"/>
            </a:pPr>
            <a:r>
              <a:rPr lang="en-US" sz="900"/>
              <a:t>Attaching Excel file link for reference. </a:t>
            </a:r>
            <a:r>
              <a:rPr lang="en-US" altLang="en-US" sz="900">
                <a:solidFill>
                  <a:srgbClr val="0000FF"/>
                </a:solidFill>
                <a:latin typeface="Arial" panose="020B0604020202020204" pitchFamily="34" charset="0"/>
                <a:hlinkClick r:id="rId9">
                  <a:extLst>
                    <a:ext uri="{A12FA001-AC4F-418D-AE19-62706E023703}">
                      <ahyp:hlinkClr xmlns:ahyp="http://schemas.microsoft.com/office/drawing/2018/hyperlinkcolor" val="tx"/>
                    </a:ext>
                  </a:extLst>
                </a:hlinkClick>
              </a:rPr>
              <a:t>Optix_time_saving_ppt.xlsx</a:t>
            </a:r>
            <a:endParaRPr lang="en-US" altLang="en-US" sz="900">
              <a:solidFill>
                <a:srgbClr val="0000FF"/>
              </a:solidFill>
              <a:latin typeface="Arial" panose="020B0604020202020204" pitchFamily="34" charset="0"/>
            </a:endParaRPr>
          </a:p>
          <a:p>
            <a:pPr marL="228600" indent="-228600" algn="l">
              <a:lnSpc>
                <a:spcPct val="130000"/>
              </a:lnSpc>
              <a:spcAft>
                <a:spcPts val="0"/>
              </a:spcAft>
              <a:buAutoNum type="arabicPeriod"/>
            </a:pPr>
            <a:endParaRPr lang="en-US" sz="900"/>
          </a:p>
        </p:txBody>
      </p:sp>
      <p:sp>
        <p:nvSpPr>
          <p:cNvPr id="17" name="Oval 16">
            <a:extLst>
              <a:ext uri="{FF2B5EF4-FFF2-40B4-BE49-F238E27FC236}">
                <a16:creationId xmlns:a16="http://schemas.microsoft.com/office/drawing/2014/main" id="{331FF1F5-8D3B-4614-6771-1877218FEF92}"/>
              </a:ext>
            </a:extLst>
          </p:cNvPr>
          <p:cNvSpPr/>
          <p:nvPr/>
        </p:nvSpPr>
        <p:spPr>
          <a:xfrm>
            <a:off x="10648750" y="5417406"/>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2393E563-189D-F4A3-BC65-D4C35B9B6C8D}"/>
              </a:ext>
            </a:extLst>
          </p:cNvPr>
          <p:cNvSpPr/>
          <p:nvPr/>
        </p:nvSpPr>
        <p:spPr>
          <a:xfrm>
            <a:off x="10648750" y="3368671"/>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5" name="Rectangle 1184">
            <a:extLst>
              <a:ext uri="{FF2B5EF4-FFF2-40B4-BE49-F238E27FC236}">
                <a16:creationId xmlns:a16="http://schemas.microsoft.com/office/drawing/2014/main" id="{133B5655-8C1E-984B-C971-BF817B09C2CF}"/>
              </a:ext>
            </a:extLst>
          </p:cNvPr>
          <p:cNvSpPr/>
          <p:nvPr/>
        </p:nvSpPr>
        <p:spPr>
          <a:xfrm>
            <a:off x="571500" y="5082527"/>
            <a:ext cx="2607939" cy="1165872"/>
          </a:xfrm>
          <a:prstGeom prst="rect">
            <a:avLst/>
          </a:prstGeom>
          <a:solidFill>
            <a:schemeClr val="tx2"/>
          </a:solidFill>
        </p:spPr>
        <p:txBody>
          <a:bodyPr wrap="square" lIns="182880" tIns="0" rIns="0" anchor="ctr" anchorCtr="0">
            <a:noAutofit/>
          </a:bodyPr>
          <a:lstStyle/>
          <a:p>
            <a:pPr marL="171450" indent="-171450" algn="l" rtl="0">
              <a:lnSpc>
                <a:spcPct val="110000"/>
              </a:lnSpc>
              <a:spcAft>
                <a:spcPts val="0"/>
              </a:spcAft>
              <a:buFont typeface="Arial" panose="020B0604020202020204" pitchFamily="34" charset="0"/>
            </a:pPr>
            <a:r>
              <a:rPr lang="en-US" sz="1100" b="1" kern="1200">
                <a:solidFill>
                  <a:schemeClr val="bg1"/>
                </a:solidFill>
                <a:latin typeface="+mn-lt"/>
                <a:ea typeface="FedEx Sans Light" panose="020B0403020203020204" pitchFamily="34" charset="0"/>
                <a:cs typeface="FedEx Sans Light" panose="020B0403020203020204" pitchFamily="34" charset="0"/>
              </a:rPr>
              <a:t>Business Impact (Annual)</a:t>
            </a:r>
            <a:r>
              <a:rPr lang="en-US" sz="1100" b="1" baseline="30000">
                <a:solidFill>
                  <a:schemeClr val="bg1"/>
                </a:solidFill>
                <a:latin typeface="+mn-lt"/>
                <a:sym typeface="Arimo"/>
              </a:rPr>
              <a:t>1,3 </a:t>
            </a:r>
            <a:r>
              <a:rPr lang="en-US" sz="1100" b="1" kern="1200">
                <a:solidFill>
                  <a:schemeClr val="bg1"/>
                </a:solidFill>
                <a:latin typeface="+mn-lt"/>
                <a:ea typeface="FedEx Sans Light" panose="020B0403020203020204" pitchFamily="34" charset="0"/>
                <a:cs typeface="FedEx Sans Light" panose="020B0403020203020204" pitchFamily="34" charset="0"/>
              </a:rPr>
              <a:t>:</a:t>
            </a:r>
          </a:p>
          <a:p>
            <a:pPr marL="171450" indent="-171450" algn="l" rtl="0">
              <a:lnSpc>
                <a:spcPct val="110000"/>
              </a:lnSpc>
              <a:spcAft>
                <a:spcPts val="0"/>
              </a:spcAft>
              <a:buFont typeface="Arial" panose="020B0604020202020204" pitchFamily="34" charset="0"/>
              <a:buChar char="•"/>
            </a:pPr>
            <a:r>
              <a:rPr lang="en-US" sz="1100" kern="1200">
                <a:solidFill>
                  <a:schemeClr val="bg1"/>
                </a:solidFill>
                <a:latin typeface="+mn-lt"/>
                <a:ea typeface="FedEx Sans Light" panose="020B0403020203020204" pitchFamily="34" charset="0"/>
                <a:cs typeface="FedEx Sans Light" panose="020B0403020203020204" pitchFamily="34" charset="0"/>
              </a:rPr>
              <a:t>Total cases: 17k+ </a:t>
            </a:r>
          </a:p>
          <a:p>
            <a:pPr marL="171450" indent="-171450" algn="l" rtl="0">
              <a:lnSpc>
                <a:spcPct val="110000"/>
              </a:lnSpc>
              <a:spcAft>
                <a:spcPts val="0"/>
              </a:spcAft>
              <a:buFont typeface="Arial" panose="020B0604020202020204" pitchFamily="34" charset="0"/>
              <a:buChar char="•"/>
            </a:pPr>
            <a:r>
              <a:rPr lang="en-US" sz="1100" kern="1200">
                <a:solidFill>
                  <a:schemeClr val="bg1"/>
                </a:solidFill>
                <a:latin typeface="+mn-lt"/>
                <a:ea typeface="FedEx Sans Light" panose="020B0403020203020204" pitchFamily="34" charset="0"/>
                <a:cs typeface="FedEx Sans Light" panose="020B0403020203020204" pitchFamily="34" charset="0"/>
              </a:rPr>
              <a:t>Manual time</a:t>
            </a:r>
            <a:r>
              <a:rPr lang="en-US" sz="1100" kern="1200" baseline="30000">
                <a:solidFill>
                  <a:schemeClr val="bg1"/>
                </a:solidFill>
                <a:latin typeface="+mn-lt"/>
                <a:ea typeface="FedEx Sans Light" panose="020B0403020203020204" pitchFamily="34" charset="0"/>
                <a:cs typeface="FedEx Sans Light" panose="020B0403020203020204" pitchFamily="34" charset="0"/>
                <a:sym typeface="Arimo"/>
              </a:rPr>
              <a:t>2</a:t>
            </a:r>
            <a:r>
              <a:rPr lang="en-US" sz="1100" kern="1200">
                <a:solidFill>
                  <a:schemeClr val="bg1"/>
                </a:solidFill>
                <a:latin typeface="+mn-lt"/>
                <a:ea typeface="FedEx Sans Light" panose="020B0403020203020204" pitchFamily="34" charset="0"/>
                <a:cs typeface="FedEx Sans Light" panose="020B0403020203020204" pitchFamily="34" charset="0"/>
              </a:rPr>
              <a:t>: 3.6k+ </a:t>
            </a:r>
            <a:r>
              <a:rPr lang="en-US" sz="1100" kern="1200" err="1">
                <a:solidFill>
                  <a:schemeClr val="bg1"/>
                </a:solidFill>
                <a:latin typeface="+mn-lt"/>
                <a:ea typeface="FedEx Sans Light" panose="020B0403020203020204" pitchFamily="34" charset="0"/>
                <a:cs typeface="FedEx Sans Light" panose="020B0403020203020204" pitchFamily="34" charset="0"/>
              </a:rPr>
              <a:t>hrs</a:t>
            </a:r>
            <a:r>
              <a:rPr lang="en-US" sz="1100" kern="1200">
                <a:solidFill>
                  <a:schemeClr val="bg1"/>
                </a:solidFill>
                <a:latin typeface="+mn-lt"/>
                <a:ea typeface="FedEx Sans Light" panose="020B0403020203020204" pitchFamily="34" charset="0"/>
                <a:cs typeface="FedEx Sans Light" panose="020B0403020203020204" pitchFamily="34" charset="0"/>
              </a:rPr>
              <a:t> </a:t>
            </a:r>
          </a:p>
          <a:p>
            <a:pPr marL="171450" indent="-171450" algn="l" rtl="0">
              <a:lnSpc>
                <a:spcPct val="110000"/>
              </a:lnSpc>
              <a:spcAft>
                <a:spcPts val="0"/>
              </a:spcAft>
              <a:buFont typeface="Arial" panose="020B0604020202020204" pitchFamily="34" charset="0"/>
              <a:buChar char="•"/>
            </a:pPr>
            <a:r>
              <a:rPr lang="en-US" sz="1100" kern="1200">
                <a:solidFill>
                  <a:schemeClr val="bg1"/>
                </a:solidFill>
                <a:latin typeface="+mn-lt"/>
                <a:ea typeface="FedEx Sans Light" panose="020B0403020203020204" pitchFamily="34" charset="0"/>
                <a:cs typeface="FedEx Sans Light" panose="020B0403020203020204" pitchFamily="34" charset="0"/>
              </a:rPr>
              <a:t>OPTIX Time</a:t>
            </a:r>
            <a:r>
              <a:rPr lang="en-US" sz="1100" kern="1200" baseline="30000">
                <a:solidFill>
                  <a:schemeClr val="bg1"/>
                </a:solidFill>
                <a:latin typeface="+mn-lt"/>
                <a:ea typeface="FedEx Sans Light" panose="020B0403020203020204" pitchFamily="34" charset="0"/>
                <a:cs typeface="FedEx Sans Light" panose="020B0403020203020204" pitchFamily="34" charset="0"/>
                <a:sym typeface="Arimo"/>
              </a:rPr>
              <a:t>2</a:t>
            </a:r>
            <a:r>
              <a:rPr lang="en-US" sz="1100" kern="1200">
                <a:solidFill>
                  <a:schemeClr val="bg1"/>
                </a:solidFill>
                <a:latin typeface="+mn-lt"/>
                <a:ea typeface="FedEx Sans Light" panose="020B0403020203020204" pitchFamily="34" charset="0"/>
                <a:cs typeface="FedEx Sans Light" panose="020B0403020203020204" pitchFamily="34" charset="0"/>
              </a:rPr>
              <a:t>: 1k+ </a:t>
            </a:r>
            <a:r>
              <a:rPr lang="en-US" sz="1100" kern="1200" err="1">
                <a:solidFill>
                  <a:schemeClr val="bg1"/>
                </a:solidFill>
                <a:latin typeface="+mn-lt"/>
                <a:ea typeface="FedEx Sans Light" panose="020B0403020203020204" pitchFamily="34" charset="0"/>
                <a:cs typeface="FedEx Sans Light" panose="020B0403020203020204" pitchFamily="34" charset="0"/>
              </a:rPr>
              <a:t>hrs</a:t>
            </a:r>
            <a:endParaRPr lang="en-US" sz="1100" kern="1200">
              <a:solidFill>
                <a:schemeClr val="bg1"/>
              </a:solidFill>
              <a:latin typeface="+mn-lt"/>
              <a:ea typeface="FedEx Sans Light" panose="020B0403020203020204" pitchFamily="34" charset="0"/>
              <a:cs typeface="FedEx Sans Light" panose="020B0403020203020204" pitchFamily="34" charset="0"/>
            </a:endParaRPr>
          </a:p>
          <a:p>
            <a:pPr marL="171450" indent="-171450" algn="l" rtl="0">
              <a:lnSpc>
                <a:spcPct val="110000"/>
              </a:lnSpc>
              <a:spcAft>
                <a:spcPts val="0"/>
              </a:spcAft>
              <a:buFont typeface="Arial" panose="020B0604020202020204" pitchFamily="34" charset="0"/>
              <a:buChar char="•"/>
            </a:pPr>
            <a:r>
              <a:rPr lang="en-US" sz="1100" kern="1200">
                <a:solidFill>
                  <a:schemeClr val="bg1"/>
                </a:solidFill>
                <a:latin typeface="+mn-lt"/>
                <a:ea typeface="FedEx Sans Light" panose="020B0403020203020204" pitchFamily="34" charset="0"/>
                <a:cs typeface="FedEx Sans Light" panose="020B0403020203020204" pitchFamily="34" charset="0"/>
              </a:rPr>
              <a:t>Time saved:  2.6k+ </a:t>
            </a:r>
            <a:r>
              <a:rPr lang="en-US" sz="1100" kern="1200" err="1">
                <a:solidFill>
                  <a:schemeClr val="bg1"/>
                </a:solidFill>
                <a:latin typeface="+mn-lt"/>
                <a:ea typeface="FedEx Sans Light" panose="020B0403020203020204" pitchFamily="34" charset="0"/>
                <a:cs typeface="FedEx Sans Light" panose="020B0403020203020204" pitchFamily="34" charset="0"/>
              </a:rPr>
              <a:t>hrs</a:t>
            </a:r>
            <a:r>
              <a:rPr lang="en-US" sz="1100" kern="1200">
                <a:solidFill>
                  <a:schemeClr val="bg1"/>
                </a:solidFill>
                <a:latin typeface="+mn-lt"/>
                <a:ea typeface="FedEx Sans Light" panose="020B0403020203020204" pitchFamily="34" charset="0"/>
                <a:cs typeface="FedEx Sans Light" panose="020B0403020203020204" pitchFamily="34" charset="0"/>
              </a:rPr>
              <a:t> </a:t>
            </a:r>
            <a:br>
              <a:rPr lang="en-US" sz="1100" kern="1200">
                <a:solidFill>
                  <a:schemeClr val="bg1"/>
                </a:solidFill>
                <a:latin typeface="+mn-lt"/>
                <a:ea typeface="FedEx Sans Light" panose="020B0403020203020204" pitchFamily="34" charset="0"/>
                <a:cs typeface="FedEx Sans Light" panose="020B0403020203020204" pitchFamily="34" charset="0"/>
              </a:rPr>
            </a:br>
            <a:r>
              <a:rPr lang="en-US" sz="1100" b="1" kern="1200">
                <a:solidFill>
                  <a:schemeClr val="bg1"/>
                </a:solidFill>
                <a:latin typeface="+mn-lt"/>
                <a:ea typeface="FedEx Sans Light" panose="020B0403020203020204" pitchFamily="34" charset="0"/>
                <a:cs typeface="FedEx Sans Light" panose="020B0403020203020204" pitchFamily="34" charset="0"/>
              </a:rPr>
              <a:t>(72 % efficiency gained)</a:t>
            </a:r>
          </a:p>
        </p:txBody>
      </p:sp>
    </p:spTree>
    <p:extLst>
      <p:ext uri="{BB962C8B-B14F-4D97-AF65-F5344CB8AC3E}">
        <p14:creationId xmlns:p14="http://schemas.microsoft.com/office/powerpoint/2010/main" val="1336915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10" grpId="0"/>
    </p:bldLst>
  </p:timing>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28D86-51B4-8F26-9A7C-D16AA474820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D8A831E-BD46-F570-2A62-92A3D48431A4}"/>
              </a:ext>
            </a:extLst>
          </p:cNvPr>
          <p:cNvSpPr/>
          <p:nvPr/>
        </p:nvSpPr>
        <p:spPr>
          <a:xfrm>
            <a:off x="4245081" y="5078652"/>
            <a:ext cx="3598305" cy="1179576"/>
          </a:xfrm>
          <a:prstGeom prst="rect">
            <a:avLst/>
          </a:prstGeom>
          <a:solidFill>
            <a:schemeClr val="tx2"/>
          </a:solidFill>
        </p:spPr>
        <p:txBody>
          <a:bodyPr wrap="square" lIns="182880" tIns="0" rIns="548640" anchor="ctr" anchorCtr="0">
            <a:noAutofit/>
          </a:bodyPr>
          <a:lstStyle/>
          <a:p>
            <a:pPr marL="171450" indent="-171450" algn="l" rtl="0">
              <a:lnSpc>
                <a:spcPct val="110000"/>
              </a:lnSpc>
              <a:spcAft>
                <a:spcPts val="0"/>
              </a:spcAft>
              <a:buFont typeface="Arial" panose="020B0604020202020204" pitchFamily="34" charset="0"/>
            </a:pPr>
            <a:endParaRPr lang="en-US" sz="1100" b="1" kern="1200">
              <a:solidFill>
                <a:schemeClr val="bg1"/>
              </a:solidFill>
              <a:latin typeface="+mn-lt"/>
              <a:ea typeface="FedEx Sans Light" panose="020B0403020203020204" pitchFamily="34" charset="0"/>
              <a:cs typeface="FedEx Sans Light" panose="020B0403020203020204" pitchFamily="34" charset="0"/>
            </a:endParaRPr>
          </a:p>
        </p:txBody>
      </p:sp>
      <p:sp>
        <p:nvSpPr>
          <p:cNvPr id="8" name="Rectangle 7">
            <a:extLst>
              <a:ext uri="{FF2B5EF4-FFF2-40B4-BE49-F238E27FC236}">
                <a16:creationId xmlns:a16="http://schemas.microsoft.com/office/drawing/2014/main" id="{04B6B25B-63AC-7277-722A-0B1840284798}"/>
              </a:ext>
            </a:extLst>
          </p:cNvPr>
          <p:cNvSpPr/>
          <p:nvPr/>
        </p:nvSpPr>
        <p:spPr>
          <a:xfrm>
            <a:off x="554243" y="5080581"/>
            <a:ext cx="3600000" cy="1177647"/>
          </a:xfrm>
          <a:prstGeom prst="rect">
            <a:avLst/>
          </a:prstGeom>
          <a:solidFill>
            <a:schemeClr val="tx2"/>
          </a:solidFill>
        </p:spPr>
        <p:txBody>
          <a:bodyPr wrap="square" lIns="182880" tIns="0" rIns="548640" anchor="ctr" anchorCtr="0">
            <a:noAutofit/>
          </a:bodyPr>
          <a:lstStyle/>
          <a:p>
            <a:pPr marL="171450" indent="-171450" algn="l" rtl="0">
              <a:lnSpc>
                <a:spcPct val="110000"/>
              </a:lnSpc>
              <a:spcAft>
                <a:spcPts val="0"/>
              </a:spcAft>
              <a:buFont typeface="Arial" panose="020B0604020202020204" pitchFamily="34" charset="0"/>
            </a:pPr>
            <a:endParaRPr lang="en-US" sz="1100" b="1" kern="1200">
              <a:solidFill>
                <a:schemeClr val="bg1"/>
              </a:solidFill>
              <a:latin typeface="+mn-lt"/>
              <a:ea typeface="FedEx Sans Light" panose="020B0403020203020204" pitchFamily="34" charset="0"/>
              <a:cs typeface="FedEx Sans Light" panose="020B0403020203020204" pitchFamily="34" charset="0"/>
            </a:endParaRPr>
          </a:p>
        </p:txBody>
      </p:sp>
      <p:graphicFrame>
        <p:nvGraphicFramePr>
          <p:cNvPr id="23" name="Table 22">
            <a:extLst>
              <a:ext uri="{FF2B5EF4-FFF2-40B4-BE49-F238E27FC236}">
                <a16:creationId xmlns:a16="http://schemas.microsoft.com/office/drawing/2014/main" id="{46528B69-50EC-8A2E-5979-6FFA3F669EF4}"/>
              </a:ext>
            </a:extLst>
          </p:cNvPr>
          <p:cNvGraphicFramePr>
            <a:graphicFrameLocks noGrp="1"/>
          </p:cNvGraphicFramePr>
          <p:nvPr>
            <p:extLst>
              <p:ext uri="{D42A27DB-BD31-4B8C-83A1-F6EECF244321}">
                <p14:modId xmlns:p14="http://schemas.microsoft.com/office/powerpoint/2010/main" val="3730681200"/>
              </p:ext>
            </p:extLst>
          </p:nvPr>
        </p:nvGraphicFramePr>
        <p:xfrm>
          <a:off x="8003971" y="2879456"/>
          <a:ext cx="3231581" cy="2197672"/>
        </p:xfrm>
        <a:graphic>
          <a:graphicData uri="http://schemas.openxmlformats.org/drawingml/2006/table">
            <a:tbl>
              <a:tblPr>
                <a:tableStyleId>{5C22544A-7EE6-4342-B048-85BDC9FD1C3A}</a:tableStyleId>
              </a:tblPr>
              <a:tblGrid>
                <a:gridCol w="2169260">
                  <a:extLst>
                    <a:ext uri="{9D8B030D-6E8A-4147-A177-3AD203B41FA5}">
                      <a16:colId xmlns:a16="http://schemas.microsoft.com/office/drawing/2014/main" val="3120727726"/>
                    </a:ext>
                  </a:extLst>
                </a:gridCol>
                <a:gridCol w="1062321">
                  <a:extLst>
                    <a:ext uri="{9D8B030D-6E8A-4147-A177-3AD203B41FA5}">
                      <a16:colId xmlns:a16="http://schemas.microsoft.com/office/drawing/2014/main" val="1069534392"/>
                    </a:ext>
                  </a:extLst>
                </a:gridCol>
              </a:tblGrid>
              <a:tr h="336058">
                <a:tc>
                  <a:txBody>
                    <a:bodyPr/>
                    <a:lstStyle/>
                    <a:p>
                      <a:pPr algn="ctr"/>
                      <a:r>
                        <a:rPr lang="en-US" sz="1100" b="1">
                          <a:solidFill>
                            <a:schemeClr val="tx1"/>
                          </a:solidFill>
                        </a:rPr>
                        <a:t>Activity</a:t>
                      </a: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8925"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chemeClr val="tx1"/>
                          </a:solidFill>
                        </a:rPr>
                        <a:t>Status</a:t>
                      </a: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336058">
                <a:tc>
                  <a:txBody>
                    <a:bodyPr/>
                    <a:lstStyle/>
                    <a:p>
                      <a:pPr algn="l"/>
                      <a:r>
                        <a:rPr lang="en-US" sz="1100" b="0">
                          <a:solidFill>
                            <a:schemeClr val="tx1"/>
                          </a:solidFill>
                        </a:rPr>
                        <a:t>Creation of EAI</a:t>
                      </a: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914400" rtl="0" eaLnBrk="1" latinLnBrk="0" hangingPunct="1"/>
                      <a:r>
                        <a:rPr lang="en-US" sz="1100" b="1" kern="1200">
                          <a:solidFill>
                            <a:schemeClr val="dk1"/>
                          </a:solidFill>
                          <a:latin typeface="+mn-lt"/>
                          <a:ea typeface="+mn-ea"/>
                          <a:cs typeface="+mn-cs"/>
                        </a:rPr>
                        <a:t>Completed</a:t>
                      </a:r>
                    </a:p>
                  </a:txBody>
                  <a:tcPr marL="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773681"/>
                  </a:ext>
                </a:extLst>
              </a:tr>
              <a:tr h="336058">
                <a:tc>
                  <a:txBody>
                    <a:bodyPr/>
                    <a:lstStyle/>
                    <a:p>
                      <a:pPr marL="0" algn="l" defTabSz="914400" rtl="0" eaLnBrk="1" latinLnBrk="0" hangingPunct="1"/>
                      <a:r>
                        <a:rPr lang="en-US" sz="1100" b="0">
                          <a:solidFill>
                            <a:schemeClr val="tx1"/>
                          </a:solidFill>
                        </a:rPr>
                        <a:t>Python Server setup</a:t>
                      </a:r>
                      <a:endParaRPr lang="en-US" sz="1100" b="0" kern="1200">
                        <a:solidFill>
                          <a:schemeClr val="tx1"/>
                        </a:solidFill>
                        <a:latin typeface="+mn-lt"/>
                        <a:ea typeface="+mn-ea"/>
                        <a:cs typeface="+mn-cs"/>
                      </a:endParaRP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100" b="1" kern="1200">
                          <a:solidFill>
                            <a:schemeClr val="dk1"/>
                          </a:solidFill>
                          <a:latin typeface="+mn-lt"/>
                          <a:ea typeface="+mn-ea"/>
                          <a:cs typeface="+mn-cs"/>
                        </a:rPr>
                        <a:t>Completed</a:t>
                      </a:r>
                    </a:p>
                  </a:txBody>
                  <a:tcPr marL="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336058">
                <a:tc>
                  <a:txBody>
                    <a:bodyPr/>
                    <a:lstStyle/>
                    <a:p>
                      <a:pPr algn="l"/>
                      <a:r>
                        <a:rPr lang="en-US" sz="1100" b="0">
                          <a:solidFill>
                            <a:schemeClr val="tx1"/>
                          </a:solidFill>
                        </a:rPr>
                        <a:t>FIRST process (Info sec team)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WIP     </a:t>
                      </a:r>
                      <a:endParaRPr lang="en-US" sz="1100">
                        <a:solidFill>
                          <a:srgbClr val="008A00"/>
                        </a:solidFill>
                      </a:endParaRPr>
                    </a:p>
                  </a:txBody>
                  <a:tcPr marL="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389968">
                <a:tc>
                  <a:txBody>
                    <a:bodyPr/>
                    <a:lstStyle/>
                    <a:p>
                      <a:pPr algn="l"/>
                      <a:r>
                        <a:rPr lang="en-US" sz="1100" b="0">
                          <a:solidFill>
                            <a:schemeClr val="tx1"/>
                          </a:solidFill>
                        </a:rPr>
                        <a:t>Code Deployment on Python Server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kern="1200">
                          <a:solidFill>
                            <a:schemeClr val="dk1"/>
                          </a:solidFill>
                          <a:latin typeface="+mn-lt"/>
                          <a:ea typeface="+mn-ea"/>
                          <a:cs typeface="+mn-cs"/>
                        </a:rPr>
                        <a:t>TBD</a:t>
                      </a:r>
                    </a:p>
                  </a:txBody>
                  <a:tcPr marL="18288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3899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a:solidFill>
                            <a:schemeClr val="tx1"/>
                          </a:solidFill>
                        </a:rPr>
                        <a:t>Gemini API key: </a:t>
                      </a:r>
                      <a:r>
                        <a:rPr lang="en-IN" sz="1100" b="0">
                          <a:solidFill>
                            <a:schemeClr val="tx1"/>
                          </a:solidFill>
                          <a:effectLst/>
                        </a:rPr>
                        <a:t>pending AI Labs team prioritization</a:t>
                      </a:r>
                      <a:endParaRPr lang="en-US" sz="1100" b="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TBD</a:t>
                      </a:r>
                    </a:p>
                  </a:txBody>
                  <a:tcPr marL="18288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bl>
          </a:graphicData>
        </a:graphic>
      </p:graphicFrame>
      <p:sp>
        <p:nvSpPr>
          <p:cNvPr id="24" name="Vertical Title 1">
            <a:extLst>
              <a:ext uri="{FF2B5EF4-FFF2-40B4-BE49-F238E27FC236}">
                <a16:creationId xmlns:a16="http://schemas.microsoft.com/office/drawing/2014/main" id="{71CF4F59-3C60-0983-DFEF-B5546B5A3BBB}"/>
              </a:ext>
            </a:extLst>
          </p:cNvPr>
          <p:cNvSpPr txBox="1">
            <a:spLocks/>
          </p:cNvSpPr>
          <p:nvPr/>
        </p:nvSpPr>
        <p:spPr>
          <a:xfrm>
            <a:off x="582770" y="593101"/>
            <a:ext cx="8652669" cy="599837"/>
          </a:xfrm>
          <a:prstGeom prst="rect">
            <a:avLst/>
          </a:prstGeom>
        </p:spPr>
        <p:txBody>
          <a:bodyPr vert="horz" lIns="0" tIns="0" rIns="0" bIns="0" rtlCol="0" anchor="t" anchorCtr="0">
            <a:noAutofit/>
          </a:bodyPr>
          <a:lst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a:spcAft>
                <a:spcPts val="0"/>
              </a:spcAft>
            </a:pPr>
            <a:r>
              <a:rPr lang="en-US" sz="2800"/>
              <a:t>The Way Forward</a:t>
            </a:r>
            <a:endParaRPr lang="en-US" sz="2800" b="1"/>
          </a:p>
        </p:txBody>
      </p:sp>
      <p:sp>
        <p:nvSpPr>
          <p:cNvPr id="25" name="Footer Placeholder 3">
            <a:extLst>
              <a:ext uri="{FF2B5EF4-FFF2-40B4-BE49-F238E27FC236}">
                <a16:creationId xmlns:a16="http://schemas.microsoft.com/office/drawing/2014/main" id="{7AC0EAE8-12D7-FA3B-68B8-8E6E2C7BE585}"/>
              </a:ext>
            </a:extLst>
          </p:cNvPr>
          <p:cNvSpPr>
            <a:spLocks noGrp="1"/>
          </p:cNvSpPr>
          <p:nvPr>
            <p:ph type="ftr" sz="quarter" idx="11"/>
          </p:nvPr>
        </p:nvSpPr>
        <p:spPr>
          <a:xfrm>
            <a:off x="571500" y="6374929"/>
            <a:ext cx="3543300" cy="219635"/>
          </a:xfrm>
        </p:spPr>
        <p:txBody>
          <a:bodyPr/>
          <a:lstStyle/>
          <a:p>
            <a:pPr>
              <a:lnSpc>
                <a:spcPct val="90000"/>
              </a:lnSpc>
            </a:pP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27" name="TextBox 26">
            <a:extLst>
              <a:ext uri="{FF2B5EF4-FFF2-40B4-BE49-F238E27FC236}">
                <a16:creationId xmlns:a16="http://schemas.microsoft.com/office/drawing/2014/main" id="{7D357F5A-7919-42E6-5005-09E36012D993}"/>
              </a:ext>
            </a:extLst>
          </p:cNvPr>
          <p:cNvSpPr txBox="1"/>
          <p:nvPr/>
        </p:nvSpPr>
        <p:spPr>
          <a:xfrm>
            <a:off x="1211420" y="1920376"/>
            <a:ext cx="2603107" cy="430887"/>
          </a:xfrm>
          <a:prstGeom prst="rect">
            <a:avLst/>
          </a:prstGeom>
          <a:noFill/>
        </p:spPr>
        <p:txBody>
          <a:bodyPr wrap="square" lIns="0" tIns="0" rIns="0" bIns="0" rtlCol="0" anchor="t">
            <a:spAutoFit/>
          </a:bodyPr>
          <a:lstStyle/>
          <a:p>
            <a:pPr algn="ctr">
              <a:spcAft>
                <a:spcPts val="0"/>
              </a:spcAft>
            </a:pPr>
            <a:r>
              <a:rPr lang="en-IN" sz="1400" b="1">
                <a:solidFill>
                  <a:schemeClr val="tx2"/>
                </a:solidFill>
                <a:latin typeface="+mn-lt"/>
              </a:rPr>
              <a:t> Sales Feedback </a:t>
            </a:r>
          </a:p>
          <a:p>
            <a:pPr algn="ctr">
              <a:spcAft>
                <a:spcPts val="0"/>
              </a:spcAft>
            </a:pPr>
            <a:r>
              <a:rPr lang="en-IN" sz="1400" b="1">
                <a:solidFill>
                  <a:schemeClr val="tx2"/>
                </a:solidFill>
                <a:latin typeface="+mn-lt"/>
              </a:rPr>
              <a:t>       Form + AUR Automation</a:t>
            </a:r>
            <a:endParaRPr lang="en-US" sz="1400" b="1">
              <a:solidFill>
                <a:schemeClr val="tx2"/>
              </a:solidFill>
              <a:latin typeface="+mn-lt"/>
            </a:endParaRPr>
          </a:p>
        </p:txBody>
      </p:sp>
      <p:sp>
        <p:nvSpPr>
          <p:cNvPr id="28" name="Rectangle 27">
            <a:extLst>
              <a:ext uri="{FF2B5EF4-FFF2-40B4-BE49-F238E27FC236}">
                <a16:creationId xmlns:a16="http://schemas.microsoft.com/office/drawing/2014/main" id="{E58AEE64-3177-FF49-B7D6-62D04A8486EE}"/>
              </a:ext>
            </a:extLst>
          </p:cNvPr>
          <p:cNvSpPr/>
          <p:nvPr/>
        </p:nvSpPr>
        <p:spPr>
          <a:xfrm>
            <a:off x="549180" y="1760493"/>
            <a:ext cx="3600000" cy="4498848"/>
          </a:xfrm>
          <a:prstGeom prst="rect">
            <a:avLst/>
          </a:prstGeom>
          <a:no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91F82A04-224A-570C-13F1-9B0D6AA9CE9C}"/>
              </a:ext>
            </a:extLst>
          </p:cNvPr>
          <p:cNvSpPr txBox="1"/>
          <p:nvPr/>
        </p:nvSpPr>
        <p:spPr>
          <a:xfrm>
            <a:off x="616107" y="2481679"/>
            <a:ext cx="3514752" cy="3524042"/>
          </a:xfrm>
          <a:prstGeom prst="rect">
            <a:avLst/>
          </a:prstGeom>
          <a:noFill/>
        </p:spPr>
        <p:txBody>
          <a:bodyPr wrap="square" lIns="0" tIns="0" rIns="0" bIns="0" rtlCol="0" anchor="t">
            <a:spAutoFit/>
          </a:bodyPr>
          <a:lstStyle/>
          <a:p>
            <a:pPr algn="l"/>
            <a:r>
              <a:rPr lang="en-US" sz="1100" b="1">
                <a:solidFill>
                  <a:schemeClr val="tx2"/>
                </a:solidFill>
                <a:latin typeface="+mn-lt"/>
              </a:rPr>
              <a:t>Purpose: </a:t>
            </a:r>
            <a:r>
              <a:rPr lang="en-US" sz="1100">
                <a:latin typeface="+mn-lt"/>
              </a:rPr>
              <a:t>Update customer attributes in iSell &amp; segmentation in Atlantis through ATC and AUR form</a:t>
            </a:r>
          </a:p>
          <a:p>
            <a:pPr algn="l"/>
            <a:r>
              <a:rPr lang="en-US" sz="1100" b="1">
                <a:solidFill>
                  <a:schemeClr val="tx2"/>
                </a:solidFill>
                <a:latin typeface="+mn-lt"/>
              </a:rPr>
              <a:t>Current State: </a:t>
            </a:r>
          </a:p>
          <a:p>
            <a:pPr marL="171450" indent="-171450" algn="l">
              <a:spcAft>
                <a:spcPts val="0"/>
              </a:spcAft>
              <a:buFont typeface="Arial" panose="020B0604020202020204" pitchFamily="34" charset="0"/>
              <a:buChar char="•"/>
            </a:pPr>
            <a:r>
              <a:rPr lang="en-US" sz="1100" b="1">
                <a:latin typeface="+mn-lt"/>
              </a:rPr>
              <a:t>US team</a:t>
            </a:r>
            <a:r>
              <a:rPr lang="en-US" sz="1100">
                <a:latin typeface="+mn-lt"/>
              </a:rPr>
              <a:t> owns loading </a:t>
            </a:r>
            <a:r>
              <a:rPr lang="en-US" sz="1100" b="1">
                <a:latin typeface="+mn-lt"/>
              </a:rPr>
              <a:t>ATC feedback</a:t>
            </a:r>
            <a:r>
              <a:rPr lang="en-US" sz="1100">
                <a:latin typeface="+mn-lt"/>
              </a:rPr>
              <a:t> from TPO specialist into the backend database post business validation.</a:t>
            </a:r>
          </a:p>
          <a:p>
            <a:pPr marL="171450" indent="-171450" algn="l">
              <a:spcAft>
                <a:spcPts val="0"/>
              </a:spcAft>
              <a:buFont typeface="Arial" panose="020B0604020202020204" pitchFamily="34" charset="0"/>
              <a:buChar char="•"/>
            </a:pPr>
            <a:r>
              <a:rPr lang="en-US" sz="1100">
                <a:latin typeface="+mn-lt"/>
              </a:rPr>
              <a:t>TPO specialist </a:t>
            </a:r>
            <a:r>
              <a:rPr lang="en-US" sz="1100" b="1">
                <a:latin typeface="+mn-lt"/>
              </a:rPr>
              <a:t>manually submits AUR</a:t>
            </a:r>
            <a:r>
              <a:rPr lang="en-US" sz="1100">
                <a:latin typeface="+mn-lt"/>
              </a:rPr>
              <a:t> into Atlantis.</a:t>
            </a:r>
          </a:p>
          <a:p>
            <a:pPr algn="l">
              <a:spcAft>
                <a:spcPts val="0"/>
              </a:spcAft>
            </a:pPr>
            <a:r>
              <a:rPr lang="en-US" sz="1100">
                <a:latin typeface="+mn-lt"/>
              </a:rPr>
              <a:t>  </a:t>
            </a:r>
          </a:p>
          <a:p>
            <a:pPr algn="l"/>
            <a:r>
              <a:rPr lang="en-US" sz="1100" b="1">
                <a:solidFill>
                  <a:schemeClr val="tx2"/>
                </a:solidFill>
                <a:latin typeface="+mn-lt"/>
              </a:rPr>
              <a:t>Future State: </a:t>
            </a:r>
          </a:p>
          <a:p>
            <a:pPr marL="171450" indent="-171450" algn="l">
              <a:spcAft>
                <a:spcPts val="0"/>
              </a:spcAft>
              <a:buFont typeface="Arial" panose="020B0604020202020204" pitchFamily="34" charset="0"/>
              <a:buChar char="•"/>
            </a:pPr>
            <a:r>
              <a:rPr lang="en-US" sz="1100" b="1">
                <a:latin typeface="+mn-lt"/>
              </a:rPr>
              <a:t>End-to-end ownership</a:t>
            </a:r>
            <a:r>
              <a:rPr lang="en-US" sz="1100">
                <a:latin typeface="+mn-lt"/>
              </a:rPr>
              <a:t> of the </a:t>
            </a:r>
            <a:r>
              <a:rPr lang="en-US" sz="1100" b="1">
                <a:latin typeface="+mn-lt"/>
              </a:rPr>
              <a:t>ATC upload process </a:t>
            </a:r>
            <a:r>
              <a:rPr lang="en-US" sz="1100">
                <a:latin typeface="+mn-lt"/>
              </a:rPr>
              <a:t>including data transformation and validation</a:t>
            </a:r>
            <a:endParaRPr lang="en-US" sz="1100" b="1">
              <a:latin typeface="+mn-lt"/>
            </a:endParaRPr>
          </a:p>
          <a:p>
            <a:pPr marL="171450" indent="-171450" algn="l">
              <a:spcAft>
                <a:spcPts val="0"/>
              </a:spcAft>
              <a:buFont typeface="Arial" panose="020B0604020202020204" pitchFamily="34" charset="0"/>
              <a:buChar char="•"/>
            </a:pPr>
            <a:r>
              <a:rPr lang="en-US" sz="1100">
                <a:latin typeface="+mn-lt"/>
              </a:rPr>
              <a:t>Automated workflow enabling TPO specialist to </a:t>
            </a:r>
            <a:r>
              <a:rPr lang="en-US" sz="1100" b="1">
                <a:latin typeface="+mn-lt"/>
              </a:rPr>
              <a:t>AUR</a:t>
            </a:r>
            <a:r>
              <a:rPr lang="en-US" sz="1100">
                <a:latin typeface="+mn-lt"/>
              </a:rPr>
              <a:t> request in real time (under discussion)</a:t>
            </a:r>
          </a:p>
          <a:p>
            <a:pPr algn="l">
              <a:spcAft>
                <a:spcPts val="0"/>
              </a:spcAft>
            </a:pPr>
            <a:endParaRPr lang="en-US" sz="1200">
              <a:solidFill>
                <a:schemeClr val="bg1"/>
              </a:solidFill>
              <a:latin typeface="+mn-lt"/>
            </a:endParaRPr>
          </a:p>
          <a:p>
            <a:pPr algn="l"/>
            <a:r>
              <a:rPr lang="en-US" sz="1100" b="1">
                <a:solidFill>
                  <a:schemeClr val="bg1"/>
                </a:solidFill>
                <a:latin typeface="+mn-lt"/>
              </a:rPr>
              <a:t>Business Impact:</a:t>
            </a:r>
          </a:p>
          <a:p>
            <a:pPr marL="171450" indent="-171450" algn="l">
              <a:spcAft>
                <a:spcPts val="0"/>
              </a:spcAft>
              <a:buFont typeface="Arial" panose="020B0604020202020204" pitchFamily="34" charset="0"/>
              <a:buChar char="•"/>
            </a:pPr>
            <a:r>
              <a:rPr lang="en-US" sz="1100">
                <a:solidFill>
                  <a:schemeClr val="bg1"/>
                </a:solidFill>
                <a:latin typeface="+mn-lt"/>
              </a:rPr>
              <a:t>Reduce ATC update turnaround time from </a:t>
            </a:r>
            <a:r>
              <a:rPr lang="en-US" sz="1100" b="1">
                <a:solidFill>
                  <a:schemeClr val="bg1"/>
                </a:solidFill>
                <a:latin typeface="+mn-lt"/>
              </a:rPr>
              <a:t>7 days to ~24 hours</a:t>
            </a:r>
            <a:r>
              <a:rPr lang="en-US" sz="1100">
                <a:solidFill>
                  <a:schemeClr val="bg1"/>
                </a:solidFill>
                <a:latin typeface="+mn-lt"/>
              </a:rPr>
              <a:t>.</a:t>
            </a:r>
          </a:p>
          <a:p>
            <a:pPr marL="171450" indent="-171450" algn="l">
              <a:spcAft>
                <a:spcPts val="0"/>
              </a:spcAft>
              <a:buFont typeface="Arial" panose="020B0604020202020204" pitchFamily="34" charset="0"/>
              <a:buChar char="•"/>
            </a:pPr>
            <a:r>
              <a:rPr lang="en-US" sz="1100">
                <a:solidFill>
                  <a:schemeClr val="bg1"/>
                </a:solidFill>
                <a:latin typeface="+mn-lt"/>
              </a:rPr>
              <a:t>Eliminate </a:t>
            </a:r>
            <a:r>
              <a:rPr lang="en-US" sz="1100" b="1">
                <a:solidFill>
                  <a:schemeClr val="bg1"/>
                </a:solidFill>
                <a:latin typeface="+mn-lt"/>
              </a:rPr>
              <a:t>manual intervention</a:t>
            </a:r>
            <a:r>
              <a:rPr lang="en-US" sz="1100">
                <a:solidFill>
                  <a:schemeClr val="bg1"/>
                </a:solidFill>
                <a:latin typeface="+mn-lt"/>
              </a:rPr>
              <a:t>, improving process efficiency and data accuracy.</a:t>
            </a:r>
          </a:p>
        </p:txBody>
      </p:sp>
      <p:sp>
        <p:nvSpPr>
          <p:cNvPr id="32" name="Oval 31">
            <a:extLst>
              <a:ext uri="{FF2B5EF4-FFF2-40B4-BE49-F238E27FC236}">
                <a16:creationId xmlns:a16="http://schemas.microsoft.com/office/drawing/2014/main" id="{51A110AF-D77C-1320-1F13-7139981F5AC5}"/>
              </a:ext>
            </a:extLst>
          </p:cNvPr>
          <p:cNvSpPr/>
          <p:nvPr/>
        </p:nvSpPr>
        <p:spPr>
          <a:xfrm>
            <a:off x="790159" y="1869360"/>
            <a:ext cx="492063" cy="4920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1CAAB2D-9B00-8598-E87E-505C3328F2F3}"/>
              </a:ext>
            </a:extLst>
          </p:cNvPr>
          <p:cNvSpPr/>
          <p:nvPr/>
        </p:nvSpPr>
        <p:spPr>
          <a:xfrm>
            <a:off x="4248600" y="1760493"/>
            <a:ext cx="3600000" cy="4495800"/>
          </a:xfrm>
          <a:prstGeom prst="rect">
            <a:avLst/>
          </a:prstGeom>
          <a:no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ADE02A2B-00A3-EAFB-1EB6-686EC621CAA4}"/>
              </a:ext>
            </a:extLst>
          </p:cNvPr>
          <p:cNvSpPr txBox="1"/>
          <p:nvPr/>
        </p:nvSpPr>
        <p:spPr>
          <a:xfrm>
            <a:off x="4460670" y="2031878"/>
            <a:ext cx="3599999" cy="215444"/>
          </a:xfrm>
          <a:prstGeom prst="rect">
            <a:avLst/>
          </a:prstGeom>
          <a:noFill/>
        </p:spPr>
        <p:txBody>
          <a:bodyPr wrap="square" lIns="0" tIns="0" rIns="0" bIns="0" rtlCol="0">
            <a:spAutoFit/>
          </a:bodyPr>
          <a:lstStyle/>
          <a:p>
            <a:pPr algn="ctr">
              <a:spcAft>
                <a:spcPts val="0"/>
              </a:spcAft>
            </a:pPr>
            <a:r>
              <a:rPr lang="en-IN" sz="1400" b="1">
                <a:solidFill>
                  <a:schemeClr val="tx2"/>
                </a:solidFill>
                <a:latin typeface="+mn-lt"/>
              </a:rPr>
              <a:t>User Feedback Feature</a:t>
            </a:r>
          </a:p>
        </p:txBody>
      </p:sp>
      <p:sp>
        <p:nvSpPr>
          <p:cNvPr id="36" name="TextBox 35">
            <a:extLst>
              <a:ext uri="{FF2B5EF4-FFF2-40B4-BE49-F238E27FC236}">
                <a16:creationId xmlns:a16="http://schemas.microsoft.com/office/drawing/2014/main" id="{16792A6E-CAD3-D810-42C0-FFC84650F758}"/>
              </a:ext>
            </a:extLst>
          </p:cNvPr>
          <p:cNvSpPr txBox="1"/>
          <p:nvPr/>
        </p:nvSpPr>
        <p:spPr>
          <a:xfrm>
            <a:off x="4360066" y="2466343"/>
            <a:ext cx="3384652" cy="3785652"/>
          </a:xfrm>
          <a:prstGeom prst="rect">
            <a:avLst/>
          </a:prstGeom>
          <a:noFill/>
        </p:spPr>
        <p:txBody>
          <a:bodyPr wrap="square" lIns="0" tIns="0" rIns="0" bIns="0" rtlCol="0">
            <a:spAutoFit/>
          </a:bodyPr>
          <a:lstStyle/>
          <a:p>
            <a:pPr algn="l"/>
            <a:r>
              <a:rPr lang="en-US" sz="1100" b="1">
                <a:solidFill>
                  <a:schemeClr val="tx2"/>
                </a:solidFill>
                <a:latin typeface="+mn-lt"/>
              </a:rPr>
              <a:t>Purpose: </a:t>
            </a:r>
            <a:r>
              <a:rPr lang="en-IN" sz="1100">
                <a:latin typeface="+mn-lt"/>
              </a:rPr>
              <a:t>Capture</a:t>
            </a:r>
            <a:r>
              <a:rPr lang="en-IN" sz="1100" b="1">
                <a:latin typeface="+mn-lt"/>
              </a:rPr>
              <a:t> structured analyst feedback on OPTIX outputs </a:t>
            </a:r>
            <a:r>
              <a:rPr lang="en-IN" sz="1100">
                <a:latin typeface="+mn-lt"/>
              </a:rPr>
              <a:t>to identify discrepancies and drive continuous model improvement.</a:t>
            </a:r>
          </a:p>
          <a:p>
            <a:pPr algn="l">
              <a:spcAft>
                <a:spcPts val="0"/>
              </a:spcAft>
            </a:pPr>
            <a:r>
              <a:rPr lang="en-US" sz="1100" b="1">
                <a:solidFill>
                  <a:schemeClr val="tx2"/>
                </a:solidFill>
                <a:latin typeface="+mn-lt"/>
              </a:rPr>
              <a:t>Current State: </a:t>
            </a:r>
          </a:p>
          <a:p>
            <a:pPr marL="171450" indent="-171450" algn="l">
              <a:spcAft>
                <a:spcPts val="0"/>
              </a:spcAft>
              <a:buFont typeface="Arial" panose="020B0604020202020204" pitchFamily="34" charset="0"/>
              <a:buChar char="•"/>
            </a:pPr>
            <a:r>
              <a:rPr lang="en-IN" sz="1100">
                <a:latin typeface="+mn-lt"/>
              </a:rPr>
              <a:t>Analyst resolutions (Accept/Reject) are compared with OPTIX outputs to </a:t>
            </a:r>
            <a:r>
              <a:rPr lang="en-IN" sz="1100" b="1">
                <a:latin typeface="+mn-lt"/>
              </a:rPr>
              <a:t>identify discrepancies</a:t>
            </a:r>
            <a:r>
              <a:rPr lang="en-IN" sz="1100">
                <a:latin typeface="+mn-lt"/>
              </a:rPr>
              <a:t>.</a:t>
            </a:r>
          </a:p>
          <a:p>
            <a:pPr marL="171450" indent="-171450" algn="l">
              <a:spcAft>
                <a:spcPts val="0"/>
              </a:spcAft>
              <a:buFont typeface="Arial" panose="020B0604020202020204" pitchFamily="34" charset="0"/>
              <a:buChar char="•"/>
            </a:pPr>
            <a:r>
              <a:rPr lang="en-IN" sz="1100" b="1">
                <a:latin typeface="+mn-lt"/>
              </a:rPr>
              <a:t>Manual review </a:t>
            </a:r>
            <a:r>
              <a:rPr lang="en-IN" sz="1100">
                <a:latin typeface="+mn-lt"/>
              </a:rPr>
              <a:t>with analysts to understand decision discrepancies.</a:t>
            </a:r>
          </a:p>
          <a:p>
            <a:pPr marL="171450" indent="-171450" algn="l">
              <a:spcAft>
                <a:spcPts val="0"/>
              </a:spcAft>
              <a:buFont typeface="Arial" panose="020B0604020202020204" pitchFamily="34" charset="0"/>
              <a:buChar char="•"/>
            </a:pPr>
            <a:endParaRPr lang="en-IN" sz="1100" b="1">
              <a:solidFill>
                <a:schemeClr val="tx2"/>
              </a:solidFill>
              <a:latin typeface="+mn-lt"/>
            </a:endParaRPr>
          </a:p>
          <a:p>
            <a:pPr algn="l">
              <a:spcAft>
                <a:spcPts val="0"/>
              </a:spcAft>
            </a:pPr>
            <a:r>
              <a:rPr lang="en-US" sz="1100" b="1">
                <a:solidFill>
                  <a:schemeClr val="tx2"/>
                </a:solidFill>
                <a:latin typeface="+mn-lt"/>
              </a:rPr>
              <a:t>Future State: </a:t>
            </a:r>
          </a:p>
          <a:p>
            <a:pPr marL="171450" indent="-171450" algn="l">
              <a:spcAft>
                <a:spcPts val="0"/>
              </a:spcAft>
              <a:buFont typeface="Arial" panose="020B0604020202020204" pitchFamily="34" charset="0"/>
              <a:buChar char="•"/>
            </a:pPr>
            <a:r>
              <a:rPr lang="en-IN" sz="1100">
                <a:latin typeface="+mn-lt"/>
              </a:rPr>
              <a:t>Enable analysts to provide direct, </a:t>
            </a:r>
            <a:r>
              <a:rPr lang="en-IN" sz="1100" b="1">
                <a:latin typeface="+mn-lt"/>
              </a:rPr>
              <a:t>in-workflow feedback</a:t>
            </a:r>
            <a:r>
              <a:rPr lang="en-IN" sz="1100">
                <a:latin typeface="+mn-lt"/>
              </a:rPr>
              <a:t> on OPTIX recommendations. </a:t>
            </a:r>
          </a:p>
          <a:p>
            <a:pPr marL="171450" indent="-171450" algn="l">
              <a:spcAft>
                <a:spcPts val="200"/>
              </a:spcAft>
              <a:buFont typeface="Arial" panose="020B0604020202020204" pitchFamily="34" charset="0"/>
              <a:buChar char="•"/>
            </a:pPr>
            <a:r>
              <a:rPr lang="en-IN" sz="1100">
                <a:latin typeface="+mn-lt"/>
              </a:rPr>
              <a:t>Capture error reasons and analyse feedback to drive </a:t>
            </a:r>
            <a:r>
              <a:rPr lang="en-IN" sz="1100" b="1">
                <a:latin typeface="+mn-lt"/>
              </a:rPr>
              <a:t>continuous model improvement.</a:t>
            </a:r>
            <a:endParaRPr lang="en-IN" sz="1050" b="1">
              <a:latin typeface="+mn-lt"/>
            </a:endParaRPr>
          </a:p>
          <a:p>
            <a:pPr algn="l"/>
            <a:r>
              <a:rPr lang="en-US" sz="1100" b="1">
                <a:solidFill>
                  <a:schemeClr val="bg1"/>
                </a:solidFill>
                <a:latin typeface="+mn-lt"/>
              </a:rPr>
              <a:t>Business Impact:</a:t>
            </a:r>
            <a:r>
              <a:rPr lang="en-US" sz="1100">
                <a:solidFill>
                  <a:schemeClr val="bg1"/>
                </a:solidFill>
                <a:latin typeface="+mn-lt"/>
              </a:rPr>
              <a:t> </a:t>
            </a:r>
          </a:p>
          <a:p>
            <a:pPr marL="171450" indent="-171450" algn="l">
              <a:spcAft>
                <a:spcPts val="0"/>
              </a:spcAft>
              <a:buFont typeface="Arial" panose="020B0604020202020204" pitchFamily="34" charset="0"/>
              <a:buChar char="•"/>
            </a:pPr>
            <a:r>
              <a:rPr lang="en-IN" sz="1100">
                <a:solidFill>
                  <a:schemeClr val="bg1"/>
                </a:solidFill>
                <a:latin typeface="+mn-lt"/>
              </a:rPr>
              <a:t>Automated monthly OPTIX </a:t>
            </a:r>
            <a:r>
              <a:rPr lang="en-IN" sz="1100" b="1">
                <a:solidFill>
                  <a:schemeClr val="bg1"/>
                </a:solidFill>
                <a:latin typeface="+mn-lt"/>
              </a:rPr>
              <a:t>performance tracking</a:t>
            </a:r>
          </a:p>
          <a:p>
            <a:pPr marL="171450" indent="-171450" algn="l">
              <a:spcAft>
                <a:spcPts val="0"/>
              </a:spcAft>
              <a:buFont typeface="Arial" panose="020B0604020202020204" pitchFamily="34" charset="0"/>
              <a:buChar char="•"/>
            </a:pPr>
            <a:r>
              <a:rPr lang="en-IN" sz="1100">
                <a:solidFill>
                  <a:schemeClr val="bg1"/>
                </a:solidFill>
                <a:latin typeface="+mn-lt"/>
              </a:rPr>
              <a:t>Continuous code improvement via </a:t>
            </a:r>
            <a:r>
              <a:rPr lang="en-IN" sz="1100" b="1">
                <a:solidFill>
                  <a:schemeClr val="bg1"/>
                </a:solidFill>
                <a:latin typeface="+mn-lt"/>
              </a:rPr>
              <a:t>feedback loop.</a:t>
            </a:r>
          </a:p>
          <a:p>
            <a:pPr marL="171450" indent="-171450" algn="l">
              <a:spcAft>
                <a:spcPts val="0"/>
              </a:spcAft>
              <a:buFont typeface="Arial" panose="020B0604020202020204" pitchFamily="34" charset="0"/>
              <a:buChar char="•"/>
            </a:pPr>
            <a:r>
              <a:rPr lang="en-IN" sz="1100">
                <a:solidFill>
                  <a:schemeClr val="bg1"/>
                </a:solidFill>
                <a:latin typeface="+mn-lt"/>
              </a:rPr>
              <a:t>Enhanced </a:t>
            </a:r>
            <a:r>
              <a:rPr lang="en-IN" sz="1100" b="1">
                <a:solidFill>
                  <a:schemeClr val="bg1"/>
                </a:solidFill>
                <a:latin typeface="+mn-lt"/>
              </a:rPr>
              <a:t>user experience </a:t>
            </a:r>
            <a:r>
              <a:rPr lang="en-IN" sz="1100">
                <a:solidFill>
                  <a:schemeClr val="bg1"/>
                </a:solidFill>
                <a:latin typeface="+mn-lt"/>
              </a:rPr>
              <a:t>and output quality</a:t>
            </a:r>
          </a:p>
        </p:txBody>
      </p:sp>
      <p:sp>
        <p:nvSpPr>
          <p:cNvPr id="37" name="TextBox 36">
            <a:extLst>
              <a:ext uri="{FF2B5EF4-FFF2-40B4-BE49-F238E27FC236}">
                <a16:creationId xmlns:a16="http://schemas.microsoft.com/office/drawing/2014/main" id="{FF067727-7A81-36CC-E2D8-D7632C04F923}"/>
              </a:ext>
            </a:extLst>
          </p:cNvPr>
          <p:cNvSpPr txBox="1"/>
          <p:nvPr/>
        </p:nvSpPr>
        <p:spPr>
          <a:xfrm>
            <a:off x="8121271" y="1864820"/>
            <a:ext cx="3543301" cy="363818"/>
          </a:xfrm>
          <a:prstGeom prst="rect">
            <a:avLst/>
          </a:prstGeom>
          <a:noFill/>
        </p:spPr>
        <p:txBody>
          <a:bodyPr wrap="square" lIns="0" tIns="0" rIns="0" bIns="0" rtlCol="0">
            <a:spAutoFit/>
          </a:bodyPr>
          <a:lstStyle/>
          <a:p>
            <a:pPr algn="ctr">
              <a:lnSpc>
                <a:spcPct val="200000"/>
              </a:lnSpc>
            </a:pPr>
            <a:r>
              <a:rPr lang="en-IN" sz="1400" b="1">
                <a:solidFill>
                  <a:schemeClr val="tx2"/>
                </a:solidFill>
                <a:latin typeface="+mn-lt"/>
              </a:rPr>
              <a:t>Deployment Details</a:t>
            </a:r>
          </a:p>
        </p:txBody>
      </p:sp>
      <p:sp>
        <p:nvSpPr>
          <p:cNvPr id="38" name="Rectangle 37">
            <a:extLst>
              <a:ext uri="{FF2B5EF4-FFF2-40B4-BE49-F238E27FC236}">
                <a16:creationId xmlns:a16="http://schemas.microsoft.com/office/drawing/2014/main" id="{B7E753D2-780C-B555-9EB7-09ECEE7C0940}"/>
              </a:ext>
            </a:extLst>
          </p:cNvPr>
          <p:cNvSpPr/>
          <p:nvPr/>
        </p:nvSpPr>
        <p:spPr>
          <a:xfrm>
            <a:off x="7959290" y="1760493"/>
            <a:ext cx="3600000" cy="4498688"/>
          </a:xfrm>
          <a:prstGeom prst="rect">
            <a:avLst/>
          </a:prstGeom>
          <a:no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1EAC67B1-CB14-E5B6-5DEE-362D54A9B3D6}"/>
              </a:ext>
            </a:extLst>
          </p:cNvPr>
          <p:cNvSpPr txBox="1"/>
          <p:nvPr/>
        </p:nvSpPr>
        <p:spPr>
          <a:xfrm>
            <a:off x="8073519" y="2495759"/>
            <a:ext cx="3387442" cy="343034"/>
          </a:xfrm>
          <a:prstGeom prst="rect">
            <a:avLst/>
          </a:prstGeom>
          <a:noFill/>
        </p:spPr>
        <p:txBody>
          <a:bodyPr wrap="square" lIns="0" tIns="0" rIns="0" bIns="0" rtlCol="0">
            <a:spAutoFit/>
          </a:bodyPr>
          <a:lstStyle/>
          <a:p>
            <a:pPr algn="l">
              <a:spcAft>
                <a:spcPts val="0"/>
              </a:spcAft>
            </a:pPr>
            <a:r>
              <a:rPr lang="en-IN" sz="1100" b="1">
                <a:solidFill>
                  <a:schemeClr val="tx2"/>
                </a:solidFill>
                <a:latin typeface="+mn-lt"/>
              </a:rPr>
              <a:t>Purpose: </a:t>
            </a:r>
            <a:r>
              <a:rPr lang="en-IN" sz="1100">
                <a:solidFill>
                  <a:schemeClr val="tx1"/>
                </a:solidFill>
                <a:latin typeface="+mn-lt"/>
              </a:rPr>
              <a:t>Host OPTIX over cloud for ease of access to all the TP&amp;O team members</a:t>
            </a:r>
          </a:p>
        </p:txBody>
      </p:sp>
      <p:sp>
        <p:nvSpPr>
          <p:cNvPr id="41" name="Oval 40">
            <a:extLst>
              <a:ext uri="{FF2B5EF4-FFF2-40B4-BE49-F238E27FC236}">
                <a16:creationId xmlns:a16="http://schemas.microsoft.com/office/drawing/2014/main" id="{7F141893-3FB2-D2E7-A43D-6BD37E3AE565}"/>
              </a:ext>
            </a:extLst>
          </p:cNvPr>
          <p:cNvSpPr/>
          <p:nvPr/>
        </p:nvSpPr>
        <p:spPr>
          <a:xfrm>
            <a:off x="8255911" y="1869360"/>
            <a:ext cx="492063" cy="4920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 10">
            <a:extLst>
              <a:ext uri="{FF2B5EF4-FFF2-40B4-BE49-F238E27FC236}">
                <a16:creationId xmlns:a16="http://schemas.microsoft.com/office/drawing/2014/main" id="{EAB550C9-C62B-A942-5F54-98FB773964C5}"/>
              </a:ext>
            </a:extLst>
          </p:cNvPr>
          <p:cNvSpPr/>
          <p:nvPr/>
        </p:nvSpPr>
        <p:spPr>
          <a:xfrm>
            <a:off x="9277258" y="4296056"/>
            <a:ext cx="2020824" cy="356616"/>
          </a:xfrm>
          <a:prstGeom prst="rect">
            <a:avLst/>
          </a:prstGeom>
          <a:noFill/>
          <a:ln/>
        </p:spPr>
        <p:txBody>
          <a:bodyPr wrap="square" lIns="0" tIns="101600" rIns="0" bIns="0" rtlCol="0" anchor="ctr"/>
          <a:lstStyle/>
          <a:p>
            <a:pPr marL="0" marR="0" lvl="0" indent="0" algn="l" defTabSz="91440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0" normalizeH="0" baseline="0" noProof="0">
              <a:ln>
                <a:noFill/>
              </a:ln>
              <a:solidFill>
                <a:schemeClr val="bg1"/>
              </a:solidFill>
              <a:effectLst/>
              <a:uLnTx/>
              <a:uFillTx/>
              <a:latin typeface="+mn-lt"/>
              <a:ea typeface="FedEx Sans Light" panose="020B0403020203020204" pitchFamily="34" charset="0"/>
              <a:cs typeface="FedEx Sans Light" panose="020B0403020203020204" pitchFamily="34" charset="0"/>
            </a:endParaRPr>
          </a:p>
        </p:txBody>
      </p:sp>
      <p:sp>
        <p:nvSpPr>
          <p:cNvPr id="48" name="Oval 47">
            <a:extLst>
              <a:ext uri="{FF2B5EF4-FFF2-40B4-BE49-F238E27FC236}">
                <a16:creationId xmlns:a16="http://schemas.microsoft.com/office/drawing/2014/main" id="{2D01EBC3-3120-3E0E-0F3A-4239C69D4848}"/>
              </a:ext>
            </a:extLst>
          </p:cNvPr>
          <p:cNvSpPr/>
          <p:nvPr/>
        </p:nvSpPr>
        <p:spPr>
          <a:xfrm>
            <a:off x="10089670" y="3634439"/>
            <a:ext cx="198000" cy="198000"/>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AC6C878-6289-6AAF-D9FD-B52417538C0B}"/>
              </a:ext>
            </a:extLst>
          </p:cNvPr>
          <p:cNvSpPr/>
          <p:nvPr/>
        </p:nvSpPr>
        <p:spPr>
          <a:xfrm>
            <a:off x="10088175" y="3991395"/>
            <a:ext cx="198000" cy="198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324E7EA8-4FD3-67E8-A72F-867457F60CA1}"/>
              </a:ext>
            </a:extLst>
          </p:cNvPr>
          <p:cNvSpPr/>
          <p:nvPr/>
        </p:nvSpPr>
        <p:spPr>
          <a:xfrm>
            <a:off x="10088175" y="4797706"/>
            <a:ext cx="198000" cy="19800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53" name="Oval 52">
            <a:extLst>
              <a:ext uri="{FF2B5EF4-FFF2-40B4-BE49-F238E27FC236}">
                <a16:creationId xmlns:a16="http://schemas.microsoft.com/office/drawing/2014/main" id="{47331A32-440F-9E9F-9BE0-BAEB49215CFE}"/>
              </a:ext>
            </a:extLst>
          </p:cNvPr>
          <p:cNvSpPr/>
          <p:nvPr/>
        </p:nvSpPr>
        <p:spPr>
          <a:xfrm>
            <a:off x="10089670" y="3267479"/>
            <a:ext cx="198000" cy="198000"/>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566B8283-409A-E619-B9D8-8BB7B69922B1}"/>
              </a:ext>
            </a:extLst>
          </p:cNvPr>
          <p:cNvCxnSpPr>
            <a:cxnSpLocks/>
          </p:cNvCxnSpPr>
          <p:nvPr/>
        </p:nvCxnSpPr>
        <p:spPr>
          <a:xfrm flipV="1">
            <a:off x="549180" y="2395573"/>
            <a:ext cx="3600000" cy="6365"/>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966AA6B-44BC-9A53-A830-460F334BA9B6}"/>
              </a:ext>
            </a:extLst>
          </p:cNvPr>
          <p:cNvCxnSpPr>
            <a:cxnSpLocks/>
          </p:cNvCxnSpPr>
          <p:nvPr/>
        </p:nvCxnSpPr>
        <p:spPr>
          <a:xfrm flipV="1">
            <a:off x="4249969" y="2395573"/>
            <a:ext cx="3600000" cy="6365"/>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869B389-14B8-EFE7-71BC-3A47EF14CEF9}"/>
              </a:ext>
            </a:extLst>
          </p:cNvPr>
          <p:cNvCxnSpPr>
            <a:cxnSpLocks/>
          </p:cNvCxnSpPr>
          <p:nvPr/>
        </p:nvCxnSpPr>
        <p:spPr>
          <a:xfrm flipV="1">
            <a:off x="7963920" y="2395573"/>
            <a:ext cx="3606640" cy="160"/>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B343B430-1528-FECF-00F0-F209D71AC26E}"/>
              </a:ext>
            </a:extLst>
          </p:cNvPr>
          <p:cNvSpPr/>
          <p:nvPr/>
        </p:nvSpPr>
        <p:spPr>
          <a:xfrm>
            <a:off x="10088175" y="4348351"/>
            <a:ext cx="198000" cy="19800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A9605E33-3289-6318-518B-863279699210}"/>
              </a:ext>
            </a:extLst>
          </p:cNvPr>
          <p:cNvSpPr/>
          <p:nvPr/>
        </p:nvSpPr>
        <p:spPr>
          <a:xfrm>
            <a:off x="4494490" y="1869360"/>
            <a:ext cx="492063" cy="4920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92E08206-B956-B222-F414-233893662D96}"/>
              </a:ext>
            </a:extLst>
          </p:cNvPr>
          <p:cNvSpPr txBox="1"/>
          <p:nvPr/>
        </p:nvSpPr>
        <p:spPr>
          <a:xfrm>
            <a:off x="3120523" y="6223932"/>
            <a:ext cx="994277" cy="180562"/>
          </a:xfrm>
          <a:prstGeom prst="rect">
            <a:avLst/>
          </a:prstGeom>
          <a:noFill/>
        </p:spPr>
        <p:txBody>
          <a:bodyPr wrap="square" lIns="0" tIns="0" rIns="0" bIns="0" rtlCol="0" anchor="t">
            <a:spAutoFit/>
          </a:bodyPr>
          <a:lstStyle/>
          <a:p>
            <a:pPr algn="l">
              <a:lnSpc>
                <a:spcPct val="130000"/>
              </a:lnSpc>
            </a:pPr>
            <a:r>
              <a:rPr lang="en-US" sz="1000" b="1">
                <a:solidFill>
                  <a:srgbClr val="4D148C"/>
                </a:solidFill>
                <a:latin typeface="+mn-lt"/>
              </a:rPr>
              <a:t>Live by Jul’26</a:t>
            </a:r>
            <a:endParaRPr lang="en-US" sz="1000" b="1" i="0">
              <a:solidFill>
                <a:srgbClr val="4D148C"/>
              </a:solidFill>
              <a:latin typeface="+mn-lt"/>
              <a:ea typeface="FedEx Sans" panose="020B0603020203020204" pitchFamily="34" charset="0"/>
              <a:cs typeface="FedEx Sans" panose="020B0603020203020204" pitchFamily="34" charset="0"/>
            </a:endParaRPr>
          </a:p>
        </p:txBody>
      </p:sp>
      <p:sp>
        <p:nvSpPr>
          <p:cNvPr id="69" name="TextBox 68">
            <a:extLst>
              <a:ext uri="{FF2B5EF4-FFF2-40B4-BE49-F238E27FC236}">
                <a16:creationId xmlns:a16="http://schemas.microsoft.com/office/drawing/2014/main" id="{F97B5190-F5C5-07F4-361A-DFD5F0CACFE2}"/>
              </a:ext>
            </a:extLst>
          </p:cNvPr>
          <p:cNvSpPr txBox="1"/>
          <p:nvPr/>
        </p:nvSpPr>
        <p:spPr>
          <a:xfrm>
            <a:off x="6871118" y="6224234"/>
            <a:ext cx="994277" cy="180562"/>
          </a:xfrm>
          <a:prstGeom prst="rect">
            <a:avLst/>
          </a:prstGeom>
          <a:noFill/>
        </p:spPr>
        <p:txBody>
          <a:bodyPr wrap="square" lIns="0" tIns="0" rIns="0" bIns="0" rtlCol="0" anchor="t">
            <a:spAutoFit/>
          </a:bodyPr>
          <a:lstStyle/>
          <a:p>
            <a:pPr algn="l">
              <a:lnSpc>
                <a:spcPct val="130000"/>
              </a:lnSpc>
            </a:pPr>
            <a:r>
              <a:rPr lang="en-US" sz="1000" b="1">
                <a:solidFill>
                  <a:srgbClr val="4D148C"/>
                </a:solidFill>
                <a:latin typeface="+mn-lt"/>
              </a:rPr>
              <a:t>Live by Jul’26</a:t>
            </a:r>
            <a:endParaRPr lang="en-US" sz="1000" b="1" i="0">
              <a:solidFill>
                <a:srgbClr val="4D148C"/>
              </a:solidFill>
              <a:latin typeface="+mn-lt"/>
              <a:ea typeface="FedEx Sans" panose="020B0603020203020204" pitchFamily="34" charset="0"/>
              <a:cs typeface="FedEx Sans" panose="020B0603020203020204" pitchFamily="34" charset="0"/>
            </a:endParaRPr>
          </a:p>
        </p:txBody>
      </p:sp>
      <p:sp>
        <p:nvSpPr>
          <p:cNvPr id="70" name="TextBox 69">
            <a:extLst>
              <a:ext uri="{FF2B5EF4-FFF2-40B4-BE49-F238E27FC236}">
                <a16:creationId xmlns:a16="http://schemas.microsoft.com/office/drawing/2014/main" id="{83EC05FC-03D8-7D64-D15C-6BE0E2435A92}"/>
              </a:ext>
            </a:extLst>
          </p:cNvPr>
          <p:cNvSpPr txBox="1"/>
          <p:nvPr/>
        </p:nvSpPr>
        <p:spPr>
          <a:xfrm>
            <a:off x="10604918" y="6209340"/>
            <a:ext cx="1284993" cy="180562"/>
          </a:xfrm>
          <a:prstGeom prst="rect">
            <a:avLst/>
          </a:prstGeom>
          <a:noFill/>
        </p:spPr>
        <p:txBody>
          <a:bodyPr wrap="square" lIns="0" tIns="0" rIns="0" bIns="0" rtlCol="0" anchor="t">
            <a:spAutoFit/>
          </a:bodyPr>
          <a:lstStyle/>
          <a:p>
            <a:pPr algn="l">
              <a:lnSpc>
                <a:spcPct val="130000"/>
              </a:lnSpc>
            </a:pPr>
            <a:r>
              <a:rPr lang="en-US" sz="1000" b="1">
                <a:solidFill>
                  <a:srgbClr val="4D148C"/>
                </a:solidFill>
                <a:latin typeface="+mn-lt"/>
              </a:rPr>
              <a:t>Live by Aug’26</a:t>
            </a:r>
            <a:endParaRPr lang="en-US" sz="1000" b="1" i="0">
              <a:solidFill>
                <a:srgbClr val="4D148C"/>
              </a:solidFill>
              <a:latin typeface="+mn-lt"/>
              <a:ea typeface="FedEx Sans" panose="020B0603020203020204" pitchFamily="34" charset="0"/>
              <a:cs typeface="FedEx Sans" panose="020B0603020203020204" pitchFamily="34" charset="0"/>
            </a:endParaRPr>
          </a:p>
        </p:txBody>
      </p:sp>
      <p:sp>
        <p:nvSpPr>
          <p:cNvPr id="71" name="TextBox 70">
            <a:extLst>
              <a:ext uri="{FF2B5EF4-FFF2-40B4-BE49-F238E27FC236}">
                <a16:creationId xmlns:a16="http://schemas.microsoft.com/office/drawing/2014/main" id="{B7D92A3A-F3AC-95F2-89AE-D5F6F642BC1B}"/>
              </a:ext>
            </a:extLst>
          </p:cNvPr>
          <p:cNvSpPr txBox="1"/>
          <p:nvPr/>
        </p:nvSpPr>
        <p:spPr>
          <a:xfrm>
            <a:off x="8011264" y="6446851"/>
            <a:ext cx="3634260" cy="380617"/>
          </a:xfrm>
          <a:prstGeom prst="rect">
            <a:avLst/>
          </a:prstGeom>
          <a:noFill/>
        </p:spPr>
        <p:txBody>
          <a:bodyPr wrap="square" lIns="0" tIns="0" rIns="0" bIns="0" rtlCol="0">
            <a:spAutoFit/>
          </a:bodyPr>
          <a:lstStyle/>
          <a:p>
            <a:pPr algn="l">
              <a:lnSpc>
                <a:spcPct val="130000"/>
              </a:lnSpc>
            </a:pPr>
            <a:r>
              <a:rPr lang="en-IN" sz="1000" b="1" i="0">
                <a:solidFill>
                  <a:schemeClr val="tx1"/>
                </a:solidFill>
                <a:latin typeface="FedEx Sans" panose="020B0603020203020204" pitchFamily="34" charset="0"/>
                <a:ea typeface="FedEx Sans" panose="020B0603020203020204" pitchFamily="34" charset="0"/>
                <a:cs typeface="FedEx Sans" panose="020B0603020203020204" pitchFamily="34" charset="0"/>
              </a:rPr>
              <a:t>Note:</a:t>
            </a:r>
            <a:r>
              <a:rPr lang="en-IN" sz="1000" b="0" i="0">
                <a:solidFill>
                  <a:schemeClr val="tx1"/>
                </a:solidFill>
                <a:latin typeface="FedEx Sans" panose="020B0603020203020204" pitchFamily="34" charset="0"/>
                <a:ea typeface="FedEx Sans" panose="020B0603020203020204" pitchFamily="34" charset="0"/>
                <a:cs typeface="FedEx Sans" panose="020B0603020203020204" pitchFamily="34" charset="0"/>
              </a:rPr>
              <a:t> </a:t>
            </a:r>
            <a:r>
              <a:rPr lang="en-US" sz="1000">
                <a:solidFill>
                  <a:schemeClr val="tx1"/>
                </a:solidFill>
              </a:rPr>
              <a:t>Code Deployment on Python Server is dependent on completion of First process.</a:t>
            </a:r>
          </a:p>
        </p:txBody>
      </p:sp>
      <p:pic>
        <p:nvPicPr>
          <p:cNvPr id="73" name="Graphic 72" descr="Document with solid fill">
            <a:extLst>
              <a:ext uri="{FF2B5EF4-FFF2-40B4-BE49-F238E27FC236}">
                <a16:creationId xmlns:a16="http://schemas.microsoft.com/office/drawing/2014/main" id="{32D5CD3E-1C0F-6F33-13E1-F5ECA860DB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9981" y="1923051"/>
            <a:ext cx="366861" cy="366861"/>
          </a:xfrm>
          <a:prstGeom prst="rect">
            <a:avLst/>
          </a:prstGeom>
        </p:spPr>
      </p:pic>
      <p:pic>
        <p:nvPicPr>
          <p:cNvPr id="3" name="Graphic 2" descr="Cloud Computing with solid fill">
            <a:extLst>
              <a:ext uri="{FF2B5EF4-FFF2-40B4-BE49-F238E27FC236}">
                <a16:creationId xmlns:a16="http://schemas.microsoft.com/office/drawing/2014/main" id="{D55501C6-D69D-B76F-17C4-4D094D545EF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46021" y="1970987"/>
            <a:ext cx="342900" cy="342900"/>
          </a:xfrm>
          <a:prstGeom prst="rect">
            <a:avLst/>
          </a:prstGeom>
        </p:spPr>
      </p:pic>
      <p:pic>
        <p:nvPicPr>
          <p:cNvPr id="5" name="Graphic 4" descr="Chat with solid fill">
            <a:extLst>
              <a:ext uri="{FF2B5EF4-FFF2-40B4-BE49-F238E27FC236}">
                <a16:creationId xmlns:a16="http://schemas.microsoft.com/office/drawing/2014/main" id="{7D9E2F4B-2FCC-2FFB-3598-C6787D0F23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18219" y="1913517"/>
            <a:ext cx="444603" cy="444603"/>
          </a:xfrm>
          <a:prstGeom prst="rect">
            <a:avLst/>
          </a:prstGeom>
        </p:spPr>
      </p:pic>
      <p:sp>
        <p:nvSpPr>
          <p:cNvPr id="11" name="TextBox 10">
            <a:extLst>
              <a:ext uri="{FF2B5EF4-FFF2-40B4-BE49-F238E27FC236}">
                <a16:creationId xmlns:a16="http://schemas.microsoft.com/office/drawing/2014/main" id="{0D1FA2EA-0F8A-8226-5A1C-F4382C598FAD}"/>
              </a:ext>
            </a:extLst>
          </p:cNvPr>
          <p:cNvSpPr txBox="1"/>
          <p:nvPr/>
        </p:nvSpPr>
        <p:spPr>
          <a:xfrm>
            <a:off x="571500" y="1172839"/>
            <a:ext cx="11182449" cy="456728"/>
          </a:xfrm>
          <a:prstGeom prst="rect">
            <a:avLst/>
          </a:prstGeom>
          <a:noFill/>
        </p:spPr>
        <p:txBody>
          <a:bodyPr wrap="square" lIns="0" tIns="0" rIns="0" bIns="0" rtlCol="0">
            <a:spAutoFit/>
          </a:bodyPr>
          <a:lstStyle/>
          <a:p>
            <a:pPr lvl="0" algn="l" rtl="0">
              <a:lnSpc>
                <a:spcPct val="130000"/>
              </a:lnSpc>
              <a:spcAft>
                <a:spcPts val="0"/>
              </a:spcAft>
              <a:defRPr/>
            </a:pPr>
            <a:r>
              <a:rPr lang="en-US" sz="1200" i="1">
                <a:latin typeface="+mn-lt"/>
              </a:rPr>
              <a:t>The team is continuously </a:t>
            </a:r>
            <a:r>
              <a:rPr lang="en-US" sz="1200" b="1" i="1">
                <a:latin typeface="+mn-lt"/>
              </a:rPr>
              <a:t>Elevating</a:t>
            </a:r>
            <a:r>
              <a:rPr lang="en-US" sz="1200" i="1">
                <a:latin typeface="+mn-lt"/>
              </a:rPr>
              <a:t> themselves by </a:t>
            </a:r>
            <a:r>
              <a:rPr lang="en-US" sz="1200" b="1" i="1">
                <a:latin typeface="+mn-lt"/>
              </a:rPr>
              <a:t>expanding OPTIX features and scope</a:t>
            </a:r>
            <a:r>
              <a:rPr lang="en-US" sz="1200" i="1">
                <a:latin typeface="+mn-lt"/>
              </a:rPr>
              <a:t>, incorporating feedback from senior stakeholders to drive ongoing improvements and deliver </a:t>
            </a:r>
            <a:r>
              <a:rPr lang="en-US" sz="1200" b="1" i="1">
                <a:latin typeface="+mn-lt"/>
              </a:rPr>
              <a:t>greater business value</a:t>
            </a:r>
            <a:endParaRPr kumimoji="0" lang="en-US" sz="1200" b="1" i="1" u="none" strike="noStrike" kern="1200" cap="none" spc="0" normalizeH="0" baseline="0" noProof="0">
              <a:ln>
                <a:noFill/>
              </a:ln>
              <a:solidFill>
                <a:srgbClr val="333333"/>
              </a:solidFill>
              <a:effectLst/>
              <a:uLnTx/>
              <a:uFillTx/>
              <a:latin typeface="+mn-lt"/>
              <a:ea typeface="+mn-ea"/>
              <a:cs typeface="+mn-cs"/>
            </a:endParaRPr>
          </a:p>
        </p:txBody>
      </p:sp>
      <p:sp>
        <p:nvSpPr>
          <p:cNvPr id="10" name="Rectangle 9">
            <a:extLst>
              <a:ext uri="{FF2B5EF4-FFF2-40B4-BE49-F238E27FC236}">
                <a16:creationId xmlns:a16="http://schemas.microsoft.com/office/drawing/2014/main" id="{C6753B9D-C65D-2E26-4467-4C202252E714}"/>
              </a:ext>
            </a:extLst>
          </p:cNvPr>
          <p:cNvSpPr/>
          <p:nvPr/>
        </p:nvSpPr>
        <p:spPr>
          <a:xfrm>
            <a:off x="7956170" y="5078652"/>
            <a:ext cx="3606639" cy="1179576"/>
          </a:xfrm>
          <a:prstGeom prst="rect">
            <a:avLst/>
          </a:prstGeom>
          <a:solidFill>
            <a:schemeClr val="tx2"/>
          </a:solidFill>
        </p:spPr>
        <p:txBody>
          <a:bodyPr wrap="square" lIns="182880" tIns="0" rIns="548640" anchor="ctr" anchorCtr="0">
            <a:noAutofit/>
          </a:bodyPr>
          <a:lstStyle/>
          <a:p>
            <a:pPr marL="171450" indent="-171450" algn="l" rtl="0">
              <a:lnSpc>
                <a:spcPct val="110000"/>
              </a:lnSpc>
              <a:spcAft>
                <a:spcPts val="0"/>
              </a:spcAft>
              <a:buFont typeface="Arial" panose="020B0604020202020204" pitchFamily="34" charset="0"/>
            </a:pPr>
            <a:endParaRPr lang="en-US" sz="1100" b="1" kern="1200">
              <a:solidFill>
                <a:schemeClr val="bg1"/>
              </a:solidFill>
              <a:latin typeface="+mn-lt"/>
              <a:ea typeface="FedEx Sans Light" panose="020B0403020203020204" pitchFamily="34" charset="0"/>
              <a:cs typeface="FedEx Sans Light" panose="020B0403020203020204" pitchFamily="34" charset="0"/>
            </a:endParaRPr>
          </a:p>
        </p:txBody>
      </p:sp>
      <p:sp>
        <p:nvSpPr>
          <p:cNvPr id="6" name="TextBox 5">
            <a:extLst>
              <a:ext uri="{FF2B5EF4-FFF2-40B4-BE49-F238E27FC236}">
                <a16:creationId xmlns:a16="http://schemas.microsoft.com/office/drawing/2014/main" id="{B54572BE-542B-D708-4326-60DAD2832100}"/>
              </a:ext>
            </a:extLst>
          </p:cNvPr>
          <p:cNvSpPr txBox="1"/>
          <p:nvPr/>
        </p:nvSpPr>
        <p:spPr>
          <a:xfrm>
            <a:off x="8011264" y="5091159"/>
            <a:ext cx="3387442" cy="1092607"/>
          </a:xfrm>
          <a:prstGeom prst="rect">
            <a:avLst/>
          </a:prstGeom>
          <a:noFill/>
        </p:spPr>
        <p:txBody>
          <a:bodyPr wrap="square" lIns="0" tIns="0" rIns="0" bIns="0" rtlCol="0">
            <a:spAutoFit/>
          </a:bodyPr>
          <a:lstStyle/>
          <a:p>
            <a:pPr algn="l"/>
            <a:r>
              <a:rPr lang="en-IN" sz="1100" b="1">
                <a:solidFill>
                  <a:schemeClr val="bg1"/>
                </a:solidFill>
                <a:latin typeface="+mn-lt"/>
              </a:rPr>
              <a:t>Business Impact:</a:t>
            </a:r>
          </a:p>
          <a:p>
            <a:pPr marL="171450" indent="-171450" algn="l" rtl="0">
              <a:spcAft>
                <a:spcPts val="0"/>
              </a:spcAft>
              <a:buFont typeface="Arial" panose="020B0604020202020204" pitchFamily="34" charset="0"/>
              <a:buChar char="•"/>
            </a:pPr>
            <a:r>
              <a:rPr lang="en-IN" sz="1100" b="1">
                <a:solidFill>
                  <a:schemeClr val="bg1"/>
                </a:solidFill>
                <a:latin typeface="+mn-lt"/>
              </a:rPr>
              <a:t>Centralized OPTIX access </a:t>
            </a:r>
            <a:r>
              <a:rPr lang="en-IN" sz="1100">
                <a:solidFill>
                  <a:schemeClr val="bg1"/>
                </a:solidFill>
                <a:latin typeface="+mn-lt"/>
              </a:rPr>
              <a:t>for all TP&amp;O team members.</a:t>
            </a:r>
            <a:endParaRPr lang="en-US" sz="1100">
              <a:solidFill>
                <a:schemeClr val="bg1"/>
              </a:solidFill>
              <a:latin typeface="+mn-lt"/>
            </a:endParaRPr>
          </a:p>
          <a:p>
            <a:pPr marL="171450" indent="-171450" algn="l" rtl="0">
              <a:spcAft>
                <a:spcPts val="0"/>
              </a:spcAft>
              <a:buFont typeface="Arial" panose="020B0604020202020204" pitchFamily="34" charset="0"/>
              <a:buChar char="•"/>
            </a:pPr>
            <a:r>
              <a:rPr lang="en-IN" sz="1100">
                <a:solidFill>
                  <a:schemeClr val="bg1"/>
                </a:solidFill>
                <a:latin typeface="+mn-lt"/>
              </a:rPr>
              <a:t>OPTIX deployment with </a:t>
            </a:r>
            <a:r>
              <a:rPr lang="en-IN" sz="1100" b="1">
                <a:solidFill>
                  <a:schemeClr val="bg1"/>
                </a:solidFill>
                <a:latin typeface="+mn-lt"/>
              </a:rPr>
              <a:t>Gemini API integration </a:t>
            </a:r>
            <a:r>
              <a:rPr lang="en-IN" sz="1100">
                <a:solidFill>
                  <a:schemeClr val="bg1"/>
                </a:solidFill>
                <a:latin typeface="+mn-lt"/>
              </a:rPr>
              <a:t>is projected to deliver a </a:t>
            </a:r>
            <a:r>
              <a:rPr lang="en-IN" sz="1100" b="1">
                <a:solidFill>
                  <a:schemeClr val="bg1"/>
                </a:solidFill>
                <a:latin typeface="+mn-lt"/>
              </a:rPr>
              <a:t>69% improvement in time efficiency </a:t>
            </a:r>
            <a:r>
              <a:rPr lang="en-IN" sz="1100">
                <a:solidFill>
                  <a:schemeClr val="bg1"/>
                </a:solidFill>
                <a:latin typeface="+mn-lt"/>
              </a:rPr>
              <a:t>over the local hosted version</a:t>
            </a:r>
            <a:endParaRPr lang="en-US" altLang="en-US" sz="1100">
              <a:solidFill>
                <a:schemeClr val="bg1"/>
              </a:solidFill>
              <a:latin typeface="+mn-lt"/>
            </a:endParaRPr>
          </a:p>
        </p:txBody>
      </p:sp>
    </p:spTree>
    <p:extLst>
      <p:ext uri="{BB962C8B-B14F-4D97-AF65-F5344CB8AC3E}">
        <p14:creationId xmlns:p14="http://schemas.microsoft.com/office/powerpoint/2010/main" val="230047509"/>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56A02-A45B-DA98-F87C-2C7FA2F96554}"/>
            </a:ext>
          </a:extLst>
        </p:cNvPr>
        <p:cNvGrpSpPr/>
        <p:nvPr/>
      </p:nvGrpSpPr>
      <p:grpSpPr>
        <a:xfrm>
          <a:off x="0" y="0"/>
          <a:ext cx="0" cy="0"/>
          <a:chOff x="0" y="0"/>
          <a:chExt cx="0" cy="0"/>
        </a:xfrm>
      </p:grpSpPr>
      <p:sp>
        <p:nvSpPr>
          <p:cNvPr id="2" name="Vertical Title 1">
            <a:extLst>
              <a:ext uri="{FF2B5EF4-FFF2-40B4-BE49-F238E27FC236}">
                <a16:creationId xmlns:a16="http://schemas.microsoft.com/office/drawing/2014/main" id="{D6DD37CD-F888-8EB0-E809-D39320721D5E}"/>
              </a:ext>
            </a:extLst>
          </p:cNvPr>
          <p:cNvSpPr>
            <a:spLocks noGrp="1"/>
          </p:cNvSpPr>
          <p:nvPr>
            <p:ph type="title" orient="vert"/>
          </p:nvPr>
        </p:nvSpPr>
        <p:spPr>
          <a:xfrm>
            <a:off x="582770" y="593101"/>
            <a:ext cx="8652669" cy="599837"/>
          </a:xfrm>
        </p:spPr>
        <p:txBody>
          <a:bodyPr/>
          <a:lstStyle/>
          <a:p>
            <a:r>
              <a:rPr lang="en-US" sz="2800" b="1">
                <a:latin typeface="FedEx Sans Light"/>
              </a:rPr>
              <a:t>Demo : </a:t>
            </a:r>
            <a:endParaRPr lang="en-US" sz="2800"/>
          </a:p>
        </p:txBody>
      </p:sp>
      <p:sp>
        <p:nvSpPr>
          <p:cNvPr id="27" name="Footer Placeholder 3">
            <a:extLst>
              <a:ext uri="{FF2B5EF4-FFF2-40B4-BE49-F238E27FC236}">
                <a16:creationId xmlns:a16="http://schemas.microsoft.com/office/drawing/2014/main" id="{CCE4D0F3-D346-C5D8-A677-0164FDA9F2DF}"/>
              </a:ext>
            </a:extLst>
          </p:cNvPr>
          <p:cNvSpPr>
            <a:spLocks noGrp="1"/>
          </p:cNvSpPr>
          <p:nvPr>
            <p:ph type="ftr" sz="quarter" idx="11"/>
          </p:nvPr>
        </p:nvSpPr>
        <p:spPr>
          <a:xfrm>
            <a:off x="571500" y="6374929"/>
            <a:ext cx="3543300" cy="219635"/>
          </a:xfrm>
        </p:spPr>
        <p:txBody>
          <a:bodyPr/>
          <a:lstStyle/>
          <a:p>
            <a:pPr>
              <a:lnSpc>
                <a:spcPct val="90000"/>
              </a:lnSpc>
            </a:pP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Tree>
    <p:extLst>
      <p:ext uri="{BB962C8B-B14F-4D97-AF65-F5344CB8AC3E}">
        <p14:creationId xmlns:p14="http://schemas.microsoft.com/office/powerpoint/2010/main" val="1459160055"/>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6C62B-6E0A-5F50-FF13-7BD94983D2D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20E19A8-ACE9-163D-981A-D1E04650FB7B}"/>
              </a:ext>
            </a:extLst>
          </p:cNvPr>
          <p:cNvSpPr/>
          <p:nvPr/>
        </p:nvSpPr>
        <p:spPr>
          <a:xfrm>
            <a:off x="571500" y="5529071"/>
            <a:ext cx="11049000" cy="566929"/>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ctr"/>
            <a:endParaRPr lang="en-US" sz="1200" b="1">
              <a:solidFill>
                <a:schemeClr val="bg1"/>
              </a:solidFill>
              <a:latin typeface="FedEx Sans" panose="020B0603020203020204" pitchFamily="34" charset="0"/>
              <a:ea typeface="FedEx Sans" panose="020B0603020203020204" pitchFamily="34" charset="0"/>
              <a:cs typeface="FedEx Sans" panose="020B0603020203020204" pitchFamily="34" charset="0"/>
            </a:endParaRPr>
          </a:p>
        </p:txBody>
      </p:sp>
      <p:sp>
        <p:nvSpPr>
          <p:cNvPr id="2" name="Vertical Title 1">
            <a:extLst>
              <a:ext uri="{FF2B5EF4-FFF2-40B4-BE49-F238E27FC236}">
                <a16:creationId xmlns:a16="http://schemas.microsoft.com/office/drawing/2014/main" id="{1AECF58A-0CA7-232F-0179-BB0337982F2C}"/>
              </a:ext>
            </a:extLst>
          </p:cNvPr>
          <p:cNvSpPr>
            <a:spLocks noGrp="1"/>
          </p:cNvSpPr>
          <p:nvPr>
            <p:ph type="title" orient="vert"/>
          </p:nvPr>
        </p:nvSpPr>
        <p:spPr/>
        <p:txBody>
          <a:bodyPr/>
          <a:lstStyle/>
          <a:p>
            <a:r>
              <a:rPr lang="en-US"/>
              <a:t>Meet our </a:t>
            </a:r>
            <a:r>
              <a:rPr lang="en-US" b="1"/>
              <a:t>OPTI</a:t>
            </a:r>
            <a:r>
              <a:rPr lang="en-US" b="1">
                <a:solidFill>
                  <a:schemeClr val="bg2"/>
                </a:solidFill>
              </a:rPr>
              <a:t>X</a:t>
            </a:r>
            <a:r>
              <a:rPr lang="en-US"/>
              <a:t> Team!</a:t>
            </a:r>
          </a:p>
        </p:txBody>
      </p:sp>
      <p:sp>
        <p:nvSpPr>
          <p:cNvPr id="4" name="Footer Placeholder 3">
            <a:extLst>
              <a:ext uri="{FF2B5EF4-FFF2-40B4-BE49-F238E27FC236}">
                <a16:creationId xmlns:a16="http://schemas.microsoft.com/office/drawing/2014/main" id="{5B360427-2D7F-D76F-D3D6-C153D07CDA1B}"/>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8401C435-02E3-7034-8659-8E4D58042E6E}"/>
              </a:ext>
            </a:extLst>
          </p:cNvPr>
          <p:cNvSpPr>
            <a:spLocks noGrp="1"/>
          </p:cNvSpPr>
          <p:nvPr>
            <p:ph type="sldNum" sz="quarter" idx="12"/>
          </p:nvPr>
        </p:nvSpPr>
        <p:spPr/>
        <p:txBody>
          <a:bodyPr/>
          <a:lstStyle/>
          <a:p>
            <a:fld id="{64B53FD8-04EE-4F67-B5CA-77D45BC12F90}" type="slidenum">
              <a:rPr lang="en-US" smtClean="0"/>
              <a:pPr/>
              <a:t>7</a:t>
            </a:fld>
            <a:endParaRPr lang="en-US" sz="800"/>
          </a:p>
        </p:txBody>
      </p:sp>
      <p:grpSp>
        <p:nvGrpSpPr>
          <p:cNvPr id="22" name="Group 21">
            <a:extLst>
              <a:ext uri="{FF2B5EF4-FFF2-40B4-BE49-F238E27FC236}">
                <a16:creationId xmlns:a16="http://schemas.microsoft.com/office/drawing/2014/main" id="{5C5EF18F-E1FE-1407-F059-6D255C7EF53A}"/>
              </a:ext>
            </a:extLst>
          </p:cNvPr>
          <p:cNvGrpSpPr/>
          <p:nvPr/>
        </p:nvGrpSpPr>
        <p:grpSpPr>
          <a:xfrm>
            <a:off x="571500" y="1490473"/>
            <a:ext cx="1791101" cy="4038599"/>
            <a:chOff x="571497" y="2057401"/>
            <a:chExt cx="1791101" cy="4038599"/>
          </a:xfrm>
        </p:grpSpPr>
        <p:sp>
          <p:nvSpPr>
            <p:cNvPr id="6" name="Rectangle 5">
              <a:extLst>
                <a:ext uri="{FF2B5EF4-FFF2-40B4-BE49-F238E27FC236}">
                  <a16:creationId xmlns:a16="http://schemas.microsoft.com/office/drawing/2014/main" id="{AF4702A9-2B2C-4BD5-DB7B-2F68E531E05A}"/>
                </a:ext>
              </a:extLst>
            </p:cNvPr>
            <p:cNvSpPr/>
            <p:nvPr/>
          </p:nvSpPr>
          <p:spPr>
            <a:xfrm rot="5400000">
              <a:off x="562173" y="2066725"/>
              <a:ext cx="1809750" cy="1791101"/>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defPPr>
                <a:defRPr lang="en-US"/>
              </a:defPPr>
              <a:lvl1pPr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1pPr>
              <a:lvl2pPr marL="54339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2pPr>
              <a:lvl3pPr marL="1086781"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3pPr>
              <a:lvl4pPr marL="1630172"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4pPr>
              <a:lvl5pPr marL="2173563"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5pPr>
              <a:lvl6pPr marL="2716953" algn="l" defTabSz="1086781" rtl="0" eaLnBrk="1" latinLnBrk="0" hangingPunct="1">
                <a:defRPr sz="2800" kern="1200">
                  <a:solidFill>
                    <a:schemeClr val="tx1"/>
                  </a:solidFill>
                  <a:latin typeface="Arial" pitchFamily="34" charset="0"/>
                  <a:ea typeface="ＭＳ Ｐゴシック" pitchFamily="34" charset="-128"/>
                  <a:cs typeface="+mn-cs"/>
                </a:defRPr>
              </a:lvl6pPr>
              <a:lvl7pPr marL="3260343" algn="l" defTabSz="1086781" rtl="0" eaLnBrk="1" latinLnBrk="0" hangingPunct="1">
                <a:defRPr sz="2800" kern="1200">
                  <a:solidFill>
                    <a:schemeClr val="tx1"/>
                  </a:solidFill>
                  <a:latin typeface="Arial" pitchFamily="34" charset="0"/>
                  <a:ea typeface="ＭＳ Ｐゴシック" pitchFamily="34" charset="-128"/>
                  <a:cs typeface="+mn-cs"/>
                </a:defRPr>
              </a:lvl7pPr>
              <a:lvl8pPr marL="3803734" algn="l" defTabSz="1086781" rtl="0" eaLnBrk="1" latinLnBrk="0" hangingPunct="1">
                <a:defRPr sz="2800" kern="1200">
                  <a:solidFill>
                    <a:schemeClr val="tx1"/>
                  </a:solidFill>
                  <a:latin typeface="Arial" pitchFamily="34" charset="0"/>
                  <a:ea typeface="ＭＳ Ｐゴシック" pitchFamily="34" charset="-128"/>
                  <a:cs typeface="+mn-cs"/>
                </a:defRPr>
              </a:lvl8pPr>
              <a:lvl9pPr marL="4347125" algn="l" defTabSz="1086781" rtl="0" eaLnBrk="1" latinLnBrk="0" hangingPunct="1">
                <a:defRPr sz="2800" kern="1200">
                  <a:solidFill>
                    <a:schemeClr val="tx1"/>
                  </a:solidFill>
                  <a:latin typeface="Arial" pitchFamily="34" charset="0"/>
                  <a:ea typeface="ＭＳ Ｐゴシック" pitchFamily="34" charset="-128"/>
                  <a:cs typeface="+mn-cs"/>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endParaRPr kumimoji="0" lang="en-US" sz="2800" b="1" i="0" u="none" strike="noStrike" kern="1200" cap="none" spc="0" normalizeH="0" baseline="0" noProof="0">
                <a:ln>
                  <a:noFill/>
                </a:ln>
                <a:solidFill>
                  <a:prstClr val="white"/>
                </a:solidFill>
                <a:effectLst/>
                <a:uLnTx/>
                <a:uFillTx/>
                <a:latin typeface="Arial" pitchFamily="34" charset="0"/>
                <a:ea typeface="ＭＳ Ｐゴシック" pitchFamily="34" charset="-128"/>
                <a:cs typeface="Arial"/>
              </a:endParaRPr>
            </a:p>
          </p:txBody>
        </p:sp>
        <p:sp>
          <p:nvSpPr>
            <p:cNvPr id="12" name="Rectangle 11">
              <a:extLst>
                <a:ext uri="{FF2B5EF4-FFF2-40B4-BE49-F238E27FC236}">
                  <a16:creationId xmlns:a16="http://schemas.microsoft.com/office/drawing/2014/main" id="{07F495AF-2862-5F74-5C92-30667B43F498}"/>
                </a:ext>
              </a:extLst>
            </p:cNvPr>
            <p:cNvSpPr/>
            <p:nvPr/>
          </p:nvSpPr>
          <p:spPr>
            <a:xfrm>
              <a:off x="666750" y="3276600"/>
              <a:ext cx="154305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Akshay </a:t>
              </a:r>
            </a:p>
            <a:p>
              <a:pPr algn="ctr"/>
              <a:r>
                <a:rPr lang="en-US" sz="1100" i="1"/>
                <a:t>The Doc Wizard</a:t>
              </a:r>
            </a:p>
          </p:txBody>
        </p:sp>
        <p:sp>
          <p:nvSpPr>
            <p:cNvPr id="15" name="Rectangle 14">
              <a:extLst>
                <a:ext uri="{FF2B5EF4-FFF2-40B4-BE49-F238E27FC236}">
                  <a16:creationId xmlns:a16="http://schemas.microsoft.com/office/drawing/2014/main" id="{68DD8478-5940-BCB4-B4D4-8B069600BB97}"/>
                </a:ext>
              </a:extLst>
            </p:cNvPr>
            <p:cNvSpPr/>
            <p:nvPr/>
          </p:nvSpPr>
          <p:spPr>
            <a:xfrm>
              <a:off x="571500" y="3867150"/>
              <a:ext cx="1791098" cy="2228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“Led the creation, structuring, and refinement of OPTIX presentation documentation”</a:t>
              </a:r>
            </a:p>
          </p:txBody>
        </p:sp>
        <p:sp>
          <p:nvSpPr>
            <p:cNvPr id="3" name="Oval 2">
              <a:extLst>
                <a:ext uri="{FF2B5EF4-FFF2-40B4-BE49-F238E27FC236}">
                  <a16:creationId xmlns:a16="http://schemas.microsoft.com/office/drawing/2014/main" id="{21B803C1-B2E2-CF64-6C22-3A09BCF29B43}"/>
                </a:ext>
              </a:extLst>
            </p:cNvPr>
            <p:cNvSpPr/>
            <p:nvPr/>
          </p:nvSpPr>
          <p:spPr>
            <a:xfrm>
              <a:off x="957461" y="2198923"/>
              <a:ext cx="1019175" cy="1019175"/>
            </a:xfrm>
            <a:prstGeom prst="ellipse">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endParaRPr>
            </a:p>
          </p:txBody>
        </p:sp>
      </p:grpSp>
      <p:grpSp>
        <p:nvGrpSpPr>
          <p:cNvPr id="23" name="Group 22">
            <a:extLst>
              <a:ext uri="{FF2B5EF4-FFF2-40B4-BE49-F238E27FC236}">
                <a16:creationId xmlns:a16="http://schemas.microsoft.com/office/drawing/2014/main" id="{86D149C9-24D3-D3E5-FC15-65CB52F7A109}"/>
              </a:ext>
            </a:extLst>
          </p:cNvPr>
          <p:cNvGrpSpPr/>
          <p:nvPr/>
        </p:nvGrpSpPr>
        <p:grpSpPr>
          <a:xfrm>
            <a:off x="2885975" y="1490472"/>
            <a:ext cx="1791101" cy="4038599"/>
            <a:chOff x="571497" y="2057401"/>
            <a:chExt cx="1791101" cy="4038599"/>
          </a:xfrm>
        </p:grpSpPr>
        <p:sp>
          <p:nvSpPr>
            <p:cNvPr id="24" name="Rectangle 23">
              <a:extLst>
                <a:ext uri="{FF2B5EF4-FFF2-40B4-BE49-F238E27FC236}">
                  <a16:creationId xmlns:a16="http://schemas.microsoft.com/office/drawing/2014/main" id="{722D3DFF-CDF4-C476-6F8D-2DCB1F0794C6}"/>
                </a:ext>
              </a:extLst>
            </p:cNvPr>
            <p:cNvSpPr/>
            <p:nvPr/>
          </p:nvSpPr>
          <p:spPr>
            <a:xfrm rot="5400000">
              <a:off x="562173" y="2066725"/>
              <a:ext cx="1809750" cy="1791101"/>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defPPr>
                <a:defRPr lang="en-US"/>
              </a:defPPr>
              <a:lvl1pPr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1pPr>
              <a:lvl2pPr marL="54339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2pPr>
              <a:lvl3pPr marL="1086781"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3pPr>
              <a:lvl4pPr marL="1630172"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4pPr>
              <a:lvl5pPr marL="2173563"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5pPr>
              <a:lvl6pPr marL="2716953" algn="l" defTabSz="1086781" rtl="0" eaLnBrk="1" latinLnBrk="0" hangingPunct="1">
                <a:defRPr sz="2800" kern="1200">
                  <a:solidFill>
                    <a:schemeClr val="tx1"/>
                  </a:solidFill>
                  <a:latin typeface="Arial" pitchFamily="34" charset="0"/>
                  <a:ea typeface="ＭＳ Ｐゴシック" pitchFamily="34" charset="-128"/>
                  <a:cs typeface="+mn-cs"/>
                </a:defRPr>
              </a:lvl6pPr>
              <a:lvl7pPr marL="3260343" algn="l" defTabSz="1086781" rtl="0" eaLnBrk="1" latinLnBrk="0" hangingPunct="1">
                <a:defRPr sz="2800" kern="1200">
                  <a:solidFill>
                    <a:schemeClr val="tx1"/>
                  </a:solidFill>
                  <a:latin typeface="Arial" pitchFamily="34" charset="0"/>
                  <a:ea typeface="ＭＳ Ｐゴシック" pitchFamily="34" charset="-128"/>
                  <a:cs typeface="+mn-cs"/>
                </a:defRPr>
              </a:lvl7pPr>
              <a:lvl8pPr marL="3803734" algn="l" defTabSz="1086781" rtl="0" eaLnBrk="1" latinLnBrk="0" hangingPunct="1">
                <a:defRPr sz="2800" kern="1200">
                  <a:solidFill>
                    <a:schemeClr val="tx1"/>
                  </a:solidFill>
                  <a:latin typeface="Arial" pitchFamily="34" charset="0"/>
                  <a:ea typeface="ＭＳ Ｐゴシック" pitchFamily="34" charset="-128"/>
                  <a:cs typeface="+mn-cs"/>
                </a:defRPr>
              </a:lvl8pPr>
              <a:lvl9pPr marL="4347125" algn="l" defTabSz="1086781" rtl="0" eaLnBrk="1" latinLnBrk="0" hangingPunct="1">
                <a:defRPr sz="2800" kern="1200">
                  <a:solidFill>
                    <a:schemeClr val="tx1"/>
                  </a:solidFill>
                  <a:latin typeface="Arial" pitchFamily="34" charset="0"/>
                  <a:ea typeface="ＭＳ Ｐゴシック" pitchFamily="34" charset="-128"/>
                  <a:cs typeface="+mn-cs"/>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endParaRPr kumimoji="0" lang="en-US" sz="2800" b="1" i="0" u="none" strike="noStrike" kern="1200" cap="none" spc="0" normalizeH="0" baseline="0" noProof="0">
                <a:ln>
                  <a:noFill/>
                </a:ln>
                <a:solidFill>
                  <a:prstClr val="white"/>
                </a:solidFill>
                <a:effectLst/>
                <a:uLnTx/>
                <a:uFillTx/>
                <a:latin typeface="Arial" pitchFamily="34" charset="0"/>
                <a:ea typeface="ＭＳ Ｐゴシック" pitchFamily="34" charset="-128"/>
                <a:cs typeface="Arial"/>
              </a:endParaRPr>
            </a:p>
          </p:txBody>
        </p:sp>
        <p:sp>
          <p:nvSpPr>
            <p:cNvPr id="25" name="Rectangle 24">
              <a:extLst>
                <a:ext uri="{FF2B5EF4-FFF2-40B4-BE49-F238E27FC236}">
                  <a16:creationId xmlns:a16="http://schemas.microsoft.com/office/drawing/2014/main" id="{74E4978B-41BE-A36A-89BF-DE7A1BAC67DF}"/>
                </a:ext>
              </a:extLst>
            </p:cNvPr>
            <p:cNvSpPr/>
            <p:nvPr/>
          </p:nvSpPr>
          <p:spPr>
            <a:xfrm>
              <a:off x="666750" y="3276600"/>
              <a:ext cx="154305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t>Avishkar</a:t>
              </a:r>
            </a:p>
            <a:p>
              <a:pPr algn="ctr"/>
              <a:r>
                <a:rPr lang="en-US" sz="1100" i="1"/>
                <a:t>The Developer</a:t>
              </a:r>
            </a:p>
          </p:txBody>
        </p:sp>
        <p:sp>
          <p:nvSpPr>
            <p:cNvPr id="26" name="Rectangle 25">
              <a:extLst>
                <a:ext uri="{FF2B5EF4-FFF2-40B4-BE49-F238E27FC236}">
                  <a16:creationId xmlns:a16="http://schemas.microsoft.com/office/drawing/2014/main" id="{8BBA6238-FB93-1CDE-F211-4053E39AF089}"/>
                </a:ext>
              </a:extLst>
            </p:cNvPr>
            <p:cNvSpPr/>
            <p:nvPr/>
          </p:nvSpPr>
          <p:spPr>
            <a:xfrm>
              <a:off x="571500" y="3867150"/>
              <a:ext cx="1791098" cy="2228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“Led the conceptualization of an end-to-end automation process for TP&amp;O case resolution and independently architected, coded the application”</a:t>
              </a:r>
              <a:endParaRPr lang="en-US">
                <a:solidFill>
                  <a:schemeClr val="tx1"/>
                </a:solidFill>
              </a:endParaRPr>
            </a:p>
          </p:txBody>
        </p:sp>
        <p:sp>
          <p:nvSpPr>
            <p:cNvPr id="27" name="Oval 26">
              <a:extLst>
                <a:ext uri="{FF2B5EF4-FFF2-40B4-BE49-F238E27FC236}">
                  <a16:creationId xmlns:a16="http://schemas.microsoft.com/office/drawing/2014/main" id="{A90494D9-1D52-AC41-9630-0B17CAE291B7}"/>
                </a:ext>
              </a:extLst>
            </p:cNvPr>
            <p:cNvSpPr/>
            <p:nvPr/>
          </p:nvSpPr>
          <p:spPr>
            <a:xfrm>
              <a:off x="957461" y="2198923"/>
              <a:ext cx="1019175" cy="1019175"/>
            </a:xfrm>
            <a:prstGeom prst="ellipse">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endParaRPr>
            </a:p>
          </p:txBody>
        </p:sp>
      </p:grpSp>
      <p:grpSp>
        <p:nvGrpSpPr>
          <p:cNvPr id="28" name="Group 27">
            <a:extLst>
              <a:ext uri="{FF2B5EF4-FFF2-40B4-BE49-F238E27FC236}">
                <a16:creationId xmlns:a16="http://schemas.microsoft.com/office/drawing/2014/main" id="{C900C26B-D62E-25BB-BDE6-82C175D4A504}"/>
              </a:ext>
            </a:extLst>
          </p:cNvPr>
          <p:cNvGrpSpPr/>
          <p:nvPr/>
        </p:nvGrpSpPr>
        <p:grpSpPr>
          <a:xfrm>
            <a:off x="5200450" y="1490472"/>
            <a:ext cx="1791101" cy="4038599"/>
            <a:chOff x="571497" y="2057401"/>
            <a:chExt cx="1791101" cy="4038599"/>
          </a:xfrm>
        </p:grpSpPr>
        <p:sp>
          <p:nvSpPr>
            <p:cNvPr id="29" name="Rectangle 28">
              <a:extLst>
                <a:ext uri="{FF2B5EF4-FFF2-40B4-BE49-F238E27FC236}">
                  <a16:creationId xmlns:a16="http://schemas.microsoft.com/office/drawing/2014/main" id="{036AF004-C05B-2572-CBFA-68AE0543E5A6}"/>
                </a:ext>
              </a:extLst>
            </p:cNvPr>
            <p:cNvSpPr/>
            <p:nvPr/>
          </p:nvSpPr>
          <p:spPr>
            <a:xfrm rot="5400000">
              <a:off x="562173" y="2066725"/>
              <a:ext cx="1809750" cy="1791101"/>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defPPr>
                <a:defRPr lang="en-US"/>
              </a:defPPr>
              <a:lvl1pPr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1pPr>
              <a:lvl2pPr marL="54339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2pPr>
              <a:lvl3pPr marL="1086781"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3pPr>
              <a:lvl4pPr marL="1630172"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4pPr>
              <a:lvl5pPr marL="2173563"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5pPr>
              <a:lvl6pPr marL="2716953" algn="l" defTabSz="1086781" rtl="0" eaLnBrk="1" latinLnBrk="0" hangingPunct="1">
                <a:defRPr sz="2800" kern="1200">
                  <a:solidFill>
                    <a:schemeClr val="tx1"/>
                  </a:solidFill>
                  <a:latin typeface="Arial" pitchFamily="34" charset="0"/>
                  <a:ea typeface="ＭＳ Ｐゴシック" pitchFamily="34" charset="-128"/>
                  <a:cs typeface="+mn-cs"/>
                </a:defRPr>
              </a:lvl6pPr>
              <a:lvl7pPr marL="3260343" algn="l" defTabSz="1086781" rtl="0" eaLnBrk="1" latinLnBrk="0" hangingPunct="1">
                <a:defRPr sz="2800" kern="1200">
                  <a:solidFill>
                    <a:schemeClr val="tx1"/>
                  </a:solidFill>
                  <a:latin typeface="Arial" pitchFamily="34" charset="0"/>
                  <a:ea typeface="ＭＳ Ｐゴシック" pitchFamily="34" charset="-128"/>
                  <a:cs typeface="+mn-cs"/>
                </a:defRPr>
              </a:lvl7pPr>
              <a:lvl8pPr marL="3803734" algn="l" defTabSz="1086781" rtl="0" eaLnBrk="1" latinLnBrk="0" hangingPunct="1">
                <a:defRPr sz="2800" kern="1200">
                  <a:solidFill>
                    <a:schemeClr val="tx1"/>
                  </a:solidFill>
                  <a:latin typeface="Arial" pitchFamily="34" charset="0"/>
                  <a:ea typeface="ＭＳ Ｐゴシック" pitchFamily="34" charset="-128"/>
                  <a:cs typeface="+mn-cs"/>
                </a:defRPr>
              </a:lvl8pPr>
              <a:lvl9pPr marL="4347125" algn="l" defTabSz="1086781" rtl="0" eaLnBrk="1" latinLnBrk="0" hangingPunct="1">
                <a:defRPr sz="2800" kern="1200">
                  <a:solidFill>
                    <a:schemeClr val="tx1"/>
                  </a:solidFill>
                  <a:latin typeface="Arial" pitchFamily="34" charset="0"/>
                  <a:ea typeface="ＭＳ Ｐゴシック" pitchFamily="34" charset="-128"/>
                  <a:cs typeface="+mn-cs"/>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endParaRPr kumimoji="0" lang="en-US" sz="2800" b="1" i="0" u="none" strike="noStrike" kern="1200" cap="none" spc="0" normalizeH="0" baseline="0" noProof="0">
                <a:ln>
                  <a:noFill/>
                </a:ln>
                <a:solidFill>
                  <a:prstClr val="white"/>
                </a:solidFill>
                <a:effectLst/>
                <a:uLnTx/>
                <a:uFillTx/>
                <a:latin typeface="Arial" pitchFamily="34" charset="0"/>
                <a:ea typeface="ＭＳ Ｐゴシック" pitchFamily="34" charset="-128"/>
                <a:cs typeface="Arial"/>
              </a:endParaRPr>
            </a:p>
          </p:txBody>
        </p:sp>
        <p:sp>
          <p:nvSpPr>
            <p:cNvPr id="30" name="Rectangle 29">
              <a:extLst>
                <a:ext uri="{FF2B5EF4-FFF2-40B4-BE49-F238E27FC236}">
                  <a16:creationId xmlns:a16="http://schemas.microsoft.com/office/drawing/2014/main" id="{C25D83F0-265B-9846-2AB5-3162B88FEA34}"/>
                </a:ext>
              </a:extLst>
            </p:cNvPr>
            <p:cNvSpPr/>
            <p:nvPr/>
          </p:nvSpPr>
          <p:spPr>
            <a:xfrm>
              <a:off x="666750" y="3276600"/>
              <a:ext cx="154305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Deeksha</a:t>
              </a:r>
            </a:p>
            <a:p>
              <a:pPr algn="ctr"/>
              <a:r>
                <a:rPr lang="en-US" sz="1100" i="1"/>
                <a:t>The  Creative Head</a:t>
              </a:r>
            </a:p>
          </p:txBody>
        </p:sp>
        <p:sp>
          <p:nvSpPr>
            <p:cNvPr id="31" name="Rectangle 30">
              <a:extLst>
                <a:ext uri="{FF2B5EF4-FFF2-40B4-BE49-F238E27FC236}">
                  <a16:creationId xmlns:a16="http://schemas.microsoft.com/office/drawing/2014/main" id="{097EFD83-33D4-D41D-8611-E6F9D1DF9C4A}"/>
                </a:ext>
              </a:extLst>
            </p:cNvPr>
            <p:cNvSpPr/>
            <p:nvPr/>
          </p:nvSpPr>
          <p:spPr>
            <a:xfrm>
              <a:off x="571500" y="3867150"/>
              <a:ext cx="1791098" cy="2228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“Led future-state envisioning for Optix and communicated it through a high-impact leadership video”</a:t>
              </a:r>
            </a:p>
          </p:txBody>
        </p:sp>
        <p:sp>
          <p:nvSpPr>
            <p:cNvPr id="32" name="Oval 31">
              <a:extLst>
                <a:ext uri="{FF2B5EF4-FFF2-40B4-BE49-F238E27FC236}">
                  <a16:creationId xmlns:a16="http://schemas.microsoft.com/office/drawing/2014/main" id="{E3C4B54B-9B66-C477-B40C-6AC72FEBE087}"/>
                </a:ext>
              </a:extLst>
            </p:cNvPr>
            <p:cNvSpPr/>
            <p:nvPr/>
          </p:nvSpPr>
          <p:spPr>
            <a:xfrm>
              <a:off x="957461" y="2198923"/>
              <a:ext cx="1019175" cy="1019175"/>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endParaRPr>
            </a:p>
          </p:txBody>
        </p:sp>
      </p:grpSp>
      <p:grpSp>
        <p:nvGrpSpPr>
          <p:cNvPr id="33" name="Group 32">
            <a:extLst>
              <a:ext uri="{FF2B5EF4-FFF2-40B4-BE49-F238E27FC236}">
                <a16:creationId xmlns:a16="http://schemas.microsoft.com/office/drawing/2014/main" id="{BD16CE21-E3A1-2426-1567-D35800512C4C}"/>
              </a:ext>
            </a:extLst>
          </p:cNvPr>
          <p:cNvGrpSpPr/>
          <p:nvPr/>
        </p:nvGrpSpPr>
        <p:grpSpPr>
          <a:xfrm>
            <a:off x="7514925" y="1490473"/>
            <a:ext cx="1791101" cy="4038599"/>
            <a:chOff x="571497" y="2057401"/>
            <a:chExt cx="1791101" cy="4038599"/>
          </a:xfrm>
        </p:grpSpPr>
        <p:sp>
          <p:nvSpPr>
            <p:cNvPr id="34" name="Rectangle 33">
              <a:extLst>
                <a:ext uri="{FF2B5EF4-FFF2-40B4-BE49-F238E27FC236}">
                  <a16:creationId xmlns:a16="http://schemas.microsoft.com/office/drawing/2014/main" id="{4DBE7039-9826-2C63-7B01-92F070BBA39E}"/>
                </a:ext>
              </a:extLst>
            </p:cNvPr>
            <p:cNvSpPr/>
            <p:nvPr/>
          </p:nvSpPr>
          <p:spPr>
            <a:xfrm rot="5400000">
              <a:off x="562173" y="2066725"/>
              <a:ext cx="1809750" cy="1791101"/>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defPPr>
                <a:defRPr lang="en-US"/>
              </a:defPPr>
              <a:lvl1pPr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1pPr>
              <a:lvl2pPr marL="54339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2pPr>
              <a:lvl3pPr marL="1086781"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3pPr>
              <a:lvl4pPr marL="1630172"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4pPr>
              <a:lvl5pPr marL="2173563"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5pPr>
              <a:lvl6pPr marL="2716953" algn="l" defTabSz="1086781" rtl="0" eaLnBrk="1" latinLnBrk="0" hangingPunct="1">
                <a:defRPr sz="2800" kern="1200">
                  <a:solidFill>
                    <a:schemeClr val="tx1"/>
                  </a:solidFill>
                  <a:latin typeface="Arial" pitchFamily="34" charset="0"/>
                  <a:ea typeface="ＭＳ Ｐゴシック" pitchFamily="34" charset="-128"/>
                  <a:cs typeface="+mn-cs"/>
                </a:defRPr>
              </a:lvl6pPr>
              <a:lvl7pPr marL="3260343" algn="l" defTabSz="1086781" rtl="0" eaLnBrk="1" latinLnBrk="0" hangingPunct="1">
                <a:defRPr sz="2800" kern="1200">
                  <a:solidFill>
                    <a:schemeClr val="tx1"/>
                  </a:solidFill>
                  <a:latin typeface="Arial" pitchFamily="34" charset="0"/>
                  <a:ea typeface="ＭＳ Ｐゴシック" pitchFamily="34" charset="-128"/>
                  <a:cs typeface="+mn-cs"/>
                </a:defRPr>
              </a:lvl7pPr>
              <a:lvl8pPr marL="3803734" algn="l" defTabSz="1086781" rtl="0" eaLnBrk="1" latinLnBrk="0" hangingPunct="1">
                <a:defRPr sz="2800" kern="1200">
                  <a:solidFill>
                    <a:schemeClr val="tx1"/>
                  </a:solidFill>
                  <a:latin typeface="Arial" pitchFamily="34" charset="0"/>
                  <a:ea typeface="ＭＳ Ｐゴシック" pitchFamily="34" charset="-128"/>
                  <a:cs typeface="+mn-cs"/>
                </a:defRPr>
              </a:lvl8pPr>
              <a:lvl9pPr marL="4347125" algn="l" defTabSz="1086781" rtl="0" eaLnBrk="1" latinLnBrk="0" hangingPunct="1">
                <a:defRPr sz="2800" kern="1200">
                  <a:solidFill>
                    <a:schemeClr val="tx1"/>
                  </a:solidFill>
                  <a:latin typeface="Arial" pitchFamily="34" charset="0"/>
                  <a:ea typeface="ＭＳ Ｐゴシック" pitchFamily="34" charset="-128"/>
                  <a:cs typeface="+mn-cs"/>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endParaRPr kumimoji="0" lang="en-US" sz="2800" b="1" i="0" u="none" strike="noStrike" kern="1200" cap="none" spc="0" normalizeH="0" baseline="0" noProof="0">
                <a:ln>
                  <a:noFill/>
                </a:ln>
                <a:solidFill>
                  <a:prstClr val="white"/>
                </a:solidFill>
                <a:effectLst/>
                <a:uLnTx/>
                <a:uFillTx/>
                <a:latin typeface="Arial" pitchFamily="34" charset="0"/>
                <a:ea typeface="ＭＳ Ｐゴシック" pitchFamily="34" charset="-128"/>
                <a:cs typeface="Arial"/>
              </a:endParaRPr>
            </a:p>
          </p:txBody>
        </p:sp>
        <p:sp>
          <p:nvSpPr>
            <p:cNvPr id="35" name="Rectangle 34">
              <a:extLst>
                <a:ext uri="{FF2B5EF4-FFF2-40B4-BE49-F238E27FC236}">
                  <a16:creationId xmlns:a16="http://schemas.microsoft.com/office/drawing/2014/main" id="{5664E482-5FE1-3EE1-4D64-1BF18A1DBFB2}"/>
                </a:ext>
              </a:extLst>
            </p:cNvPr>
            <p:cNvSpPr/>
            <p:nvPr/>
          </p:nvSpPr>
          <p:spPr>
            <a:xfrm>
              <a:off x="571497" y="3276600"/>
              <a:ext cx="1791098"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Nayan</a:t>
              </a:r>
            </a:p>
            <a:p>
              <a:pPr algn="ctr"/>
              <a:r>
                <a:rPr lang="en-US" sz="1100" i="1"/>
                <a:t>The  Logic Whisperer</a:t>
              </a:r>
            </a:p>
          </p:txBody>
        </p:sp>
        <p:sp>
          <p:nvSpPr>
            <p:cNvPr id="36" name="Rectangle 35">
              <a:extLst>
                <a:ext uri="{FF2B5EF4-FFF2-40B4-BE49-F238E27FC236}">
                  <a16:creationId xmlns:a16="http://schemas.microsoft.com/office/drawing/2014/main" id="{20A9D2E4-8F47-3536-0066-34B974BEF893}"/>
                </a:ext>
              </a:extLst>
            </p:cNvPr>
            <p:cNvSpPr/>
            <p:nvPr/>
          </p:nvSpPr>
          <p:spPr>
            <a:xfrm>
              <a:off x="571500" y="3867150"/>
              <a:ext cx="1791098" cy="2228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“Architected the business logic that forms the foundation of the Optix logic engine”</a:t>
              </a:r>
            </a:p>
          </p:txBody>
        </p:sp>
        <p:sp>
          <p:nvSpPr>
            <p:cNvPr id="37" name="Oval 36">
              <a:extLst>
                <a:ext uri="{FF2B5EF4-FFF2-40B4-BE49-F238E27FC236}">
                  <a16:creationId xmlns:a16="http://schemas.microsoft.com/office/drawing/2014/main" id="{CA16BCDC-B20F-991A-59E7-BBC6DC6D6FBE}"/>
                </a:ext>
              </a:extLst>
            </p:cNvPr>
            <p:cNvSpPr/>
            <p:nvPr/>
          </p:nvSpPr>
          <p:spPr>
            <a:xfrm>
              <a:off x="957461" y="2198923"/>
              <a:ext cx="1019175" cy="1019175"/>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endParaRPr>
            </a:p>
          </p:txBody>
        </p:sp>
      </p:grpSp>
      <p:grpSp>
        <p:nvGrpSpPr>
          <p:cNvPr id="38" name="Group 37">
            <a:extLst>
              <a:ext uri="{FF2B5EF4-FFF2-40B4-BE49-F238E27FC236}">
                <a16:creationId xmlns:a16="http://schemas.microsoft.com/office/drawing/2014/main" id="{555FD1E3-974E-EB40-DA88-200BFD3A0339}"/>
              </a:ext>
            </a:extLst>
          </p:cNvPr>
          <p:cNvGrpSpPr/>
          <p:nvPr/>
        </p:nvGrpSpPr>
        <p:grpSpPr>
          <a:xfrm>
            <a:off x="9829401" y="1490473"/>
            <a:ext cx="1791101" cy="4038599"/>
            <a:chOff x="571497" y="2057401"/>
            <a:chExt cx="1791101" cy="4038599"/>
          </a:xfrm>
        </p:grpSpPr>
        <p:sp>
          <p:nvSpPr>
            <p:cNvPr id="39" name="Rectangle 38">
              <a:extLst>
                <a:ext uri="{FF2B5EF4-FFF2-40B4-BE49-F238E27FC236}">
                  <a16:creationId xmlns:a16="http://schemas.microsoft.com/office/drawing/2014/main" id="{F785FA7C-9DEE-256C-01EC-AB614F4A8FF1}"/>
                </a:ext>
              </a:extLst>
            </p:cNvPr>
            <p:cNvSpPr/>
            <p:nvPr/>
          </p:nvSpPr>
          <p:spPr>
            <a:xfrm rot="5400000">
              <a:off x="562173" y="2066725"/>
              <a:ext cx="1809750" cy="1791101"/>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defPPr>
                <a:defRPr lang="en-US"/>
              </a:defPPr>
              <a:lvl1pPr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1pPr>
              <a:lvl2pPr marL="54339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2pPr>
              <a:lvl3pPr marL="1086781"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3pPr>
              <a:lvl4pPr marL="1630172"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4pPr>
              <a:lvl5pPr marL="2173563"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5pPr>
              <a:lvl6pPr marL="2716953" algn="l" defTabSz="1086781" rtl="0" eaLnBrk="1" latinLnBrk="0" hangingPunct="1">
                <a:defRPr sz="2800" kern="1200">
                  <a:solidFill>
                    <a:schemeClr val="tx1"/>
                  </a:solidFill>
                  <a:latin typeface="Arial" pitchFamily="34" charset="0"/>
                  <a:ea typeface="ＭＳ Ｐゴシック" pitchFamily="34" charset="-128"/>
                  <a:cs typeface="+mn-cs"/>
                </a:defRPr>
              </a:lvl6pPr>
              <a:lvl7pPr marL="3260343" algn="l" defTabSz="1086781" rtl="0" eaLnBrk="1" latinLnBrk="0" hangingPunct="1">
                <a:defRPr sz="2800" kern="1200">
                  <a:solidFill>
                    <a:schemeClr val="tx1"/>
                  </a:solidFill>
                  <a:latin typeface="Arial" pitchFamily="34" charset="0"/>
                  <a:ea typeface="ＭＳ Ｐゴシック" pitchFamily="34" charset="-128"/>
                  <a:cs typeface="+mn-cs"/>
                </a:defRPr>
              </a:lvl7pPr>
              <a:lvl8pPr marL="3803734" algn="l" defTabSz="1086781" rtl="0" eaLnBrk="1" latinLnBrk="0" hangingPunct="1">
                <a:defRPr sz="2800" kern="1200">
                  <a:solidFill>
                    <a:schemeClr val="tx1"/>
                  </a:solidFill>
                  <a:latin typeface="Arial" pitchFamily="34" charset="0"/>
                  <a:ea typeface="ＭＳ Ｐゴシック" pitchFamily="34" charset="-128"/>
                  <a:cs typeface="+mn-cs"/>
                </a:defRPr>
              </a:lvl8pPr>
              <a:lvl9pPr marL="4347125" algn="l" defTabSz="1086781" rtl="0" eaLnBrk="1" latinLnBrk="0" hangingPunct="1">
                <a:defRPr sz="2800" kern="1200">
                  <a:solidFill>
                    <a:schemeClr val="tx1"/>
                  </a:solidFill>
                  <a:latin typeface="Arial" pitchFamily="34" charset="0"/>
                  <a:ea typeface="ＭＳ Ｐゴシック" pitchFamily="34" charset="-128"/>
                  <a:cs typeface="+mn-cs"/>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endParaRPr kumimoji="0" lang="en-US" sz="2800" b="1" i="0" u="none" strike="noStrike" kern="1200" cap="none" spc="0" normalizeH="0" baseline="0" noProof="0">
                <a:ln>
                  <a:noFill/>
                </a:ln>
                <a:solidFill>
                  <a:prstClr val="white"/>
                </a:solidFill>
                <a:effectLst/>
                <a:uLnTx/>
                <a:uFillTx/>
                <a:latin typeface="Arial" pitchFamily="34" charset="0"/>
                <a:ea typeface="ＭＳ Ｐゴシック" pitchFamily="34" charset="-128"/>
                <a:cs typeface="Arial"/>
              </a:endParaRPr>
            </a:p>
          </p:txBody>
        </p:sp>
        <p:sp>
          <p:nvSpPr>
            <p:cNvPr id="40" name="Rectangle 39">
              <a:extLst>
                <a:ext uri="{FF2B5EF4-FFF2-40B4-BE49-F238E27FC236}">
                  <a16:creationId xmlns:a16="http://schemas.microsoft.com/office/drawing/2014/main" id="{EB34E305-C9E9-402D-23BC-E1E4BE127C7C}"/>
                </a:ext>
              </a:extLst>
            </p:cNvPr>
            <p:cNvSpPr/>
            <p:nvPr/>
          </p:nvSpPr>
          <p:spPr>
            <a:xfrm>
              <a:off x="666750" y="3276600"/>
              <a:ext cx="154305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Runal</a:t>
              </a:r>
            </a:p>
            <a:p>
              <a:pPr algn="ctr"/>
              <a:r>
                <a:rPr lang="en-US" sz="1100" i="1"/>
                <a:t>The Metrics Maestro</a:t>
              </a:r>
            </a:p>
          </p:txBody>
        </p:sp>
        <p:sp>
          <p:nvSpPr>
            <p:cNvPr id="41" name="Rectangle 40">
              <a:extLst>
                <a:ext uri="{FF2B5EF4-FFF2-40B4-BE49-F238E27FC236}">
                  <a16:creationId xmlns:a16="http://schemas.microsoft.com/office/drawing/2014/main" id="{9882CE50-67DF-3A9B-02C0-910003585BB6}"/>
                </a:ext>
              </a:extLst>
            </p:cNvPr>
            <p:cNvSpPr/>
            <p:nvPr/>
          </p:nvSpPr>
          <p:spPr>
            <a:xfrm>
              <a:off x="571499" y="3867150"/>
              <a:ext cx="1791099" cy="2228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“Defined key metrics to provide visibility into Optix performance, quality, and scalability”</a:t>
              </a:r>
            </a:p>
          </p:txBody>
        </p:sp>
        <p:sp>
          <p:nvSpPr>
            <p:cNvPr id="42" name="Oval 41">
              <a:extLst>
                <a:ext uri="{FF2B5EF4-FFF2-40B4-BE49-F238E27FC236}">
                  <a16:creationId xmlns:a16="http://schemas.microsoft.com/office/drawing/2014/main" id="{7AF1F809-4816-77B4-CCB7-87B66C18203A}"/>
                </a:ext>
              </a:extLst>
            </p:cNvPr>
            <p:cNvSpPr/>
            <p:nvPr/>
          </p:nvSpPr>
          <p:spPr>
            <a:xfrm>
              <a:off x="957461" y="2198923"/>
              <a:ext cx="1019175" cy="1019175"/>
            </a:xfrm>
            <a:prstGeom prst="ellipse">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endParaRPr>
            </a:p>
          </p:txBody>
        </p:sp>
      </p:grpSp>
      <p:sp>
        <p:nvSpPr>
          <p:cNvPr id="8" name="TextBox 7">
            <a:extLst>
              <a:ext uri="{FF2B5EF4-FFF2-40B4-BE49-F238E27FC236}">
                <a16:creationId xmlns:a16="http://schemas.microsoft.com/office/drawing/2014/main" id="{43D0CF9F-33D7-1C46-DDB2-42F4D93D43F1}"/>
              </a:ext>
            </a:extLst>
          </p:cNvPr>
          <p:cNvSpPr txBox="1"/>
          <p:nvPr/>
        </p:nvSpPr>
        <p:spPr>
          <a:xfrm>
            <a:off x="564896" y="5638723"/>
            <a:ext cx="11042396" cy="307777"/>
          </a:xfrm>
          <a:prstGeom prst="rect">
            <a:avLst/>
          </a:prstGeom>
          <a:noFill/>
        </p:spPr>
        <p:txBody>
          <a:bodyPr wrap="square" lIns="91440" tIns="45720" rIns="91440" bIns="45720" anchor="t">
            <a:spAutoFit/>
          </a:bodyPr>
          <a:lstStyle/>
          <a:p>
            <a:pPr algn="ctr"/>
            <a:r>
              <a:rPr lang="en-US" sz="1400" b="1">
                <a:solidFill>
                  <a:schemeClr val="bg1"/>
                </a:solidFill>
                <a:latin typeface="FedEx Sans"/>
              </a:rPr>
              <a:t>Team Capabilities -  </a:t>
            </a:r>
            <a:r>
              <a:rPr lang="en-US" sz="1400">
                <a:solidFill>
                  <a:schemeClr val="bg1"/>
                </a:solidFill>
                <a:latin typeface="FedEx Sans"/>
              </a:rPr>
              <a:t>Python, SQL, System Design, Web Development, Git and GitHub, Linux, Vertex AI, Data </a:t>
            </a:r>
            <a:r>
              <a:rPr lang="en-US" sz="1400" err="1">
                <a:solidFill>
                  <a:schemeClr val="bg1"/>
                </a:solidFill>
                <a:latin typeface="FedEx Sans"/>
              </a:rPr>
              <a:t>Analytics,Canva</a:t>
            </a:r>
            <a:r>
              <a:rPr lang="en-US" sz="1400">
                <a:solidFill>
                  <a:schemeClr val="bg1"/>
                </a:solidFill>
                <a:latin typeface="FedEx Sans"/>
              </a:rPr>
              <a:t>.</a:t>
            </a:r>
            <a:endParaRPr lang="en-US" sz="1400">
              <a:solidFill>
                <a:schemeClr val="bg1"/>
              </a:solidFill>
            </a:endParaRPr>
          </a:p>
        </p:txBody>
      </p:sp>
    </p:spTree>
    <p:extLst>
      <p:ext uri="{BB962C8B-B14F-4D97-AF65-F5344CB8AC3E}">
        <p14:creationId xmlns:p14="http://schemas.microsoft.com/office/powerpoint/2010/main" val="3335472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CC2DA-ECAB-CD7D-C849-144B20CD884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6CBB7DB-06AC-8D83-8874-1591A375347B}"/>
              </a:ext>
            </a:extLst>
          </p:cNvPr>
          <p:cNvSpPr>
            <a:spLocks noGrp="1"/>
          </p:cNvSpPr>
          <p:nvPr>
            <p:ph type="body" sz="quarter" idx="21"/>
          </p:nvPr>
        </p:nvSpPr>
        <p:spPr/>
        <p:txBody>
          <a:bodyPr/>
          <a:lstStyle/>
          <a:p>
            <a:r>
              <a:rPr lang="en-US"/>
              <a:t>Thank You!</a:t>
            </a:r>
          </a:p>
        </p:txBody>
      </p:sp>
    </p:spTree>
    <p:extLst>
      <p:ext uri="{BB962C8B-B14F-4D97-AF65-F5344CB8AC3E}">
        <p14:creationId xmlns:p14="http://schemas.microsoft.com/office/powerpoint/2010/main" val="2609999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F7CD9F8-D1DC-9213-9C92-FE4608F381D9}"/>
            </a:ext>
          </a:extLst>
        </p:cNvPr>
        <p:cNvGrpSpPr/>
        <p:nvPr/>
      </p:nvGrpSpPr>
      <p:grpSpPr>
        <a:xfrm>
          <a:off x="0" y="0"/>
          <a:ext cx="0" cy="0"/>
          <a:chOff x="0" y="0"/>
          <a:chExt cx="0" cy="0"/>
        </a:xfrm>
      </p:grpSpPr>
      <p:graphicFrame>
        <p:nvGraphicFramePr>
          <p:cNvPr id="23" name="Table 22">
            <a:extLst>
              <a:ext uri="{FF2B5EF4-FFF2-40B4-BE49-F238E27FC236}">
                <a16:creationId xmlns:a16="http://schemas.microsoft.com/office/drawing/2014/main" id="{75EAE1D1-0EE3-BAAA-4FC8-F07F1BDB013B}"/>
              </a:ext>
            </a:extLst>
          </p:cNvPr>
          <p:cNvGraphicFramePr>
            <a:graphicFrameLocks noGrp="1"/>
          </p:cNvGraphicFramePr>
          <p:nvPr/>
        </p:nvGraphicFramePr>
        <p:xfrm>
          <a:off x="8242062" y="2864566"/>
          <a:ext cx="3231581" cy="2484000"/>
        </p:xfrm>
        <a:graphic>
          <a:graphicData uri="http://schemas.openxmlformats.org/drawingml/2006/table">
            <a:tbl>
              <a:tblPr>
                <a:tableStyleId>{5C22544A-7EE6-4342-B048-85BDC9FD1C3A}</a:tableStyleId>
              </a:tblPr>
              <a:tblGrid>
                <a:gridCol w="1990676">
                  <a:extLst>
                    <a:ext uri="{9D8B030D-6E8A-4147-A177-3AD203B41FA5}">
                      <a16:colId xmlns:a16="http://schemas.microsoft.com/office/drawing/2014/main" val="3120727726"/>
                    </a:ext>
                  </a:extLst>
                </a:gridCol>
                <a:gridCol w="1240905">
                  <a:extLst>
                    <a:ext uri="{9D8B030D-6E8A-4147-A177-3AD203B41FA5}">
                      <a16:colId xmlns:a16="http://schemas.microsoft.com/office/drawing/2014/main" val="1069534392"/>
                    </a:ext>
                  </a:extLst>
                </a:gridCol>
              </a:tblGrid>
              <a:tr h="414000">
                <a:tc>
                  <a:txBody>
                    <a:bodyPr/>
                    <a:lstStyle/>
                    <a:p>
                      <a:pPr algn="ctr"/>
                      <a:r>
                        <a:rPr lang="en-US" b="1">
                          <a:solidFill>
                            <a:schemeClr val="tx1"/>
                          </a:solidFill>
                        </a:rPr>
                        <a:t>Activity</a:t>
                      </a: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8925"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chemeClr val="tx1"/>
                          </a:solidFill>
                        </a:rPr>
                        <a:t>Status</a:t>
                      </a: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414000">
                <a:tc>
                  <a:txBody>
                    <a:bodyPr/>
                    <a:lstStyle/>
                    <a:p>
                      <a:pPr algn="l"/>
                      <a:r>
                        <a:rPr lang="en-US" sz="1000" b="0">
                          <a:solidFill>
                            <a:schemeClr val="tx1"/>
                          </a:solidFill>
                        </a:rPr>
                        <a:t>Creation of Enterprise Application I'd</a:t>
                      </a: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914400" rtl="0" eaLnBrk="1" latinLnBrk="0" hangingPunct="1"/>
                      <a:r>
                        <a:rPr lang="en-US" sz="1100" b="1" kern="1200">
                          <a:solidFill>
                            <a:schemeClr val="dk1"/>
                          </a:solidFill>
                          <a:latin typeface="+mn-lt"/>
                          <a:ea typeface="+mn-ea"/>
                          <a:cs typeface="+mn-cs"/>
                        </a:rPr>
                        <a:t>     </a:t>
                      </a: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773681"/>
                  </a:ext>
                </a:extLst>
              </a:tr>
              <a:tr h="414000">
                <a:tc>
                  <a:txBody>
                    <a:bodyPr/>
                    <a:lstStyle/>
                    <a:p>
                      <a:pPr marL="0" algn="l" defTabSz="914400" rtl="0" eaLnBrk="1" latinLnBrk="0" hangingPunct="1"/>
                      <a:r>
                        <a:rPr lang="en-US" sz="1000" b="0">
                          <a:solidFill>
                            <a:schemeClr val="tx1"/>
                          </a:solidFill>
                        </a:rPr>
                        <a:t>Python Server setup</a:t>
                      </a:r>
                      <a:endParaRPr lang="en-US" sz="1000" b="0" kern="1200">
                        <a:solidFill>
                          <a:schemeClr val="tx1"/>
                        </a:solidFill>
                        <a:latin typeface="+mn-lt"/>
                        <a:ea typeface="+mn-ea"/>
                        <a:cs typeface="+mn-cs"/>
                      </a:endParaRP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1"/>
                      <a:r>
                        <a:rPr lang="en-US" sz="1100"/>
                        <a:t>     </a:t>
                      </a:r>
                      <a:endParaRPr lang="en-US" sz="1100" b="1" kern="1200">
                        <a:solidFill>
                          <a:schemeClr val="dk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414000">
                <a:tc>
                  <a:txBody>
                    <a:bodyPr/>
                    <a:lstStyle/>
                    <a:p>
                      <a:pPr algn="l"/>
                      <a:r>
                        <a:rPr lang="en-US" sz="1000" b="0">
                          <a:solidFill>
                            <a:schemeClr val="tx1"/>
                          </a:solidFill>
                        </a:rPr>
                        <a:t>FIRST process (Info sec team)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100"/>
                        <a:t>     </a:t>
                      </a:r>
                      <a:endParaRPr lang="en-US" sz="1100">
                        <a:solidFill>
                          <a:srgbClr val="008A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414000">
                <a:tc>
                  <a:txBody>
                    <a:bodyPr/>
                    <a:lstStyle/>
                    <a:p>
                      <a:pPr algn="l"/>
                      <a:r>
                        <a:rPr lang="en-US" sz="1000" b="0">
                          <a:solidFill>
                            <a:schemeClr val="tx1"/>
                          </a:solidFill>
                        </a:rPr>
                        <a:t>Code Deployment on Python Server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latin typeface="+mn-lt"/>
                          <a:ea typeface="+mn-ea"/>
                          <a:cs typeface="+mn-cs"/>
                        </a:rPr>
                        <a:t>       </a:t>
                      </a:r>
                    </a:p>
                  </a:txBody>
                  <a:tcPr marL="90000" marR="9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414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a:solidFill>
                            <a:schemeClr val="tx1"/>
                          </a:solidFill>
                        </a:rPr>
                        <a:t>Gemini API key: </a:t>
                      </a:r>
                      <a:r>
                        <a:rPr lang="en-IN" sz="1000" b="0">
                          <a:solidFill>
                            <a:schemeClr val="tx1"/>
                          </a:solidFill>
                          <a:effectLst/>
                        </a:rPr>
                        <a:t>pending AI Labs team prioritization</a:t>
                      </a:r>
                      <a:endParaRPr lang="en-US" sz="1000" b="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bl>
          </a:graphicData>
        </a:graphic>
      </p:graphicFrame>
      <p:sp>
        <p:nvSpPr>
          <p:cNvPr id="24" name="Vertical Title 1">
            <a:extLst>
              <a:ext uri="{FF2B5EF4-FFF2-40B4-BE49-F238E27FC236}">
                <a16:creationId xmlns:a16="http://schemas.microsoft.com/office/drawing/2014/main" id="{B98FAA8D-F991-D11B-27B3-FFC48E6A9BAA}"/>
              </a:ext>
            </a:extLst>
          </p:cNvPr>
          <p:cNvSpPr txBox="1">
            <a:spLocks/>
          </p:cNvSpPr>
          <p:nvPr/>
        </p:nvSpPr>
        <p:spPr>
          <a:xfrm>
            <a:off x="582770" y="593101"/>
            <a:ext cx="8652669" cy="599837"/>
          </a:xfrm>
          <a:prstGeom prst="rect">
            <a:avLst/>
          </a:prstGeom>
        </p:spPr>
        <p:txBody>
          <a:bodyPr vert="horz" lIns="0" tIns="0" rIns="0" bIns="0" rtlCol="0" anchor="t" anchorCtr="0">
            <a:noAutofit/>
          </a:bodyPr>
          <a:lst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a:spcAft>
                <a:spcPts val="0"/>
              </a:spcAft>
            </a:pPr>
            <a:r>
              <a:rPr lang="en-US" sz="2800"/>
              <a:t>Plans ahead</a:t>
            </a:r>
            <a:endParaRPr lang="en-US" sz="2800" b="1"/>
          </a:p>
        </p:txBody>
      </p:sp>
      <p:sp>
        <p:nvSpPr>
          <p:cNvPr id="25" name="Footer Placeholder 3">
            <a:extLst>
              <a:ext uri="{FF2B5EF4-FFF2-40B4-BE49-F238E27FC236}">
                <a16:creationId xmlns:a16="http://schemas.microsoft.com/office/drawing/2014/main" id="{F49C50C6-F2AA-5155-17A6-57CB1D1743C9}"/>
              </a:ext>
            </a:extLst>
          </p:cNvPr>
          <p:cNvSpPr>
            <a:spLocks noGrp="1"/>
          </p:cNvSpPr>
          <p:nvPr>
            <p:ph type="ftr" sz="quarter" idx="11"/>
          </p:nvPr>
        </p:nvSpPr>
        <p:spPr>
          <a:xfrm>
            <a:off x="571500" y="6374929"/>
            <a:ext cx="3543300" cy="219635"/>
          </a:xfrm>
        </p:spPr>
        <p:txBody>
          <a:bodyPr/>
          <a:lstStyle/>
          <a:p>
            <a:pPr>
              <a:lnSpc>
                <a:spcPct val="90000"/>
              </a:lnSpc>
            </a:pP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27" name="TextBox 26">
            <a:extLst>
              <a:ext uri="{FF2B5EF4-FFF2-40B4-BE49-F238E27FC236}">
                <a16:creationId xmlns:a16="http://schemas.microsoft.com/office/drawing/2014/main" id="{C8975223-8882-AC7C-D4AF-F2863679BC44}"/>
              </a:ext>
            </a:extLst>
          </p:cNvPr>
          <p:cNvSpPr txBox="1"/>
          <p:nvPr/>
        </p:nvSpPr>
        <p:spPr>
          <a:xfrm>
            <a:off x="1245010" y="1669317"/>
            <a:ext cx="2603107" cy="430887"/>
          </a:xfrm>
          <a:prstGeom prst="rect">
            <a:avLst/>
          </a:prstGeom>
          <a:noFill/>
        </p:spPr>
        <p:txBody>
          <a:bodyPr wrap="square" lIns="0" tIns="0" rIns="0" bIns="0" rtlCol="0" anchor="t">
            <a:spAutoFit/>
          </a:bodyPr>
          <a:lstStyle/>
          <a:p>
            <a:pPr algn="ctr">
              <a:spcAft>
                <a:spcPts val="0"/>
              </a:spcAft>
            </a:pPr>
            <a:r>
              <a:rPr lang="en-IN" sz="1400" b="1">
                <a:solidFill>
                  <a:schemeClr val="tx2"/>
                </a:solidFill>
              </a:rPr>
              <a:t> Sales Feedback </a:t>
            </a:r>
          </a:p>
          <a:p>
            <a:pPr algn="ctr">
              <a:spcAft>
                <a:spcPts val="0"/>
              </a:spcAft>
            </a:pPr>
            <a:r>
              <a:rPr lang="en-IN" sz="1400" b="1">
                <a:solidFill>
                  <a:schemeClr val="tx2"/>
                </a:solidFill>
              </a:rPr>
              <a:t>       Form + AUR Automation</a:t>
            </a:r>
            <a:endParaRPr lang="en-US" sz="1400" b="1">
              <a:solidFill>
                <a:schemeClr val="tx2"/>
              </a:solidFill>
              <a:latin typeface="+mn-lt"/>
            </a:endParaRPr>
          </a:p>
        </p:txBody>
      </p:sp>
      <p:sp>
        <p:nvSpPr>
          <p:cNvPr id="28" name="Rectangle 27">
            <a:extLst>
              <a:ext uri="{FF2B5EF4-FFF2-40B4-BE49-F238E27FC236}">
                <a16:creationId xmlns:a16="http://schemas.microsoft.com/office/drawing/2014/main" id="{A1CE6F60-0098-24E6-48B7-E19A3511A32C}"/>
              </a:ext>
            </a:extLst>
          </p:cNvPr>
          <p:cNvSpPr/>
          <p:nvPr/>
        </p:nvSpPr>
        <p:spPr>
          <a:xfrm>
            <a:off x="582770" y="1533296"/>
            <a:ext cx="3600000" cy="4706637"/>
          </a:xfrm>
          <a:prstGeom prst="rect">
            <a:avLst/>
          </a:prstGeom>
          <a:no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D015FA6F-ADA3-89B2-1342-714FFD62380D}"/>
              </a:ext>
            </a:extLst>
          </p:cNvPr>
          <p:cNvSpPr txBox="1"/>
          <p:nvPr/>
        </p:nvSpPr>
        <p:spPr>
          <a:xfrm>
            <a:off x="638652" y="2299925"/>
            <a:ext cx="3514752" cy="3862596"/>
          </a:xfrm>
          <a:prstGeom prst="rect">
            <a:avLst/>
          </a:prstGeom>
          <a:noFill/>
        </p:spPr>
        <p:txBody>
          <a:bodyPr wrap="square" lIns="0" tIns="0" rIns="0" bIns="0" rtlCol="0" anchor="t">
            <a:spAutoFit/>
          </a:bodyPr>
          <a:lstStyle/>
          <a:p>
            <a:pPr algn="l"/>
            <a:r>
              <a:rPr lang="en-US" sz="1100" b="1">
                <a:solidFill>
                  <a:schemeClr val="tx2"/>
                </a:solidFill>
              </a:rPr>
              <a:t>Purpose: </a:t>
            </a:r>
            <a:r>
              <a:rPr lang="en-US" sz="1100"/>
              <a:t>Update customer attributes in iSell &amp; segmentation in Atlantis through ATC and AUR form</a:t>
            </a:r>
          </a:p>
          <a:p>
            <a:pPr algn="l"/>
            <a:r>
              <a:rPr lang="en-US" sz="1100" b="1">
                <a:solidFill>
                  <a:schemeClr val="tx2"/>
                </a:solidFill>
              </a:rPr>
              <a:t>Current State: </a:t>
            </a:r>
          </a:p>
          <a:p>
            <a:pPr marL="171450" indent="-171450" algn="l">
              <a:spcAft>
                <a:spcPts val="0"/>
              </a:spcAft>
              <a:buFont typeface="Arial" panose="020B0604020202020204" pitchFamily="34" charset="0"/>
              <a:buChar char="•"/>
            </a:pPr>
            <a:r>
              <a:rPr lang="en-US" sz="1100" b="1"/>
              <a:t>US team</a:t>
            </a:r>
            <a:r>
              <a:rPr lang="en-US" sz="1100"/>
              <a:t> owns loading </a:t>
            </a:r>
            <a:r>
              <a:rPr lang="en-US" sz="1100" b="1"/>
              <a:t>ATC feedback</a:t>
            </a:r>
            <a:r>
              <a:rPr lang="en-US" sz="1100"/>
              <a:t> from TPO specialist into the backend database post business validation.</a:t>
            </a:r>
          </a:p>
          <a:p>
            <a:pPr marL="171450" indent="-171450" algn="l">
              <a:spcAft>
                <a:spcPts val="0"/>
              </a:spcAft>
              <a:buFont typeface="Arial" panose="020B0604020202020204" pitchFamily="34" charset="0"/>
              <a:buChar char="•"/>
            </a:pPr>
            <a:r>
              <a:rPr lang="en-US" sz="1100"/>
              <a:t>TPO specialist </a:t>
            </a:r>
            <a:r>
              <a:rPr lang="en-US" sz="1100" b="1"/>
              <a:t>manually submits AUR</a:t>
            </a:r>
            <a:r>
              <a:rPr lang="en-US" sz="1100"/>
              <a:t> into Atlantis.</a:t>
            </a:r>
          </a:p>
          <a:p>
            <a:pPr algn="l">
              <a:spcAft>
                <a:spcPts val="0"/>
              </a:spcAft>
            </a:pPr>
            <a:r>
              <a:rPr lang="en-US" sz="1100"/>
              <a:t>  </a:t>
            </a:r>
          </a:p>
          <a:p>
            <a:pPr algn="l"/>
            <a:r>
              <a:rPr lang="en-US" sz="1100" b="1">
                <a:solidFill>
                  <a:schemeClr val="tx2"/>
                </a:solidFill>
              </a:rPr>
              <a:t>Future State: </a:t>
            </a:r>
          </a:p>
          <a:p>
            <a:pPr marL="171450" indent="-171450" algn="l">
              <a:spcAft>
                <a:spcPts val="0"/>
              </a:spcAft>
              <a:buFont typeface="Arial" panose="020B0604020202020204" pitchFamily="34" charset="0"/>
              <a:buChar char="•"/>
            </a:pPr>
            <a:r>
              <a:rPr lang="en-US" sz="1100" b="1"/>
              <a:t>End-to-end ownership</a:t>
            </a:r>
            <a:r>
              <a:rPr lang="en-US" sz="1100"/>
              <a:t> of the </a:t>
            </a:r>
            <a:r>
              <a:rPr lang="en-US" sz="1100" b="1"/>
              <a:t>ATC upload process </a:t>
            </a:r>
            <a:r>
              <a:rPr lang="en-US" sz="1100"/>
              <a:t>including data transformation and validation</a:t>
            </a:r>
            <a:endParaRPr lang="en-US" sz="1100" b="1"/>
          </a:p>
          <a:p>
            <a:pPr marL="171450" indent="-171450" algn="l">
              <a:spcAft>
                <a:spcPts val="0"/>
              </a:spcAft>
              <a:buFont typeface="Arial" panose="020B0604020202020204" pitchFamily="34" charset="0"/>
              <a:buChar char="•"/>
            </a:pPr>
            <a:r>
              <a:rPr lang="en-US" sz="1100"/>
              <a:t>Automated workflow enabling TPO specialist to </a:t>
            </a:r>
            <a:r>
              <a:rPr lang="en-US" sz="1100" b="1"/>
              <a:t>AUR</a:t>
            </a:r>
            <a:r>
              <a:rPr lang="en-US" sz="1100"/>
              <a:t> request in real time (under discussion)</a:t>
            </a:r>
          </a:p>
          <a:p>
            <a:pPr algn="l">
              <a:spcAft>
                <a:spcPts val="0"/>
              </a:spcAft>
            </a:pPr>
            <a:endParaRPr lang="en-US" sz="1100"/>
          </a:p>
          <a:p>
            <a:pPr algn="l"/>
            <a:r>
              <a:rPr lang="en-US" sz="1100" b="1">
                <a:solidFill>
                  <a:schemeClr val="tx2"/>
                </a:solidFill>
              </a:rPr>
              <a:t>Business Impact:</a:t>
            </a:r>
            <a:r>
              <a:rPr lang="en-US" sz="1100">
                <a:solidFill>
                  <a:schemeClr val="tx2"/>
                </a:solidFill>
              </a:rPr>
              <a:t> </a:t>
            </a:r>
          </a:p>
          <a:p>
            <a:pPr marL="171450" indent="-171450" algn="l">
              <a:spcAft>
                <a:spcPts val="0"/>
              </a:spcAft>
              <a:buFont typeface="Arial" panose="020B0604020202020204" pitchFamily="34" charset="0"/>
              <a:buChar char="•"/>
            </a:pPr>
            <a:r>
              <a:rPr lang="en-US" sz="1100"/>
              <a:t>Reduce ATC update turnaround time from </a:t>
            </a:r>
            <a:r>
              <a:rPr lang="en-US" sz="1100" b="1"/>
              <a:t>7 days to ~24 hours</a:t>
            </a:r>
            <a:r>
              <a:rPr lang="en-US" sz="1100"/>
              <a:t>.</a:t>
            </a:r>
          </a:p>
          <a:p>
            <a:pPr marL="171450" indent="-171450" algn="l">
              <a:spcAft>
                <a:spcPts val="0"/>
              </a:spcAft>
              <a:buFont typeface="Arial" panose="020B0604020202020204" pitchFamily="34" charset="0"/>
              <a:buChar char="•"/>
            </a:pPr>
            <a:r>
              <a:rPr lang="en-US" sz="1100"/>
              <a:t>Eliminate </a:t>
            </a:r>
            <a:r>
              <a:rPr lang="en-US" sz="1100" b="1"/>
              <a:t>manual intervention</a:t>
            </a:r>
            <a:r>
              <a:rPr lang="en-US" sz="1100"/>
              <a:t>, improving process efficiency and data accuracy.</a:t>
            </a:r>
          </a:p>
        </p:txBody>
      </p:sp>
      <p:sp>
        <p:nvSpPr>
          <p:cNvPr id="32" name="Oval 31">
            <a:extLst>
              <a:ext uri="{FF2B5EF4-FFF2-40B4-BE49-F238E27FC236}">
                <a16:creationId xmlns:a16="http://schemas.microsoft.com/office/drawing/2014/main" id="{9A612AB0-BECA-C721-8A90-0744280FBFDB}"/>
              </a:ext>
            </a:extLst>
          </p:cNvPr>
          <p:cNvSpPr/>
          <p:nvPr/>
        </p:nvSpPr>
        <p:spPr>
          <a:xfrm>
            <a:off x="823749" y="1618301"/>
            <a:ext cx="492063" cy="4920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DF8EA07-D1FB-CB04-C3B6-FB171DCBA570}"/>
              </a:ext>
            </a:extLst>
          </p:cNvPr>
          <p:cNvSpPr/>
          <p:nvPr/>
        </p:nvSpPr>
        <p:spPr>
          <a:xfrm>
            <a:off x="4282190" y="1524000"/>
            <a:ext cx="3600000" cy="4724400"/>
          </a:xfrm>
          <a:prstGeom prst="rect">
            <a:avLst/>
          </a:prstGeom>
          <a:no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DEE57B07-A9E7-6217-718B-8CD73787B84D}"/>
              </a:ext>
            </a:extLst>
          </p:cNvPr>
          <p:cNvGrpSpPr/>
          <p:nvPr/>
        </p:nvGrpSpPr>
        <p:grpSpPr>
          <a:xfrm>
            <a:off x="4494261" y="1780819"/>
            <a:ext cx="3599999" cy="3051618"/>
            <a:chOff x="3481349" y="2089853"/>
            <a:chExt cx="2617199" cy="3051618"/>
          </a:xfrm>
        </p:grpSpPr>
        <p:sp>
          <p:nvSpPr>
            <p:cNvPr id="35" name="TextBox 34">
              <a:extLst>
                <a:ext uri="{FF2B5EF4-FFF2-40B4-BE49-F238E27FC236}">
                  <a16:creationId xmlns:a16="http://schemas.microsoft.com/office/drawing/2014/main" id="{1DD59C21-A8F2-6349-5905-08F787A6A877}"/>
                </a:ext>
              </a:extLst>
            </p:cNvPr>
            <p:cNvSpPr txBox="1"/>
            <p:nvPr/>
          </p:nvSpPr>
          <p:spPr>
            <a:xfrm>
              <a:off x="3481349" y="2089853"/>
              <a:ext cx="2617199" cy="215444"/>
            </a:xfrm>
            <a:prstGeom prst="rect">
              <a:avLst/>
            </a:prstGeom>
            <a:noFill/>
          </p:spPr>
          <p:txBody>
            <a:bodyPr wrap="square" lIns="0" tIns="0" rIns="0" bIns="0" rtlCol="0">
              <a:spAutoFit/>
            </a:bodyPr>
            <a:lstStyle/>
            <a:p>
              <a:pPr algn="ctr">
                <a:spcAft>
                  <a:spcPts val="0"/>
                </a:spcAft>
              </a:pPr>
              <a:r>
                <a:rPr lang="en-IN" sz="1400" b="1">
                  <a:solidFill>
                    <a:schemeClr val="tx2"/>
                  </a:solidFill>
                </a:rPr>
                <a:t>User Feedback Feature</a:t>
              </a:r>
            </a:p>
          </p:txBody>
        </p:sp>
        <p:sp>
          <p:nvSpPr>
            <p:cNvPr id="36" name="TextBox 35">
              <a:extLst>
                <a:ext uri="{FF2B5EF4-FFF2-40B4-BE49-F238E27FC236}">
                  <a16:creationId xmlns:a16="http://schemas.microsoft.com/office/drawing/2014/main" id="{7F99391A-BB2C-FE1B-CEA5-A792400587AD}"/>
                </a:ext>
              </a:extLst>
            </p:cNvPr>
            <p:cNvSpPr txBox="1"/>
            <p:nvPr/>
          </p:nvSpPr>
          <p:spPr>
            <a:xfrm>
              <a:off x="3503679" y="2725425"/>
              <a:ext cx="2304454" cy="2416046"/>
            </a:xfrm>
            <a:prstGeom prst="rect">
              <a:avLst/>
            </a:prstGeom>
            <a:noFill/>
          </p:spPr>
          <p:txBody>
            <a:bodyPr wrap="square" lIns="0" tIns="0" rIns="0" bIns="0" rtlCol="0">
              <a:spAutoFit/>
            </a:bodyPr>
            <a:lstStyle/>
            <a:p>
              <a:pPr marL="542925" indent="-92075"/>
              <a:endParaRPr lang="en-IN" sz="1100">
                <a:solidFill>
                  <a:schemeClr val="tx2"/>
                </a:solidFill>
              </a:endParaRPr>
            </a:p>
            <a:p>
              <a:pPr marL="542925" indent="-92075"/>
              <a:r>
                <a:rPr lang="en-IN" sz="1100">
                  <a:solidFill>
                    <a:schemeClr val="tx2"/>
                  </a:solidFill>
                </a:rPr>
                <a:t> </a:t>
              </a:r>
              <a:r>
                <a:rPr lang="en-IN" sz="1100" b="1">
                  <a:solidFill>
                    <a:schemeClr val="tx1"/>
                  </a:solidFill>
                </a:rPr>
                <a:t>User Input:</a:t>
              </a:r>
            </a:p>
            <a:p>
              <a:pPr marL="542925" rtl="0" eaLnBrk="1" fontAlgn="t" latinLnBrk="0" hangingPunct="1"/>
              <a:r>
                <a:rPr lang="en-IN" sz="1100">
                  <a:solidFill>
                    <a:schemeClr val="tx1"/>
                  </a:solidFill>
                </a:rPr>
                <a:t>Captures user feedback (Like/ Dislike) on OPTIX output and collects specific details on any identified inaccuracies.</a:t>
              </a:r>
            </a:p>
            <a:p>
              <a:pPr marL="542925" rtl="0" eaLnBrk="1" fontAlgn="t" latinLnBrk="0" hangingPunct="1"/>
              <a:endParaRPr lang="en-IN" sz="1100" b="1">
                <a:solidFill>
                  <a:schemeClr val="tx1"/>
                </a:solidFill>
              </a:endParaRPr>
            </a:p>
            <a:p>
              <a:pPr marL="542925" indent="-92075"/>
              <a:r>
                <a:rPr lang="en-IN" sz="1100" b="1">
                  <a:solidFill>
                    <a:schemeClr val="tx1"/>
                  </a:solidFill>
                </a:rPr>
                <a:t>Impact: </a:t>
              </a:r>
            </a:p>
            <a:p>
              <a:pPr marL="542925" indent="-92075">
                <a:spcAft>
                  <a:spcPts val="0"/>
                </a:spcAft>
                <a:buFont typeface="Arial" panose="020B0604020202020204" pitchFamily="34" charset="0"/>
                <a:buChar char="•"/>
              </a:pPr>
              <a:r>
                <a:rPr lang="en-IN" sz="1100">
                  <a:solidFill>
                    <a:schemeClr val="tx1"/>
                  </a:solidFill>
                </a:rPr>
                <a:t>Monthly OPTIX performance tracking</a:t>
              </a:r>
            </a:p>
            <a:p>
              <a:pPr marL="542925" indent="-92075">
                <a:spcAft>
                  <a:spcPts val="0"/>
                </a:spcAft>
                <a:buFont typeface="Arial" panose="020B0604020202020204" pitchFamily="34" charset="0"/>
                <a:buChar char="•"/>
              </a:pPr>
              <a:r>
                <a:rPr lang="en-IN" sz="1100">
                  <a:solidFill>
                    <a:schemeClr val="tx1"/>
                  </a:solidFill>
                </a:rPr>
                <a:t>Continuous improvement of code via feedback loop</a:t>
              </a:r>
            </a:p>
            <a:p>
              <a:pPr marL="542925" indent="-92075">
                <a:spcAft>
                  <a:spcPts val="0"/>
                </a:spcAft>
                <a:buFont typeface="Arial" panose="020B0604020202020204" pitchFamily="34" charset="0"/>
                <a:buChar char="•"/>
              </a:pPr>
              <a:r>
                <a:rPr lang="en-IN" sz="1100">
                  <a:solidFill>
                    <a:schemeClr val="tx1"/>
                  </a:solidFill>
                </a:rPr>
                <a:t>Enhanced user experience and output quality</a:t>
              </a:r>
            </a:p>
          </p:txBody>
        </p:sp>
      </p:grpSp>
      <p:sp>
        <p:nvSpPr>
          <p:cNvPr id="37" name="TextBox 36">
            <a:extLst>
              <a:ext uri="{FF2B5EF4-FFF2-40B4-BE49-F238E27FC236}">
                <a16:creationId xmlns:a16="http://schemas.microsoft.com/office/drawing/2014/main" id="{10728165-B7DA-03A0-B6DC-DDEBB0FB4705}"/>
              </a:ext>
            </a:extLst>
          </p:cNvPr>
          <p:cNvSpPr txBox="1"/>
          <p:nvPr/>
        </p:nvSpPr>
        <p:spPr>
          <a:xfrm>
            <a:off x="8154861" y="1613761"/>
            <a:ext cx="3543301" cy="363818"/>
          </a:xfrm>
          <a:prstGeom prst="rect">
            <a:avLst/>
          </a:prstGeom>
          <a:noFill/>
        </p:spPr>
        <p:txBody>
          <a:bodyPr wrap="square" lIns="0" tIns="0" rIns="0" bIns="0" rtlCol="0">
            <a:spAutoFit/>
          </a:bodyPr>
          <a:lstStyle/>
          <a:p>
            <a:pPr algn="ctr">
              <a:lnSpc>
                <a:spcPct val="200000"/>
              </a:lnSpc>
            </a:pPr>
            <a:r>
              <a:rPr lang="en-IN" sz="1400" b="1">
                <a:solidFill>
                  <a:schemeClr val="tx2"/>
                </a:solidFill>
                <a:latin typeface="Segoe UI"/>
              </a:rPr>
              <a:t>Deployment Details</a:t>
            </a:r>
          </a:p>
        </p:txBody>
      </p:sp>
      <p:sp>
        <p:nvSpPr>
          <p:cNvPr id="38" name="Rectangle 37">
            <a:extLst>
              <a:ext uri="{FF2B5EF4-FFF2-40B4-BE49-F238E27FC236}">
                <a16:creationId xmlns:a16="http://schemas.microsoft.com/office/drawing/2014/main" id="{6BA49043-2ED7-A6B2-1604-AA6CCF773BF1}"/>
              </a:ext>
            </a:extLst>
          </p:cNvPr>
          <p:cNvSpPr/>
          <p:nvPr/>
        </p:nvSpPr>
        <p:spPr>
          <a:xfrm>
            <a:off x="7992880" y="1509435"/>
            <a:ext cx="3600000" cy="4732600"/>
          </a:xfrm>
          <a:prstGeom prst="rect">
            <a:avLst/>
          </a:prstGeom>
          <a:noFill/>
          <a:ln w="12700">
            <a:solidFill>
              <a:schemeClr val="bg1">
                <a:lumMod val="8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B8C75A8-F4D3-F1B6-9023-F0EE284AEDEC}"/>
              </a:ext>
            </a:extLst>
          </p:cNvPr>
          <p:cNvSpPr txBox="1"/>
          <p:nvPr/>
        </p:nvSpPr>
        <p:spPr>
          <a:xfrm>
            <a:off x="8310721" y="2351163"/>
            <a:ext cx="3231582" cy="323165"/>
          </a:xfrm>
          <a:prstGeom prst="rect">
            <a:avLst/>
          </a:prstGeom>
          <a:noFill/>
        </p:spPr>
        <p:txBody>
          <a:bodyPr wrap="square" lIns="0" tIns="0" rIns="0" bIns="0" rtlCol="0">
            <a:spAutoFit/>
          </a:bodyPr>
          <a:lstStyle/>
          <a:p>
            <a:pPr algn="ctr">
              <a:spcAft>
                <a:spcPts val="0"/>
              </a:spcAft>
            </a:pPr>
            <a:r>
              <a:rPr lang="en-IN" sz="1050">
                <a:solidFill>
                  <a:schemeClr val="tx1"/>
                </a:solidFill>
              </a:rPr>
              <a:t>Ongoing server deployment and environment setup in collaboration with Chuck</a:t>
            </a:r>
          </a:p>
        </p:txBody>
      </p:sp>
      <p:sp>
        <p:nvSpPr>
          <p:cNvPr id="41" name="Oval 40">
            <a:extLst>
              <a:ext uri="{FF2B5EF4-FFF2-40B4-BE49-F238E27FC236}">
                <a16:creationId xmlns:a16="http://schemas.microsoft.com/office/drawing/2014/main" id="{2F1D4ECB-E150-0202-C4DF-F9174A2B4CB2}"/>
              </a:ext>
            </a:extLst>
          </p:cNvPr>
          <p:cNvSpPr/>
          <p:nvPr/>
        </p:nvSpPr>
        <p:spPr>
          <a:xfrm>
            <a:off x="8289501" y="1618757"/>
            <a:ext cx="492063" cy="4920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 10">
            <a:extLst>
              <a:ext uri="{FF2B5EF4-FFF2-40B4-BE49-F238E27FC236}">
                <a16:creationId xmlns:a16="http://schemas.microsoft.com/office/drawing/2014/main" id="{08E25841-A08F-964B-765D-21DDFD265359}"/>
              </a:ext>
            </a:extLst>
          </p:cNvPr>
          <p:cNvSpPr/>
          <p:nvPr/>
        </p:nvSpPr>
        <p:spPr>
          <a:xfrm>
            <a:off x="9515349" y="4281166"/>
            <a:ext cx="2020824" cy="356616"/>
          </a:xfrm>
          <a:prstGeom prst="rect">
            <a:avLst/>
          </a:prstGeom>
          <a:noFill/>
          <a:ln/>
        </p:spPr>
        <p:txBody>
          <a:bodyPr wrap="square" lIns="0" tIns="101600" rIns="0" bIns="0" rtlCol="0" anchor="ctr"/>
          <a:lstStyle/>
          <a:p>
            <a:pPr marL="0" marR="0" lvl="0" indent="0" algn="l" defTabSz="91440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0" normalizeH="0" baseline="0" noProof="0">
              <a:ln>
                <a:noFill/>
              </a:ln>
              <a:solidFill>
                <a:schemeClr val="bg1"/>
              </a:solidFill>
              <a:effectLst/>
              <a:uLnTx/>
              <a:uFillTx/>
              <a:latin typeface="FedEx Sans Regular"/>
              <a:ea typeface="FedEx Sans Light" panose="020B0403020203020204" pitchFamily="34" charset="0"/>
              <a:cs typeface="FedEx Sans Light" panose="020B0403020203020204" pitchFamily="34" charset="0"/>
            </a:endParaRPr>
          </a:p>
        </p:txBody>
      </p:sp>
      <p:sp>
        <p:nvSpPr>
          <p:cNvPr id="48" name="Oval 47">
            <a:extLst>
              <a:ext uri="{FF2B5EF4-FFF2-40B4-BE49-F238E27FC236}">
                <a16:creationId xmlns:a16="http://schemas.microsoft.com/office/drawing/2014/main" id="{39D66F5B-F098-15DA-E6E9-73980FB03D3C}"/>
              </a:ext>
            </a:extLst>
          </p:cNvPr>
          <p:cNvSpPr/>
          <p:nvPr/>
        </p:nvSpPr>
        <p:spPr>
          <a:xfrm>
            <a:off x="10334803" y="3805127"/>
            <a:ext cx="198000" cy="198000"/>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7D53EDC5-D8DF-E449-3BEA-7CF0F14D3D85}"/>
              </a:ext>
            </a:extLst>
          </p:cNvPr>
          <p:cNvSpPr txBox="1"/>
          <p:nvPr/>
        </p:nvSpPr>
        <p:spPr>
          <a:xfrm>
            <a:off x="10649635" y="4148125"/>
            <a:ext cx="659598" cy="338554"/>
          </a:xfrm>
          <a:prstGeom prst="rect">
            <a:avLst/>
          </a:prstGeom>
          <a:noFill/>
        </p:spPr>
        <p:txBody>
          <a:bodyPr wrap="square" lIns="0" tIns="0" rIns="0" bIns="0" rtlCol="0">
            <a:spAutoFit/>
          </a:bodyPr>
          <a:lstStyle/>
          <a:p>
            <a:pPr algn="l">
              <a:spcAft>
                <a:spcPts val="0"/>
              </a:spcAft>
            </a:pPr>
            <a:r>
              <a:rPr lang="en-US" sz="1100" b="1">
                <a:solidFill>
                  <a:srgbClr val="E45528"/>
                </a:solidFill>
              </a:rPr>
              <a:t>I</a:t>
            </a:r>
            <a:r>
              <a:rPr lang="en-US" sz="1100" b="1" kern="1200">
                <a:solidFill>
                  <a:srgbClr val="E45528"/>
                </a:solidFill>
                <a:latin typeface="+mn-lt"/>
                <a:ea typeface="+mn-ea"/>
                <a:cs typeface="+mn-cs"/>
              </a:rPr>
              <a:t>n</a:t>
            </a:r>
            <a:r>
              <a:rPr lang="en-US" sz="1100" b="1">
                <a:solidFill>
                  <a:srgbClr val="E45528"/>
                </a:solidFill>
              </a:rPr>
              <a:t> </a:t>
            </a:r>
            <a:r>
              <a:rPr lang="en-US" sz="1100" b="1" kern="1200">
                <a:solidFill>
                  <a:srgbClr val="E45528"/>
                </a:solidFill>
                <a:latin typeface="+mn-lt"/>
                <a:ea typeface="+mn-ea"/>
                <a:cs typeface="+mn-cs"/>
              </a:rPr>
              <a:t>progress</a:t>
            </a:r>
          </a:p>
        </p:txBody>
      </p:sp>
      <p:sp>
        <p:nvSpPr>
          <p:cNvPr id="50" name="Oval 49">
            <a:extLst>
              <a:ext uri="{FF2B5EF4-FFF2-40B4-BE49-F238E27FC236}">
                <a16:creationId xmlns:a16="http://schemas.microsoft.com/office/drawing/2014/main" id="{E279F624-E54B-948A-9E71-3546B886FFCF}"/>
              </a:ext>
            </a:extLst>
          </p:cNvPr>
          <p:cNvSpPr/>
          <p:nvPr/>
        </p:nvSpPr>
        <p:spPr>
          <a:xfrm>
            <a:off x="10334803" y="4201011"/>
            <a:ext cx="198000" cy="198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6163A691-9410-183F-CA9E-6881BBE0A0C6}"/>
              </a:ext>
            </a:extLst>
          </p:cNvPr>
          <p:cNvSpPr/>
          <p:nvPr/>
        </p:nvSpPr>
        <p:spPr>
          <a:xfrm>
            <a:off x="10334803" y="5046953"/>
            <a:ext cx="198000" cy="19800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52" name="TextBox 51">
            <a:extLst>
              <a:ext uri="{FF2B5EF4-FFF2-40B4-BE49-F238E27FC236}">
                <a16:creationId xmlns:a16="http://schemas.microsoft.com/office/drawing/2014/main" id="{06C38880-0726-3715-178A-43EF9E183DCD}"/>
              </a:ext>
            </a:extLst>
          </p:cNvPr>
          <p:cNvSpPr txBox="1"/>
          <p:nvPr/>
        </p:nvSpPr>
        <p:spPr>
          <a:xfrm>
            <a:off x="10642924" y="5039745"/>
            <a:ext cx="659598" cy="169277"/>
          </a:xfrm>
          <a:prstGeom prst="rect">
            <a:avLst/>
          </a:prstGeom>
          <a:noFill/>
        </p:spPr>
        <p:txBody>
          <a:bodyPr wrap="square" lIns="0" tIns="0" rIns="0" bIns="0" rtlCol="0">
            <a:spAutoFit/>
          </a:bodyPr>
          <a:lstStyle/>
          <a:p>
            <a:pPr algn="l">
              <a:spcAft>
                <a:spcPts val="0"/>
              </a:spcAft>
            </a:pPr>
            <a:r>
              <a:rPr lang="en-US" sz="1100" b="1">
                <a:solidFill>
                  <a:srgbClr val="FFC000"/>
                </a:solidFill>
              </a:rPr>
              <a:t>TBD</a:t>
            </a:r>
            <a:endParaRPr lang="en-US" sz="1100" b="1" kern="1200">
              <a:solidFill>
                <a:srgbClr val="FFC000"/>
              </a:solidFill>
              <a:latin typeface="+mn-lt"/>
              <a:ea typeface="+mn-ea"/>
              <a:cs typeface="+mn-cs"/>
            </a:endParaRPr>
          </a:p>
        </p:txBody>
      </p:sp>
      <p:sp>
        <p:nvSpPr>
          <p:cNvPr id="53" name="Oval 52">
            <a:extLst>
              <a:ext uri="{FF2B5EF4-FFF2-40B4-BE49-F238E27FC236}">
                <a16:creationId xmlns:a16="http://schemas.microsoft.com/office/drawing/2014/main" id="{D57C3F5B-34BE-1E76-7EF8-F8A400B16052}"/>
              </a:ext>
            </a:extLst>
          </p:cNvPr>
          <p:cNvSpPr/>
          <p:nvPr/>
        </p:nvSpPr>
        <p:spPr>
          <a:xfrm>
            <a:off x="10334803" y="3383996"/>
            <a:ext cx="198000" cy="198000"/>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A41357F0-AB2C-74C1-105C-0AEECD7D074A}"/>
              </a:ext>
            </a:extLst>
          </p:cNvPr>
          <p:cNvSpPr txBox="1"/>
          <p:nvPr/>
        </p:nvSpPr>
        <p:spPr>
          <a:xfrm>
            <a:off x="10649636" y="3365744"/>
            <a:ext cx="946047" cy="198644"/>
          </a:xfrm>
          <a:prstGeom prst="rect">
            <a:avLst/>
          </a:prstGeom>
          <a:noFill/>
        </p:spPr>
        <p:txBody>
          <a:bodyPr wrap="square" lIns="0" tIns="0" rIns="0" bIns="0" rtlCol="0">
            <a:spAutoFit/>
          </a:bodyPr>
          <a:lstStyle/>
          <a:p>
            <a:pPr algn="l">
              <a:lnSpc>
                <a:spcPct val="130000"/>
              </a:lnSpc>
            </a:pPr>
            <a:r>
              <a:rPr lang="en-US" sz="1100">
                <a:solidFill>
                  <a:srgbClr val="00B050"/>
                </a:solidFill>
              </a:rPr>
              <a:t>Completed</a:t>
            </a:r>
          </a:p>
        </p:txBody>
      </p:sp>
      <p:cxnSp>
        <p:nvCxnSpPr>
          <p:cNvPr id="55" name="Straight Connector 54">
            <a:extLst>
              <a:ext uri="{FF2B5EF4-FFF2-40B4-BE49-F238E27FC236}">
                <a16:creationId xmlns:a16="http://schemas.microsoft.com/office/drawing/2014/main" id="{526EF6BF-E427-19BA-06B5-517EF5E60996}"/>
              </a:ext>
            </a:extLst>
          </p:cNvPr>
          <p:cNvCxnSpPr>
            <a:cxnSpLocks/>
          </p:cNvCxnSpPr>
          <p:nvPr/>
        </p:nvCxnSpPr>
        <p:spPr>
          <a:xfrm flipV="1">
            <a:off x="582770" y="2243198"/>
            <a:ext cx="3600000" cy="6365"/>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3A4DFEE8-3B52-EB9B-0894-080B672BE35D}"/>
              </a:ext>
            </a:extLst>
          </p:cNvPr>
          <p:cNvCxnSpPr>
            <a:cxnSpLocks/>
          </p:cNvCxnSpPr>
          <p:nvPr/>
        </p:nvCxnSpPr>
        <p:spPr>
          <a:xfrm flipV="1">
            <a:off x="4283559" y="2243198"/>
            <a:ext cx="3600000" cy="6365"/>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508629B-4037-739E-AE1B-2070C9684F06}"/>
              </a:ext>
            </a:extLst>
          </p:cNvPr>
          <p:cNvCxnSpPr>
            <a:cxnSpLocks/>
          </p:cNvCxnSpPr>
          <p:nvPr/>
        </p:nvCxnSpPr>
        <p:spPr>
          <a:xfrm flipV="1">
            <a:off x="7997510" y="2240764"/>
            <a:ext cx="3606640" cy="160"/>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58" name="Graphic 57" descr="Thumbs up sign outline">
            <a:extLst>
              <a:ext uri="{FF2B5EF4-FFF2-40B4-BE49-F238E27FC236}">
                <a16:creationId xmlns:a16="http://schemas.microsoft.com/office/drawing/2014/main" id="{754A5091-9A84-174D-1E42-D734DC40A8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a:off x="4681868" y="2823624"/>
            <a:ext cx="263652" cy="263652"/>
          </a:xfrm>
          <a:prstGeom prst="rect">
            <a:avLst/>
          </a:prstGeom>
        </p:spPr>
      </p:pic>
      <p:pic>
        <p:nvPicPr>
          <p:cNvPr id="59" name="Graphic 58" descr="Thumbs up sign outline">
            <a:extLst>
              <a:ext uri="{FF2B5EF4-FFF2-40B4-BE49-F238E27FC236}">
                <a16:creationId xmlns:a16="http://schemas.microsoft.com/office/drawing/2014/main" id="{C41D9E7D-5E45-DAB5-BE36-4BBE6BEFF95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70533" y="2665536"/>
            <a:ext cx="263652" cy="312502"/>
          </a:xfrm>
          <a:prstGeom prst="rect">
            <a:avLst/>
          </a:prstGeom>
        </p:spPr>
      </p:pic>
      <p:sp>
        <p:nvSpPr>
          <p:cNvPr id="60" name="TextBox 59">
            <a:extLst>
              <a:ext uri="{FF2B5EF4-FFF2-40B4-BE49-F238E27FC236}">
                <a16:creationId xmlns:a16="http://schemas.microsoft.com/office/drawing/2014/main" id="{89C8A4CC-2FE8-D5CC-4BE9-2E127B9779CC}"/>
              </a:ext>
            </a:extLst>
          </p:cNvPr>
          <p:cNvSpPr txBox="1"/>
          <p:nvPr/>
        </p:nvSpPr>
        <p:spPr>
          <a:xfrm>
            <a:off x="10649635" y="3798593"/>
            <a:ext cx="946047" cy="198644"/>
          </a:xfrm>
          <a:prstGeom prst="rect">
            <a:avLst/>
          </a:prstGeom>
          <a:noFill/>
        </p:spPr>
        <p:txBody>
          <a:bodyPr wrap="square" lIns="0" tIns="0" rIns="0" bIns="0" rtlCol="0">
            <a:spAutoFit/>
          </a:bodyPr>
          <a:lstStyle/>
          <a:p>
            <a:pPr algn="l">
              <a:lnSpc>
                <a:spcPct val="130000"/>
              </a:lnSpc>
            </a:pPr>
            <a:r>
              <a:rPr lang="en-US" sz="1100">
                <a:solidFill>
                  <a:srgbClr val="00B050"/>
                </a:solidFill>
              </a:rPr>
              <a:t>Completed</a:t>
            </a:r>
          </a:p>
        </p:txBody>
      </p:sp>
      <p:sp>
        <p:nvSpPr>
          <p:cNvPr id="61" name="Oval 60">
            <a:extLst>
              <a:ext uri="{FF2B5EF4-FFF2-40B4-BE49-F238E27FC236}">
                <a16:creationId xmlns:a16="http://schemas.microsoft.com/office/drawing/2014/main" id="{E40B9F73-8748-F2EE-7802-C7058B201413}"/>
              </a:ext>
            </a:extLst>
          </p:cNvPr>
          <p:cNvSpPr/>
          <p:nvPr/>
        </p:nvSpPr>
        <p:spPr>
          <a:xfrm>
            <a:off x="10334803" y="4608803"/>
            <a:ext cx="198000" cy="19800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14202D4D-6709-8AA4-A41B-E22C5B592424}"/>
              </a:ext>
            </a:extLst>
          </p:cNvPr>
          <p:cNvSpPr txBox="1"/>
          <p:nvPr/>
        </p:nvSpPr>
        <p:spPr>
          <a:xfrm>
            <a:off x="10636574" y="4639695"/>
            <a:ext cx="659598" cy="169277"/>
          </a:xfrm>
          <a:prstGeom prst="rect">
            <a:avLst/>
          </a:prstGeom>
          <a:noFill/>
        </p:spPr>
        <p:txBody>
          <a:bodyPr wrap="square" lIns="0" tIns="0" rIns="0" bIns="0" rtlCol="0">
            <a:spAutoFit/>
          </a:bodyPr>
          <a:lstStyle/>
          <a:p>
            <a:pPr algn="l">
              <a:spcAft>
                <a:spcPts val="0"/>
              </a:spcAft>
            </a:pPr>
            <a:r>
              <a:rPr lang="en-US" sz="1100" b="1">
                <a:solidFill>
                  <a:srgbClr val="FFC000"/>
                </a:solidFill>
              </a:rPr>
              <a:t>TBD</a:t>
            </a:r>
            <a:endParaRPr lang="en-US" sz="1100" b="1" kern="1200">
              <a:solidFill>
                <a:srgbClr val="FFC000"/>
              </a:solidFill>
              <a:latin typeface="+mn-lt"/>
              <a:ea typeface="+mn-ea"/>
              <a:cs typeface="+mn-cs"/>
            </a:endParaRPr>
          </a:p>
        </p:txBody>
      </p:sp>
      <p:sp>
        <p:nvSpPr>
          <p:cNvPr id="64" name="Oval 63">
            <a:extLst>
              <a:ext uri="{FF2B5EF4-FFF2-40B4-BE49-F238E27FC236}">
                <a16:creationId xmlns:a16="http://schemas.microsoft.com/office/drawing/2014/main" id="{30A82ED1-CFAB-822D-73C4-DD5F423431E9}"/>
              </a:ext>
            </a:extLst>
          </p:cNvPr>
          <p:cNvSpPr/>
          <p:nvPr/>
        </p:nvSpPr>
        <p:spPr>
          <a:xfrm>
            <a:off x="4528080" y="1618301"/>
            <a:ext cx="492063" cy="4920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7" name="Picture 66">
            <a:extLst>
              <a:ext uri="{FF2B5EF4-FFF2-40B4-BE49-F238E27FC236}">
                <a16:creationId xmlns:a16="http://schemas.microsoft.com/office/drawing/2014/main" id="{E41B4F2A-C6DC-6F84-8A33-A3F1928B5BB2}"/>
              </a:ext>
            </a:extLst>
          </p:cNvPr>
          <p:cNvPicPr>
            <a:picLocks noChangeAspect="1"/>
          </p:cNvPicPr>
          <p:nvPr/>
        </p:nvPicPr>
        <p:blipFill>
          <a:blip r:embed="rId5"/>
          <a:stretch>
            <a:fillRect/>
          </a:stretch>
        </p:blipFill>
        <p:spPr>
          <a:xfrm>
            <a:off x="4524976" y="3755033"/>
            <a:ext cx="363251" cy="312503"/>
          </a:xfrm>
          <a:prstGeom prst="rect">
            <a:avLst/>
          </a:prstGeom>
        </p:spPr>
      </p:pic>
      <p:sp>
        <p:nvSpPr>
          <p:cNvPr id="68" name="TextBox 67">
            <a:extLst>
              <a:ext uri="{FF2B5EF4-FFF2-40B4-BE49-F238E27FC236}">
                <a16:creationId xmlns:a16="http://schemas.microsoft.com/office/drawing/2014/main" id="{FE618C12-A3CB-731F-0E51-29B0C6946FCE}"/>
              </a:ext>
            </a:extLst>
          </p:cNvPr>
          <p:cNvSpPr txBox="1"/>
          <p:nvPr/>
        </p:nvSpPr>
        <p:spPr>
          <a:xfrm>
            <a:off x="3210734" y="1357639"/>
            <a:ext cx="994277" cy="202299"/>
          </a:xfrm>
          <a:prstGeom prst="rect">
            <a:avLst/>
          </a:prstGeom>
          <a:noFill/>
        </p:spPr>
        <p:txBody>
          <a:bodyPr wrap="square" lIns="0" tIns="0" rIns="0" bIns="0" rtlCol="0" anchor="t">
            <a:spAutoFit/>
          </a:bodyPr>
          <a:lstStyle/>
          <a:p>
            <a:pPr algn="l">
              <a:lnSpc>
                <a:spcPct val="130000"/>
              </a:lnSpc>
            </a:pPr>
            <a:r>
              <a:rPr lang="en-US" sz="1100" b="1">
                <a:solidFill>
                  <a:srgbClr val="4D148C"/>
                </a:solidFill>
                <a:latin typeface="FedEx Sans"/>
              </a:rPr>
              <a:t>Live by Jul’26</a:t>
            </a:r>
            <a:endParaRPr lang="en-US" sz="1100" b="1" i="0">
              <a:solidFill>
                <a:srgbClr val="4D148C"/>
              </a:solidFill>
              <a:latin typeface="FedEx Sans" panose="020B0603020203020204" pitchFamily="34" charset="0"/>
              <a:ea typeface="FedEx Sans" panose="020B0603020203020204" pitchFamily="34" charset="0"/>
              <a:cs typeface="FedEx Sans" panose="020B0603020203020204" pitchFamily="34" charset="0"/>
            </a:endParaRPr>
          </a:p>
        </p:txBody>
      </p:sp>
      <p:sp>
        <p:nvSpPr>
          <p:cNvPr id="69" name="TextBox 68">
            <a:extLst>
              <a:ext uri="{FF2B5EF4-FFF2-40B4-BE49-F238E27FC236}">
                <a16:creationId xmlns:a16="http://schemas.microsoft.com/office/drawing/2014/main" id="{3838F67A-E3D7-156B-8C80-138B5A87DCD8}"/>
              </a:ext>
            </a:extLst>
          </p:cNvPr>
          <p:cNvSpPr txBox="1"/>
          <p:nvPr/>
        </p:nvSpPr>
        <p:spPr>
          <a:xfrm>
            <a:off x="6865593" y="1326285"/>
            <a:ext cx="994277" cy="202299"/>
          </a:xfrm>
          <a:prstGeom prst="rect">
            <a:avLst/>
          </a:prstGeom>
          <a:noFill/>
        </p:spPr>
        <p:txBody>
          <a:bodyPr wrap="square" lIns="0" tIns="0" rIns="0" bIns="0" rtlCol="0" anchor="t">
            <a:spAutoFit/>
          </a:bodyPr>
          <a:lstStyle/>
          <a:p>
            <a:pPr algn="l">
              <a:lnSpc>
                <a:spcPct val="130000"/>
              </a:lnSpc>
            </a:pPr>
            <a:r>
              <a:rPr lang="en-US" sz="1100" b="1">
                <a:solidFill>
                  <a:srgbClr val="4D148C"/>
                </a:solidFill>
                <a:latin typeface="FedEx Sans"/>
              </a:rPr>
              <a:t>Live by Jul’26</a:t>
            </a:r>
            <a:endParaRPr lang="en-US" sz="1100" b="1" i="0">
              <a:solidFill>
                <a:srgbClr val="4D148C"/>
              </a:solidFill>
              <a:latin typeface="FedEx Sans" panose="020B0603020203020204" pitchFamily="34" charset="0"/>
              <a:ea typeface="FedEx Sans" panose="020B0603020203020204" pitchFamily="34" charset="0"/>
              <a:cs typeface="FedEx Sans" panose="020B0603020203020204" pitchFamily="34" charset="0"/>
            </a:endParaRPr>
          </a:p>
        </p:txBody>
      </p:sp>
      <p:sp>
        <p:nvSpPr>
          <p:cNvPr id="70" name="TextBox 69">
            <a:extLst>
              <a:ext uri="{FF2B5EF4-FFF2-40B4-BE49-F238E27FC236}">
                <a16:creationId xmlns:a16="http://schemas.microsoft.com/office/drawing/2014/main" id="{6C13AB52-3BAA-14EF-3CDD-4CF0F636DAE3}"/>
              </a:ext>
            </a:extLst>
          </p:cNvPr>
          <p:cNvSpPr txBox="1"/>
          <p:nvPr/>
        </p:nvSpPr>
        <p:spPr>
          <a:xfrm>
            <a:off x="10543309" y="1264771"/>
            <a:ext cx="1284993" cy="198644"/>
          </a:xfrm>
          <a:prstGeom prst="rect">
            <a:avLst/>
          </a:prstGeom>
          <a:noFill/>
        </p:spPr>
        <p:txBody>
          <a:bodyPr wrap="square" lIns="0" tIns="0" rIns="0" bIns="0" rtlCol="0" anchor="t">
            <a:spAutoFit/>
          </a:bodyPr>
          <a:lstStyle/>
          <a:p>
            <a:pPr algn="l">
              <a:lnSpc>
                <a:spcPct val="130000"/>
              </a:lnSpc>
            </a:pPr>
            <a:r>
              <a:rPr lang="en-US" sz="1100" b="1">
                <a:solidFill>
                  <a:srgbClr val="4D148C"/>
                </a:solidFill>
                <a:latin typeface="FedEx Sans"/>
              </a:rPr>
              <a:t>Live by Aug’26</a:t>
            </a:r>
            <a:endParaRPr lang="en-US" sz="1100" b="1" i="0">
              <a:solidFill>
                <a:srgbClr val="4D148C"/>
              </a:solidFill>
              <a:latin typeface="FedEx Sans" panose="020B0603020203020204" pitchFamily="34" charset="0"/>
              <a:ea typeface="FedEx Sans" panose="020B0603020203020204" pitchFamily="34" charset="0"/>
              <a:cs typeface="FedEx Sans" panose="020B0603020203020204" pitchFamily="34" charset="0"/>
            </a:endParaRPr>
          </a:p>
        </p:txBody>
      </p:sp>
      <p:sp>
        <p:nvSpPr>
          <p:cNvPr id="71" name="TextBox 70">
            <a:extLst>
              <a:ext uri="{FF2B5EF4-FFF2-40B4-BE49-F238E27FC236}">
                <a16:creationId xmlns:a16="http://schemas.microsoft.com/office/drawing/2014/main" id="{540E726B-509E-21CD-C41A-6D14A5847FA0}"/>
              </a:ext>
            </a:extLst>
          </p:cNvPr>
          <p:cNvSpPr txBox="1"/>
          <p:nvPr/>
        </p:nvSpPr>
        <p:spPr>
          <a:xfrm>
            <a:off x="8011264" y="6400991"/>
            <a:ext cx="3634260" cy="380617"/>
          </a:xfrm>
          <a:prstGeom prst="rect">
            <a:avLst/>
          </a:prstGeom>
          <a:noFill/>
        </p:spPr>
        <p:txBody>
          <a:bodyPr wrap="square" lIns="0" tIns="0" rIns="0" bIns="0" rtlCol="0">
            <a:spAutoFit/>
          </a:bodyPr>
          <a:lstStyle/>
          <a:p>
            <a:pPr algn="l">
              <a:lnSpc>
                <a:spcPct val="130000"/>
              </a:lnSpc>
            </a:pPr>
            <a:r>
              <a:rPr lang="en-IN" sz="1000" b="1" i="0">
                <a:solidFill>
                  <a:schemeClr val="tx1"/>
                </a:solidFill>
                <a:latin typeface="FedEx Sans" panose="020B0603020203020204" pitchFamily="34" charset="0"/>
                <a:ea typeface="FedEx Sans" panose="020B0603020203020204" pitchFamily="34" charset="0"/>
                <a:cs typeface="FedEx Sans" panose="020B0603020203020204" pitchFamily="34" charset="0"/>
              </a:rPr>
              <a:t>Note:</a:t>
            </a:r>
            <a:r>
              <a:rPr lang="en-IN" sz="1000" b="0" i="0">
                <a:solidFill>
                  <a:schemeClr val="tx1"/>
                </a:solidFill>
                <a:latin typeface="FedEx Sans" panose="020B0603020203020204" pitchFamily="34" charset="0"/>
                <a:ea typeface="FedEx Sans" panose="020B0603020203020204" pitchFamily="34" charset="0"/>
                <a:cs typeface="FedEx Sans" panose="020B0603020203020204" pitchFamily="34" charset="0"/>
              </a:rPr>
              <a:t> </a:t>
            </a:r>
            <a:r>
              <a:rPr lang="en-US" sz="1000">
                <a:solidFill>
                  <a:schemeClr val="tx1"/>
                </a:solidFill>
              </a:rPr>
              <a:t>Code Deployment on Python Server is dependent on completion of First process.</a:t>
            </a:r>
          </a:p>
        </p:txBody>
      </p:sp>
      <p:pic>
        <p:nvPicPr>
          <p:cNvPr id="73" name="Graphic 72" descr="Document with solid fill">
            <a:extLst>
              <a:ext uri="{FF2B5EF4-FFF2-40B4-BE49-F238E27FC236}">
                <a16:creationId xmlns:a16="http://schemas.microsoft.com/office/drawing/2014/main" id="{70986D22-0604-B4B3-2EE2-127E7DBB582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3571" y="1671992"/>
            <a:ext cx="366861" cy="366861"/>
          </a:xfrm>
          <a:prstGeom prst="rect">
            <a:avLst/>
          </a:prstGeom>
        </p:spPr>
      </p:pic>
      <p:pic>
        <p:nvPicPr>
          <p:cNvPr id="3" name="Graphic 2" descr="Cloud Computing with solid fill">
            <a:extLst>
              <a:ext uri="{FF2B5EF4-FFF2-40B4-BE49-F238E27FC236}">
                <a16:creationId xmlns:a16="http://schemas.microsoft.com/office/drawing/2014/main" id="{90584DA0-FA93-D6C5-510A-241218737D8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79611" y="1719928"/>
            <a:ext cx="342900" cy="342900"/>
          </a:xfrm>
          <a:prstGeom prst="rect">
            <a:avLst/>
          </a:prstGeom>
        </p:spPr>
      </p:pic>
      <p:pic>
        <p:nvPicPr>
          <p:cNvPr id="5" name="Graphic 4" descr="Chat with solid fill">
            <a:extLst>
              <a:ext uri="{FF2B5EF4-FFF2-40B4-BE49-F238E27FC236}">
                <a16:creationId xmlns:a16="http://schemas.microsoft.com/office/drawing/2014/main" id="{CCAE5E3C-429D-27C1-660C-B819AF6FF0D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51809" y="1662458"/>
            <a:ext cx="444603" cy="444603"/>
          </a:xfrm>
          <a:prstGeom prst="rect">
            <a:avLst/>
          </a:prstGeom>
        </p:spPr>
      </p:pic>
    </p:spTree>
    <p:extLst>
      <p:ext uri="{BB962C8B-B14F-4D97-AF65-F5344CB8AC3E}">
        <p14:creationId xmlns:p14="http://schemas.microsoft.com/office/powerpoint/2010/main" val="1734446150"/>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C6646A-FBCF-78CE-0D64-9D102AC4BD4D}"/>
              </a:ext>
            </a:extLst>
          </p:cNvPr>
          <p:cNvSpPr>
            <a:spLocks noGrp="1"/>
          </p:cNvSpPr>
          <p:nvPr>
            <p:ph type="title" orient="vert"/>
          </p:nvPr>
        </p:nvSpPr>
        <p:spPr/>
        <p:txBody>
          <a:bodyPr/>
          <a:lstStyle/>
          <a:p>
            <a:endParaRPr lang="en-IN"/>
          </a:p>
        </p:txBody>
      </p:sp>
      <p:sp>
        <p:nvSpPr>
          <p:cNvPr id="3" name="Vertical Text Placeholder 2">
            <a:extLst>
              <a:ext uri="{FF2B5EF4-FFF2-40B4-BE49-F238E27FC236}">
                <a16:creationId xmlns:a16="http://schemas.microsoft.com/office/drawing/2014/main" id="{E639C558-4BB3-F366-050C-4E76E01CC37E}"/>
              </a:ext>
            </a:extLst>
          </p:cNvPr>
          <p:cNvSpPr>
            <a:spLocks noGrp="1"/>
          </p:cNvSpPr>
          <p:nvPr>
            <p:ph type="body" orient="vert" idx="1"/>
          </p:nvPr>
        </p:nvSpPr>
        <p:spPr/>
        <p:txBody>
          <a:bodyPr/>
          <a:lstStyle/>
          <a:p>
            <a:endParaRPr lang="en-IN" dirty="0"/>
          </a:p>
        </p:txBody>
      </p:sp>
      <p:sp>
        <p:nvSpPr>
          <p:cNvPr id="4" name="Footer Placeholder 3">
            <a:extLst>
              <a:ext uri="{FF2B5EF4-FFF2-40B4-BE49-F238E27FC236}">
                <a16:creationId xmlns:a16="http://schemas.microsoft.com/office/drawing/2014/main" id="{BC5A1619-BB00-8868-1615-8CBBD4BFE244}"/>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4B01ADCE-E305-C984-9446-7A883784BBFA}"/>
              </a:ext>
            </a:extLst>
          </p:cNvPr>
          <p:cNvSpPr>
            <a:spLocks noGrp="1"/>
          </p:cNvSpPr>
          <p:nvPr>
            <p:ph type="sldNum" sz="quarter" idx="12"/>
          </p:nvPr>
        </p:nvSpPr>
        <p:spPr/>
        <p:txBody>
          <a:bodyPr/>
          <a:lstStyle/>
          <a:p>
            <a:fld id="{64B53FD8-04EE-4F67-B5CA-77D45BC12F90}" type="slidenum">
              <a:rPr lang="en-US" smtClean="0"/>
              <a:pPr/>
              <a:t>10</a:t>
            </a:fld>
            <a:endParaRPr lang="en-US" sz="800"/>
          </a:p>
        </p:txBody>
      </p:sp>
    </p:spTree>
    <p:extLst>
      <p:ext uri="{BB962C8B-B14F-4D97-AF65-F5344CB8AC3E}">
        <p14:creationId xmlns:p14="http://schemas.microsoft.com/office/powerpoint/2010/main" val="2295820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59BD60-0B8E-621D-E9B7-63D2562C3A87}"/>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8FDE0EA5-A70E-E696-BEB9-0EBC0ECAEDBB}"/>
              </a:ext>
            </a:extLst>
          </p:cNvPr>
          <p:cNvSpPr/>
          <p:nvPr/>
        </p:nvSpPr>
        <p:spPr>
          <a:xfrm>
            <a:off x="525258" y="1145393"/>
            <a:ext cx="11067915" cy="4979022"/>
          </a:xfrm>
          <a:prstGeom prst="roundRect">
            <a:avLst>
              <a:gd name="adj" fmla="val 1490"/>
            </a:avLst>
          </a:prstGeom>
          <a:solidFill>
            <a:srgbClr val="F2F2F2"/>
          </a:solidFill>
          <a:ln>
            <a:solidFill>
              <a:srgbClr val="E7E6E6"/>
            </a:solidFill>
          </a:ln>
        </p:spPr>
        <p:style>
          <a:lnRef idx="2">
            <a:schemeClr val="accent1">
              <a:shade val="15000"/>
            </a:schemeClr>
          </a:lnRef>
          <a:fillRef idx="1">
            <a:schemeClr val="accent1"/>
          </a:fillRef>
          <a:effectRef idx="0">
            <a:schemeClr val="accent1"/>
          </a:effectRef>
          <a:fontRef idx="minor">
            <a:schemeClr val="lt1"/>
          </a:fontRef>
        </p:style>
        <p:txBody>
          <a:bodyPr lIns="1656000" rtlCol="0" anchor="ct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333333"/>
              </a:solidFill>
              <a:effectLst/>
              <a:uLnTx/>
              <a:uFillTx/>
              <a:latin typeface="FedEx Sans Regular"/>
              <a:ea typeface="+mn-ea"/>
              <a:cs typeface="+mn-cs"/>
            </a:endParaRPr>
          </a:p>
        </p:txBody>
      </p:sp>
      <p:sp>
        <p:nvSpPr>
          <p:cNvPr id="2" name="Title 1">
            <a:extLst>
              <a:ext uri="{FF2B5EF4-FFF2-40B4-BE49-F238E27FC236}">
                <a16:creationId xmlns:a16="http://schemas.microsoft.com/office/drawing/2014/main" id="{72BD7C42-CBE5-AE92-D1D8-8D799F79E20E}"/>
              </a:ext>
            </a:extLst>
          </p:cNvPr>
          <p:cNvSpPr>
            <a:spLocks noGrp="1"/>
          </p:cNvSpPr>
          <p:nvPr>
            <p:ph type="title"/>
          </p:nvPr>
        </p:nvSpPr>
        <p:spPr>
          <a:xfrm>
            <a:off x="552584" y="43349"/>
            <a:ext cx="9176766" cy="605028"/>
          </a:xfrm>
        </p:spPr>
        <p:txBody>
          <a:bodyPr/>
          <a:lstStyle/>
          <a:p>
            <a:r>
              <a:rPr lang="en-US" b="1"/>
              <a:t>OPTIX Recap:    </a:t>
            </a:r>
            <a:r>
              <a:rPr lang="en-US"/>
              <a:t> </a:t>
            </a:r>
            <a:endParaRPr lang="en-IN"/>
          </a:p>
        </p:txBody>
      </p:sp>
      <p:sp>
        <p:nvSpPr>
          <p:cNvPr id="3" name="Slide Number Placeholder 11">
            <a:extLst>
              <a:ext uri="{FF2B5EF4-FFF2-40B4-BE49-F238E27FC236}">
                <a16:creationId xmlns:a16="http://schemas.microsoft.com/office/drawing/2014/main" id="{3738DBCC-5969-D5B5-21AC-510C4AECD251}"/>
              </a:ext>
            </a:extLst>
          </p:cNvPr>
          <p:cNvSpPr txBox="1">
            <a:spLocks/>
          </p:cNvSpPr>
          <p:nvPr/>
        </p:nvSpPr>
        <p:spPr>
          <a:xfrm>
            <a:off x="9982200" y="6374928"/>
            <a:ext cx="1638300" cy="219635"/>
          </a:xfrm>
          <a:prstGeom prst="rect">
            <a:avLst/>
          </a:prstGeom>
        </p:spPr>
        <p:txBody>
          <a:bodyPr vert="horz" lIns="0" tIns="0" rIns="0" bIns="0" rtlCol="0" anchor="ctr" anchorCtr="0"/>
          <a:lstStyle>
            <a:defPPr>
              <a:defRPr lang="en-US"/>
            </a:defPPr>
            <a:lvl1pPr algn="r">
              <a:defRPr sz="800">
                <a:solidFill>
                  <a:schemeClr val="bg1"/>
                </a:solidFill>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pPr marL="0" marR="0" lvl="0" indent="0" algn="r" defTabSz="914400" rtl="0" eaLnBrk="1" fontAlgn="auto" latinLnBrk="0" hangingPunct="1">
              <a:lnSpc>
                <a:spcPct val="100000"/>
              </a:lnSpc>
              <a:spcBef>
                <a:spcPts val="0"/>
              </a:spcBef>
              <a:spcAft>
                <a:spcPts val="600"/>
              </a:spcAft>
              <a:buClrTx/>
              <a:buSzTx/>
              <a:buFontTx/>
              <a:buNone/>
              <a:tabLst/>
              <a:defRPr/>
            </a:pPr>
            <a:fld id="{64B53FD8-04EE-4F67-B5CA-77D45BC12F90}" type="slidenum">
              <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4" name="Text Placeholder 6">
            <a:extLst>
              <a:ext uri="{FF2B5EF4-FFF2-40B4-BE49-F238E27FC236}">
                <a16:creationId xmlns:a16="http://schemas.microsoft.com/office/drawing/2014/main" id="{693FCA1D-A6D0-AE44-C678-8C2E78765366}"/>
              </a:ext>
            </a:extLst>
          </p:cNvPr>
          <p:cNvSpPr txBox="1">
            <a:spLocks/>
          </p:cNvSpPr>
          <p:nvPr/>
        </p:nvSpPr>
        <p:spPr>
          <a:xfrm>
            <a:off x="6513295" y="6361263"/>
            <a:ext cx="6477000" cy="72038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800" b="1"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Note :</a:t>
            </a:r>
            <a:endParaRPr kumimoji="0" lang="en-US" sz="800" b="0"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0" cap="none" spc="0" normalizeH="0" baseline="0" noProof="0">
                <a:ln>
                  <a:noFill/>
                </a:ln>
                <a:solidFill>
                  <a:srgbClr val="333333"/>
                </a:solidFill>
                <a:effectLst/>
                <a:uLnTx/>
                <a:uFillTx/>
                <a:latin typeface="FedEx Sans Regular"/>
                <a:ea typeface="FedEx Sans" panose="020B0603020203020204" pitchFamily="34" charset="0"/>
                <a:cs typeface="FedEx Sans" panose="020B0603020203020204" pitchFamily="34" charset="0"/>
              </a:rPr>
              <a:t>Optix code undergoing updates post TP&amp;O policy and case intake form changes</a:t>
            </a: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0" cap="none" spc="0" normalizeH="0" baseline="0" noProof="0">
                <a:ln>
                  <a:noFill/>
                </a:ln>
                <a:solidFill>
                  <a:srgbClr val="333333"/>
                </a:solidFill>
                <a:effectLst/>
                <a:uLnTx/>
                <a:uFillTx/>
                <a:latin typeface="FedEx Sans Regular"/>
                <a:ea typeface="FedEx Sans" panose="020B0603020203020204" pitchFamily="34" charset="0"/>
                <a:cs typeface="FedEx Sans" panose="020B0603020203020204" pitchFamily="34" charset="0"/>
              </a:rPr>
              <a:t>These case categories are live for </a:t>
            </a:r>
            <a:r>
              <a:rPr kumimoji="0" lang="en-US" sz="8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research-only processing, with end-to-end resolution enabled after Gemini-API integration</a:t>
            </a: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Efficiency gain calculated for only Prospecting and Adjust Potential cases in Dec’25</a:t>
            </a: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0" cap="none" spc="0" normalizeH="0" baseline="0" noProof="0">
                <a:ln>
                  <a:noFill/>
                </a:ln>
                <a:solidFill>
                  <a:srgbClr val="333333"/>
                </a:solidFill>
                <a:effectLst/>
                <a:uLnTx/>
                <a:uFillTx/>
                <a:latin typeface="FedEx Sans Regular"/>
                <a:ea typeface="FedEx Sans" panose="020B0603020203020204" pitchFamily="34" charset="0"/>
                <a:cs typeface="FedEx Sans" panose="020B0603020203020204" pitchFamily="34" charset="0"/>
              </a:rPr>
              <a:t>Gemini API integration dependent on AI-UC prioritization</a:t>
            </a: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a:t>
            </a:r>
            <a:endParaRPr kumimoji="0" lang="en-IN" sz="1000" b="0"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54" name="Rectangle: Rounded Corners 153">
            <a:extLst>
              <a:ext uri="{FF2B5EF4-FFF2-40B4-BE49-F238E27FC236}">
                <a16:creationId xmlns:a16="http://schemas.microsoft.com/office/drawing/2014/main" id="{836A589A-2DEB-EDC3-A65A-6F13A1181EF7}"/>
              </a:ext>
            </a:extLst>
          </p:cNvPr>
          <p:cNvSpPr/>
          <p:nvPr/>
        </p:nvSpPr>
        <p:spPr>
          <a:xfrm>
            <a:off x="592852" y="4450194"/>
            <a:ext cx="10909371" cy="1620386"/>
          </a:xfrm>
          <a:prstGeom prst="roundRect">
            <a:avLst>
              <a:gd name="adj" fmla="val 8213"/>
            </a:avLst>
          </a:prstGeom>
          <a:solidFill>
            <a:schemeClr val="bg1"/>
          </a:solidFill>
          <a:ln>
            <a:solidFill>
              <a:srgbClr val="E7E6E6"/>
            </a:solidFill>
          </a:ln>
        </p:spPr>
        <p:style>
          <a:lnRef idx="2">
            <a:schemeClr val="accent1">
              <a:shade val="15000"/>
            </a:schemeClr>
          </a:lnRef>
          <a:fillRef idx="1">
            <a:schemeClr val="accent1"/>
          </a:fillRef>
          <a:effectRef idx="0">
            <a:schemeClr val="accent1"/>
          </a:effectRef>
          <a:fontRef idx="minor">
            <a:schemeClr val="lt1"/>
          </a:fontRef>
        </p:style>
        <p:txBody>
          <a:bodyPr lIns="756000" tIns="38100" rIns="88900" bIns="381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1" i="0" u="none" strike="noStrike" kern="0" cap="none" spc="0" normalizeH="0" baseline="0" noProof="0">
              <a:ln>
                <a:noFill/>
              </a:ln>
              <a:solidFill>
                <a:srgbClr val="333333"/>
              </a:solidFill>
              <a:effectLst/>
              <a:uLnTx/>
              <a:uFillTx/>
              <a:latin typeface="FedEx Sans Regular"/>
              <a:ea typeface="+mn-ea"/>
              <a:cs typeface="+mn-cs"/>
            </a:endParaRPr>
          </a:p>
        </p:txBody>
      </p:sp>
      <p:sp>
        <p:nvSpPr>
          <p:cNvPr id="158" name="Text Placeholder 105">
            <a:extLst>
              <a:ext uri="{FF2B5EF4-FFF2-40B4-BE49-F238E27FC236}">
                <a16:creationId xmlns:a16="http://schemas.microsoft.com/office/drawing/2014/main" id="{042CF35A-632E-43E9-73B7-943E1F31AA9E}"/>
              </a:ext>
            </a:extLst>
          </p:cNvPr>
          <p:cNvSpPr txBox="1">
            <a:spLocks/>
          </p:cNvSpPr>
          <p:nvPr/>
        </p:nvSpPr>
        <p:spPr>
          <a:xfrm>
            <a:off x="877036" y="5358984"/>
            <a:ext cx="715980"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Optix Kick Off</a:t>
            </a:r>
          </a:p>
        </p:txBody>
      </p:sp>
      <p:sp>
        <p:nvSpPr>
          <p:cNvPr id="159" name="TextBox 158">
            <a:extLst>
              <a:ext uri="{FF2B5EF4-FFF2-40B4-BE49-F238E27FC236}">
                <a16:creationId xmlns:a16="http://schemas.microsoft.com/office/drawing/2014/main" id="{19AC0657-AE6F-3F5A-0CF7-95AB9FFAF17D}"/>
              </a:ext>
            </a:extLst>
          </p:cNvPr>
          <p:cNvSpPr txBox="1"/>
          <p:nvPr/>
        </p:nvSpPr>
        <p:spPr>
          <a:xfrm>
            <a:off x="942105" y="4850163"/>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Sep’25</a:t>
            </a:r>
          </a:p>
        </p:txBody>
      </p:sp>
      <p:sp>
        <p:nvSpPr>
          <p:cNvPr id="161" name="TextBox 160">
            <a:extLst>
              <a:ext uri="{FF2B5EF4-FFF2-40B4-BE49-F238E27FC236}">
                <a16:creationId xmlns:a16="http://schemas.microsoft.com/office/drawing/2014/main" id="{3FCB53BF-4387-CCB1-1D87-14E1AD4BB120}"/>
              </a:ext>
            </a:extLst>
          </p:cNvPr>
          <p:cNvSpPr txBox="1"/>
          <p:nvPr/>
        </p:nvSpPr>
        <p:spPr>
          <a:xfrm>
            <a:off x="3025990" y="4842692"/>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Dec’25</a:t>
            </a:r>
          </a:p>
        </p:txBody>
      </p:sp>
      <p:sp>
        <p:nvSpPr>
          <p:cNvPr id="162" name="Text Placeholder 105">
            <a:extLst>
              <a:ext uri="{FF2B5EF4-FFF2-40B4-BE49-F238E27FC236}">
                <a16:creationId xmlns:a16="http://schemas.microsoft.com/office/drawing/2014/main" id="{C0AF6118-4477-2482-13C3-35D7B3A97CD1}"/>
              </a:ext>
            </a:extLst>
          </p:cNvPr>
          <p:cNvSpPr txBox="1">
            <a:spLocks/>
          </p:cNvSpPr>
          <p:nvPr/>
        </p:nvSpPr>
        <p:spPr>
          <a:xfrm>
            <a:off x="3609701" y="5366340"/>
            <a:ext cx="1432488"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 for cases</a:t>
            </a:r>
            <a:r>
              <a:rPr kumimoji="0" lang="en-US" sz="1000" b="0" i="0" u="none" strike="noStrike" kern="1200" cap="none" spc="0" normalizeH="0" baseline="3200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2</a:t>
            </a: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DM/HQ, OOB, USI field, Attribute updates</a:t>
            </a:r>
            <a:r>
              <a:rPr kumimoji="0" lang="en-US" sz="1000" b="1" i="0" u="none" strike="noStrike" kern="0" cap="none" spc="0" normalizeH="0" baseline="3000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 </a:t>
            </a:r>
            <a:endParaRPr kumimoji="0" lang="en-US" sz="1000" b="1"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63" name="TextBox 162">
            <a:extLst>
              <a:ext uri="{FF2B5EF4-FFF2-40B4-BE49-F238E27FC236}">
                <a16:creationId xmlns:a16="http://schemas.microsoft.com/office/drawing/2014/main" id="{901A1F48-20D2-8A23-62F9-1D78EB5477D7}"/>
              </a:ext>
            </a:extLst>
          </p:cNvPr>
          <p:cNvSpPr txBox="1"/>
          <p:nvPr/>
        </p:nvSpPr>
        <p:spPr>
          <a:xfrm>
            <a:off x="5102147" y="4861868"/>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Apr’26</a:t>
            </a:r>
          </a:p>
        </p:txBody>
      </p:sp>
      <p:sp>
        <p:nvSpPr>
          <p:cNvPr id="172" name="Text Placeholder 105">
            <a:extLst>
              <a:ext uri="{FF2B5EF4-FFF2-40B4-BE49-F238E27FC236}">
                <a16:creationId xmlns:a16="http://schemas.microsoft.com/office/drawing/2014/main" id="{799687D4-9B55-2A40-6AFD-ADAFFC102EDD}"/>
              </a:ext>
            </a:extLst>
          </p:cNvPr>
          <p:cNvSpPr txBox="1">
            <a:spLocks/>
          </p:cNvSpPr>
          <p:nvPr/>
        </p:nvSpPr>
        <p:spPr>
          <a:xfrm>
            <a:off x="7088191" y="5316074"/>
            <a:ext cx="1188385"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Cloud Hosting: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Deployment of Optix on python server</a:t>
            </a:r>
            <a:endParaRPr kumimoji="0" lang="en-US" sz="1000" b="0"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78" name="TextBox 177">
            <a:extLst>
              <a:ext uri="{FF2B5EF4-FFF2-40B4-BE49-F238E27FC236}">
                <a16:creationId xmlns:a16="http://schemas.microsoft.com/office/drawing/2014/main" id="{803676B9-CBE0-FA69-4C73-A8D983728810}"/>
              </a:ext>
            </a:extLst>
          </p:cNvPr>
          <p:cNvSpPr txBox="1"/>
          <p:nvPr/>
        </p:nvSpPr>
        <p:spPr>
          <a:xfrm>
            <a:off x="3977291" y="4857336"/>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Regular"/>
                <a:ea typeface="+mn-ea"/>
                <a:cs typeface="+mn-cs"/>
              </a:rPr>
              <a:t>Mar</a:t>
            </a: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’26</a:t>
            </a:r>
          </a:p>
        </p:txBody>
      </p:sp>
      <p:sp>
        <p:nvSpPr>
          <p:cNvPr id="179" name="Text Placeholder 105">
            <a:extLst>
              <a:ext uri="{FF2B5EF4-FFF2-40B4-BE49-F238E27FC236}">
                <a16:creationId xmlns:a16="http://schemas.microsoft.com/office/drawing/2014/main" id="{B0475E2C-1F41-170A-FEE2-1EEF6912C1CF}"/>
              </a:ext>
            </a:extLst>
          </p:cNvPr>
          <p:cNvSpPr txBox="1">
            <a:spLocks/>
          </p:cNvSpPr>
          <p:nvPr/>
        </p:nvSpPr>
        <p:spPr>
          <a:xfrm>
            <a:off x="1801282" y="5351697"/>
            <a:ext cx="960109"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 for </a:t>
            </a: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Prospecting cases</a:t>
            </a:r>
            <a:endPar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80" name="Text Placeholder 105">
            <a:extLst>
              <a:ext uri="{FF2B5EF4-FFF2-40B4-BE49-F238E27FC236}">
                <a16:creationId xmlns:a16="http://schemas.microsoft.com/office/drawing/2014/main" id="{AD42BDC1-29B9-843E-2FE3-1D5FB506B954}"/>
              </a:ext>
            </a:extLst>
          </p:cNvPr>
          <p:cNvSpPr txBox="1">
            <a:spLocks/>
          </p:cNvSpPr>
          <p:nvPr/>
        </p:nvSpPr>
        <p:spPr>
          <a:xfrm>
            <a:off x="4893217" y="5361850"/>
            <a:ext cx="1112120"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Feedback Form &amp; AUR Automation </a:t>
            </a:r>
            <a:endParaRPr kumimoji="0" lang="en-US" sz="1000" b="0"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84" name="TextBox 183">
            <a:extLst>
              <a:ext uri="{FF2B5EF4-FFF2-40B4-BE49-F238E27FC236}">
                <a16:creationId xmlns:a16="http://schemas.microsoft.com/office/drawing/2014/main" id="{F04CBE56-6EF5-4A94-A87C-CE7DFFDA986A}"/>
              </a:ext>
            </a:extLst>
          </p:cNvPr>
          <p:cNvSpPr txBox="1"/>
          <p:nvPr/>
        </p:nvSpPr>
        <p:spPr>
          <a:xfrm>
            <a:off x="7389666" y="4845256"/>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Jul’26</a:t>
            </a:r>
          </a:p>
        </p:txBody>
      </p:sp>
      <p:sp>
        <p:nvSpPr>
          <p:cNvPr id="185" name="Text Placeholder 105">
            <a:extLst>
              <a:ext uri="{FF2B5EF4-FFF2-40B4-BE49-F238E27FC236}">
                <a16:creationId xmlns:a16="http://schemas.microsoft.com/office/drawing/2014/main" id="{EB5B8C4A-3027-E8CC-C178-E68C0CB37FAB}"/>
              </a:ext>
            </a:extLst>
          </p:cNvPr>
          <p:cNvSpPr txBox="1">
            <a:spLocks/>
          </p:cNvSpPr>
          <p:nvPr/>
        </p:nvSpPr>
        <p:spPr>
          <a:xfrm>
            <a:off x="2813443" y="5351513"/>
            <a:ext cx="814784"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 for </a:t>
            </a: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Adjust Potential cases</a:t>
            </a:r>
            <a:endPar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86" name="TextBox 185">
            <a:extLst>
              <a:ext uri="{FF2B5EF4-FFF2-40B4-BE49-F238E27FC236}">
                <a16:creationId xmlns:a16="http://schemas.microsoft.com/office/drawing/2014/main" id="{CF8989DB-4CBD-2580-4559-087887AC61D8}"/>
              </a:ext>
            </a:extLst>
          </p:cNvPr>
          <p:cNvSpPr txBox="1"/>
          <p:nvPr/>
        </p:nvSpPr>
        <p:spPr>
          <a:xfrm>
            <a:off x="1940090" y="4842876"/>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Nov’25</a:t>
            </a:r>
          </a:p>
        </p:txBody>
      </p:sp>
      <p:sp>
        <p:nvSpPr>
          <p:cNvPr id="6" name="Rectangle 5">
            <a:extLst>
              <a:ext uri="{FF2B5EF4-FFF2-40B4-BE49-F238E27FC236}">
                <a16:creationId xmlns:a16="http://schemas.microsoft.com/office/drawing/2014/main" id="{F96184A3-1FA3-F72B-4907-A286574705D2}"/>
              </a:ext>
            </a:extLst>
          </p:cNvPr>
          <p:cNvSpPr/>
          <p:nvPr/>
        </p:nvSpPr>
        <p:spPr>
          <a:xfrm>
            <a:off x="684266" y="5943125"/>
            <a:ext cx="76992" cy="61645"/>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7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0" name="Text Placeholder 105">
            <a:extLst>
              <a:ext uri="{FF2B5EF4-FFF2-40B4-BE49-F238E27FC236}">
                <a16:creationId xmlns:a16="http://schemas.microsoft.com/office/drawing/2014/main" id="{AFA2406E-614C-F0FE-0B39-7702EF8E07CB}"/>
              </a:ext>
            </a:extLst>
          </p:cNvPr>
          <p:cNvSpPr txBox="1">
            <a:spLocks/>
          </p:cNvSpPr>
          <p:nvPr/>
        </p:nvSpPr>
        <p:spPr>
          <a:xfrm>
            <a:off x="717201" y="5877250"/>
            <a:ext cx="960109" cy="24261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a:t>
            </a:r>
          </a:p>
        </p:txBody>
      </p:sp>
      <p:sp>
        <p:nvSpPr>
          <p:cNvPr id="12" name="Rectangle 11">
            <a:extLst>
              <a:ext uri="{FF2B5EF4-FFF2-40B4-BE49-F238E27FC236}">
                <a16:creationId xmlns:a16="http://schemas.microsoft.com/office/drawing/2014/main" id="{57843CB0-76F2-A326-D9C0-72E1C7179212}"/>
              </a:ext>
            </a:extLst>
          </p:cNvPr>
          <p:cNvSpPr/>
          <p:nvPr/>
        </p:nvSpPr>
        <p:spPr>
          <a:xfrm>
            <a:off x="1069469" y="5943125"/>
            <a:ext cx="76992" cy="616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7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5" name="Text Placeholder 105">
            <a:extLst>
              <a:ext uri="{FF2B5EF4-FFF2-40B4-BE49-F238E27FC236}">
                <a16:creationId xmlns:a16="http://schemas.microsoft.com/office/drawing/2014/main" id="{0B64FF85-B89A-2698-205C-78F68CEFE3FB}"/>
              </a:ext>
            </a:extLst>
          </p:cNvPr>
          <p:cNvSpPr txBox="1">
            <a:spLocks/>
          </p:cNvSpPr>
          <p:nvPr/>
        </p:nvSpPr>
        <p:spPr>
          <a:xfrm>
            <a:off x="1096130" y="5877250"/>
            <a:ext cx="960109" cy="24261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In Progress</a:t>
            </a:r>
          </a:p>
        </p:txBody>
      </p:sp>
      <p:sp>
        <p:nvSpPr>
          <p:cNvPr id="18" name="TextBox 17">
            <a:extLst>
              <a:ext uri="{FF2B5EF4-FFF2-40B4-BE49-F238E27FC236}">
                <a16:creationId xmlns:a16="http://schemas.microsoft.com/office/drawing/2014/main" id="{F438AFE2-2D36-1625-67E3-DA74E303AA7D}"/>
              </a:ext>
            </a:extLst>
          </p:cNvPr>
          <p:cNvSpPr txBox="1"/>
          <p:nvPr/>
        </p:nvSpPr>
        <p:spPr>
          <a:xfrm>
            <a:off x="577229" y="566852"/>
            <a:ext cx="11182449"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1" u="none" strike="noStrike" kern="1200" cap="none" spc="0" normalizeH="0" baseline="0" noProof="0">
                <a:ln>
                  <a:noFill/>
                </a:ln>
                <a:solidFill>
                  <a:srgbClr val="333333"/>
                </a:solidFill>
                <a:effectLst/>
                <a:uLnTx/>
                <a:uFillTx/>
                <a:latin typeface="FedEx Sans Regular"/>
                <a:ea typeface="+mn-ea"/>
                <a:cs typeface="+mn-cs"/>
              </a:rPr>
              <a:t>“do more with </a:t>
            </a:r>
            <a:r>
              <a:rPr kumimoji="0" lang="en-US" sz="1100" b="0" i="1" u="none" strike="noStrike" kern="1200" cap="none" spc="0" normalizeH="0" baseline="0" noProof="0" err="1">
                <a:ln>
                  <a:noFill/>
                </a:ln>
                <a:solidFill>
                  <a:srgbClr val="333333"/>
                </a:solidFill>
                <a:effectLst/>
                <a:uLnTx/>
                <a:uFillTx/>
                <a:latin typeface="FedEx Sans Regular"/>
                <a:ea typeface="+mn-ea"/>
                <a:cs typeface="+mn-cs"/>
              </a:rPr>
              <a:t>lesss</a:t>
            </a:r>
            <a:r>
              <a:rPr kumimoji="0" lang="en-US" sz="1100" b="0" i="1" u="none" strike="noStrike" kern="1200" cap="none" spc="0" normalizeH="0" baseline="0" noProof="0">
                <a:ln>
                  <a:noFill/>
                </a:ln>
                <a:solidFill>
                  <a:srgbClr val="333333"/>
                </a:solidFill>
                <a:effectLst/>
                <a:uLnTx/>
                <a:uFillTx/>
                <a:latin typeface="FedEx Sans Regular"/>
                <a:ea typeface="+mn-ea"/>
                <a:cs typeface="+mn-cs"/>
              </a:rPr>
              <a:t>” “elevate”</a:t>
            </a:r>
          </a:p>
        </p:txBody>
      </p:sp>
      <p:sp>
        <p:nvSpPr>
          <p:cNvPr id="5" name="Rectangle 4">
            <a:extLst>
              <a:ext uri="{FF2B5EF4-FFF2-40B4-BE49-F238E27FC236}">
                <a16:creationId xmlns:a16="http://schemas.microsoft.com/office/drawing/2014/main" id="{F62A5AFF-10F7-8894-0A47-0EE86E1FBADB}"/>
              </a:ext>
            </a:extLst>
          </p:cNvPr>
          <p:cNvSpPr/>
          <p:nvPr/>
        </p:nvSpPr>
        <p:spPr>
          <a:xfrm>
            <a:off x="9718224" y="4473637"/>
            <a:ext cx="1776321" cy="1594663"/>
          </a:xfrm>
          <a:prstGeom prst="rect">
            <a:avLst/>
          </a:prstGeom>
          <a:solidFill>
            <a:schemeClr val="bg1">
              <a:lumMod val="95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pic>
        <p:nvPicPr>
          <p:cNvPr id="22" name="Graphic 21" descr="Race Flag with solid fill">
            <a:extLst>
              <a:ext uri="{FF2B5EF4-FFF2-40B4-BE49-F238E27FC236}">
                <a16:creationId xmlns:a16="http://schemas.microsoft.com/office/drawing/2014/main" id="{6EABD76C-64B2-33E0-C425-958BFFA055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1795" y="4678748"/>
            <a:ext cx="518762" cy="518762"/>
          </a:xfrm>
          <a:prstGeom prst="rect">
            <a:avLst/>
          </a:prstGeom>
        </p:spPr>
      </p:pic>
      <p:sp>
        <p:nvSpPr>
          <p:cNvPr id="27" name="TextBox 26">
            <a:extLst>
              <a:ext uri="{FF2B5EF4-FFF2-40B4-BE49-F238E27FC236}">
                <a16:creationId xmlns:a16="http://schemas.microsoft.com/office/drawing/2014/main" id="{65B2B23C-9C11-F881-CF48-37A2CD91D5FB}"/>
              </a:ext>
            </a:extLst>
          </p:cNvPr>
          <p:cNvSpPr txBox="1"/>
          <p:nvPr/>
        </p:nvSpPr>
        <p:spPr>
          <a:xfrm>
            <a:off x="10340132" y="4829054"/>
            <a:ext cx="931238"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1" i="0" u="none" strike="noStrike" kern="1200" cap="none" spc="0" normalizeH="0" baseline="0" noProof="0">
                <a:ln>
                  <a:noFill/>
                </a:ln>
                <a:solidFill>
                  <a:srgbClr val="333333"/>
                </a:solidFill>
                <a:effectLst/>
                <a:uLnTx/>
                <a:uFillTx/>
                <a:latin typeface="FedEx Sans Regular"/>
                <a:ea typeface="+mn-ea"/>
                <a:cs typeface="+mn-cs"/>
              </a:rPr>
              <a:t>TBD</a:t>
            </a:r>
            <a:endPar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4" name="TextBox 13">
            <a:extLst>
              <a:ext uri="{FF2B5EF4-FFF2-40B4-BE49-F238E27FC236}">
                <a16:creationId xmlns:a16="http://schemas.microsoft.com/office/drawing/2014/main" id="{F0FF72E7-F871-1A35-11AF-FCF15D048455}"/>
              </a:ext>
            </a:extLst>
          </p:cNvPr>
          <p:cNvSpPr txBox="1"/>
          <p:nvPr/>
        </p:nvSpPr>
        <p:spPr>
          <a:xfrm>
            <a:off x="9840475" y="5316074"/>
            <a:ext cx="15757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Zero-touch resolution </a:t>
            </a: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via iSell Chatbot with Human-in-the-Loop governance</a:t>
            </a:r>
          </a:p>
        </p:txBody>
      </p:sp>
      <p:sp>
        <p:nvSpPr>
          <p:cNvPr id="157" name="Text Placeholder 71">
            <a:extLst>
              <a:ext uri="{FF2B5EF4-FFF2-40B4-BE49-F238E27FC236}">
                <a16:creationId xmlns:a16="http://schemas.microsoft.com/office/drawing/2014/main" id="{F14343C2-741D-707A-FB4F-A330FEFB46C1}"/>
              </a:ext>
            </a:extLst>
          </p:cNvPr>
          <p:cNvSpPr txBox="1">
            <a:spLocks/>
          </p:cNvSpPr>
          <p:nvPr/>
        </p:nvSpPr>
        <p:spPr>
          <a:xfrm>
            <a:off x="587896" y="5215777"/>
            <a:ext cx="10957673" cy="45719"/>
          </a:xfrm>
          <a:prstGeom prst="rect">
            <a:avLst/>
          </a:prstGeom>
          <a:solidFill>
            <a:schemeClr val="bg1">
              <a:lumMod val="85000"/>
            </a:schemeClr>
          </a:solidFill>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200"/>
              </a:spcAft>
              <a:buClrTx/>
              <a:buSzTx/>
              <a:buFont typeface="Arial" panose="020B0604020202020204" pitchFamily="34" charset="0"/>
              <a:buNone/>
              <a:tabLst/>
              <a:defRPr/>
            </a:pPr>
            <a:endParaRPr kumimoji="0" lang="en-US" sz="22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73" name="Isosceles Triangle 172">
            <a:extLst>
              <a:ext uri="{FF2B5EF4-FFF2-40B4-BE49-F238E27FC236}">
                <a16:creationId xmlns:a16="http://schemas.microsoft.com/office/drawing/2014/main" id="{50A1DC55-0674-D912-A0FC-3088BE1F147F}"/>
              </a:ext>
            </a:extLst>
          </p:cNvPr>
          <p:cNvSpPr/>
          <p:nvPr/>
        </p:nvSpPr>
        <p:spPr>
          <a:xfrm rot="5400000">
            <a:off x="7499670" y="5141119"/>
            <a:ext cx="253918" cy="190479"/>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83" name="Isosceles Triangle 182">
            <a:extLst>
              <a:ext uri="{FF2B5EF4-FFF2-40B4-BE49-F238E27FC236}">
                <a16:creationId xmlns:a16="http://schemas.microsoft.com/office/drawing/2014/main" id="{AAE1D7A0-BC4C-B62C-40FF-4A3BBF037AC6}"/>
              </a:ext>
            </a:extLst>
          </p:cNvPr>
          <p:cNvSpPr/>
          <p:nvPr/>
        </p:nvSpPr>
        <p:spPr>
          <a:xfrm rot="5400000">
            <a:off x="5243519" y="5154478"/>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77" name="Isosceles Triangle 176">
            <a:extLst>
              <a:ext uri="{FF2B5EF4-FFF2-40B4-BE49-F238E27FC236}">
                <a16:creationId xmlns:a16="http://schemas.microsoft.com/office/drawing/2014/main" id="{A54EC619-62CD-5EB3-D586-E283C26D1F72}"/>
              </a:ext>
            </a:extLst>
          </p:cNvPr>
          <p:cNvSpPr/>
          <p:nvPr/>
        </p:nvSpPr>
        <p:spPr>
          <a:xfrm rot="5400000">
            <a:off x="4072440" y="5158968"/>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76" name="Isosceles Triangle 175">
            <a:extLst>
              <a:ext uri="{FF2B5EF4-FFF2-40B4-BE49-F238E27FC236}">
                <a16:creationId xmlns:a16="http://schemas.microsoft.com/office/drawing/2014/main" id="{BD0A60D6-C20D-6A53-98FC-CAE4F7CBC42B}"/>
              </a:ext>
            </a:extLst>
          </p:cNvPr>
          <p:cNvSpPr/>
          <p:nvPr/>
        </p:nvSpPr>
        <p:spPr>
          <a:xfrm rot="5400000">
            <a:off x="3073435" y="5144141"/>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75" name="Isosceles Triangle 174">
            <a:extLst>
              <a:ext uri="{FF2B5EF4-FFF2-40B4-BE49-F238E27FC236}">
                <a16:creationId xmlns:a16="http://schemas.microsoft.com/office/drawing/2014/main" id="{9E8F5EA3-C806-F06F-ECBF-E65F6D70A229}"/>
              </a:ext>
            </a:extLst>
          </p:cNvPr>
          <p:cNvSpPr/>
          <p:nvPr/>
        </p:nvSpPr>
        <p:spPr>
          <a:xfrm rot="5400000">
            <a:off x="1046718" y="5151612"/>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87" name="Isosceles Triangle 186">
            <a:extLst>
              <a:ext uri="{FF2B5EF4-FFF2-40B4-BE49-F238E27FC236}">
                <a16:creationId xmlns:a16="http://schemas.microsoft.com/office/drawing/2014/main" id="{2899014C-0E9C-BAB8-5325-07C27DD1CB19}"/>
              </a:ext>
            </a:extLst>
          </p:cNvPr>
          <p:cNvSpPr/>
          <p:nvPr/>
        </p:nvSpPr>
        <p:spPr>
          <a:xfrm rot="5400000">
            <a:off x="2016119" y="5144325"/>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3" name="TextBox 12">
            <a:extLst>
              <a:ext uri="{FF2B5EF4-FFF2-40B4-BE49-F238E27FC236}">
                <a16:creationId xmlns:a16="http://schemas.microsoft.com/office/drawing/2014/main" id="{C725205B-B17B-59F0-705B-D48AB30AEDC7}"/>
              </a:ext>
            </a:extLst>
          </p:cNvPr>
          <p:cNvSpPr txBox="1"/>
          <p:nvPr/>
        </p:nvSpPr>
        <p:spPr>
          <a:xfrm>
            <a:off x="8620317" y="5336052"/>
            <a:ext cx="1203357"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Integrate </a:t>
            </a: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Gemini API</a:t>
            </a: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 into OPTIX code</a:t>
            </a:r>
          </a:p>
        </p:txBody>
      </p:sp>
      <p:sp>
        <p:nvSpPr>
          <p:cNvPr id="28" name="Isosceles Triangle 27">
            <a:extLst>
              <a:ext uri="{FF2B5EF4-FFF2-40B4-BE49-F238E27FC236}">
                <a16:creationId xmlns:a16="http://schemas.microsoft.com/office/drawing/2014/main" id="{8E74D00A-9609-7531-4DFE-6618490CDFF2}"/>
              </a:ext>
            </a:extLst>
          </p:cNvPr>
          <p:cNvSpPr/>
          <p:nvPr/>
        </p:nvSpPr>
        <p:spPr>
          <a:xfrm rot="5400000">
            <a:off x="10386432" y="5131302"/>
            <a:ext cx="253918" cy="19047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31" name="Isosceles Triangle 30">
            <a:extLst>
              <a:ext uri="{FF2B5EF4-FFF2-40B4-BE49-F238E27FC236}">
                <a16:creationId xmlns:a16="http://schemas.microsoft.com/office/drawing/2014/main" id="{B9514DA2-1E79-87B0-F6A5-F2BAB19D2104}"/>
              </a:ext>
            </a:extLst>
          </p:cNvPr>
          <p:cNvSpPr/>
          <p:nvPr/>
        </p:nvSpPr>
        <p:spPr>
          <a:xfrm rot="5400000">
            <a:off x="8871484" y="5137627"/>
            <a:ext cx="253918" cy="19047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60" name="TextBox 59">
            <a:extLst>
              <a:ext uri="{FF2B5EF4-FFF2-40B4-BE49-F238E27FC236}">
                <a16:creationId xmlns:a16="http://schemas.microsoft.com/office/drawing/2014/main" id="{9CBE8F7D-9DE0-6B00-4298-1A988EC154EA}"/>
              </a:ext>
            </a:extLst>
          </p:cNvPr>
          <p:cNvSpPr txBox="1"/>
          <p:nvPr/>
        </p:nvSpPr>
        <p:spPr>
          <a:xfrm>
            <a:off x="8787793" y="4831791"/>
            <a:ext cx="702059"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1" i="0" u="none" strike="noStrike" kern="1200" cap="none" spc="0" normalizeH="0" baseline="0" noProof="0">
                <a:ln>
                  <a:noFill/>
                </a:ln>
                <a:solidFill>
                  <a:srgbClr val="333333"/>
                </a:solidFill>
                <a:effectLst/>
                <a:uLnTx/>
                <a:uFillTx/>
                <a:latin typeface="FedEx Sans Regular"/>
                <a:ea typeface="+mn-ea"/>
                <a:cs typeface="+mn-cs"/>
              </a:rPr>
              <a:t>TBD</a:t>
            </a:r>
            <a:endPar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62" name="Rectangle 61">
            <a:extLst>
              <a:ext uri="{FF2B5EF4-FFF2-40B4-BE49-F238E27FC236}">
                <a16:creationId xmlns:a16="http://schemas.microsoft.com/office/drawing/2014/main" id="{4C14DA3F-480D-E58F-0F36-7253E4D8E237}"/>
              </a:ext>
            </a:extLst>
          </p:cNvPr>
          <p:cNvSpPr/>
          <p:nvPr/>
        </p:nvSpPr>
        <p:spPr>
          <a:xfrm>
            <a:off x="1700805" y="5945198"/>
            <a:ext cx="76992" cy="616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7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63" name="Text Placeholder 105">
            <a:extLst>
              <a:ext uri="{FF2B5EF4-FFF2-40B4-BE49-F238E27FC236}">
                <a16:creationId xmlns:a16="http://schemas.microsoft.com/office/drawing/2014/main" id="{7F95E349-9D4D-38FD-069B-F939E0BA7DD2}"/>
              </a:ext>
            </a:extLst>
          </p:cNvPr>
          <p:cNvSpPr txBox="1">
            <a:spLocks/>
          </p:cNvSpPr>
          <p:nvPr/>
        </p:nvSpPr>
        <p:spPr>
          <a:xfrm>
            <a:off x="1737502" y="5893087"/>
            <a:ext cx="960109" cy="24261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Not Started</a:t>
            </a:r>
          </a:p>
        </p:txBody>
      </p:sp>
      <p:grpSp>
        <p:nvGrpSpPr>
          <p:cNvPr id="131" name="Group 130">
            <a:extLst>
              <a:ext uri="{FF2B5EF4-FFF2-40B4-BE49-F238E27FC236}">
                <a16:creationId xmlns:a16="http://schemas.microsoft.com/office/drawing/2014/main" id="{17F690FA-A230-FC0B-65C4-B1BDC6C2DFF7}"/>
              </a:ext>
            </a:extLst>
          </p:cNvPr>
          <p:cNvGrpSpPr/>
          <p:nvPr/>
        </p:nvGrpSpPr>
        <p:grpSpPr>
          <a:xfrm>
            <a:off x="610852" y="1206220"/>
            <a:ext cx="3878851" cy="3176701"/>
            <a:chOff x="8872440" y="1672166"/>
            <a:chExt cx="2736000" cy="1435383"/>
          </a:xfrm>
        </p:grpSpPr>
        <p:grpSp>
          <p:nvGrpSpPr>
            <p:cNvPr id="132" name="Group 131">
              <a:extLst>
                <a:ext uri="{FF2B5EF4-FFF2-40B4-BE49-F238E27FC236}">
                  <a16:creationId xmlns:a16="http://schemas.microsoft.com/office/drawing/2014/main" id="{4B9CB02A-B70C-E345-0BFD-101250D2AFE5}"/>
                </a:ext>
              </a:extLst>
            </p:cNvPr>
            <p:cNvGrpSpPr/>
            <p:nvPr/>
          </p:nvGrpSpPr>
          <p:grpSpPr>
            <a:xfrm>
              <a:off x="8872440" y="1686502"/>
              <a:ext cx="2736000" cy="1421047"/>
              <a:chOff x="9550237" y="1512310"/>
              <a:chExt cx="2598598" cy="1382545"/>
            </a:xfrm>
          </p:grpSpPr>
          <p:sp>
            <p:nvSpPr>
              <p:cNvPr id="134" name="Rectangle : coins arrondis 10">
                <a:extLst>
                  <a:ext uri="{FF2B5EF4-FFF2-40B4-BE49-F238E27FC236}">
                    <a16:creationId xmlns:a16="http://schemas.microsoft.com/office/drawing/2014/main" id="{58F7A7E0-69AF-39E4-D83E-3C0A7758AB73}"/>
                  </a:ext>
                </a:extLst>
              </p:cNvPr>
              <p:cNvSpPr/>
              <p:nvPr/>
            </p:nvSpPr>
            <p:spPr>
              <a:xfrm rot="10800000" flipV="1">
                <a:off x="9550238" y="1512372"/>
                <a:ext cx="2598597"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lvl="0" algn="l" rtl="0">
                  <a:spcAft>
                    <a:spcPts val="0"/>
                  </a:spcAft>
                  <a:buSzPct val="100000"/>
                  <a:defRPr/>
                </a:pPr>
                <a:br>
                  <a:rPr lang="en-IN" sz="1200">
                    <a:solidFill>
                      <a:schemeClr val="tx1"/>
                    </a:solidFill>
                  </a:rPr>
                </a:br>
                <a:endParaRPr kumimoji="0" lang="en-US" sz="1200" b="0" i="0" u="none" strike="noStrike" kern="0" cap="none" spc="0" normalizeH="0" baseline="0" noProof="0">
                  <a:ln>
                    <a:noFill/>
                  </a:ln>
                  <a:solidFill>
                    <a:schemeClr val="tx1"/>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35" name="Rectangle : avec coins arrondis en haut 12">
                <a:extLst>
                  <a:ext uri="{FF2B5EF4-FFF2-40B4-BE49-F238E27FC236}">
                    <a16:creationId xmlns:a16="http://schemas.microsoft.com/office/drawing/2014/main" id="{3BA23D57-D6DA-74F6-4F5A-4D5730207B4A}"/>
                  </a:ext>
                </a:extLst>
              </p:cNvPr>
              <p:cNvSpPr/>
              <p:nvPr/>
            </p:nvSpPr>
            <p:spPr>
              <a:xfrm rot="10800000" flipH="1" flipV="1">
                <a:off x="9550237" y="1512310"/>
                <a:ext cx="2594648"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IN" sz="1600" b="0" i="0" u="none" strike="noStrike" kern="0" cap="none" spc="0" normalizeH="0" baseline="0" noProof="0">
                  <a:ln>
                    <a:noFill/>
                  </a:ln>
                  <a:solidFill>
                    <a:prstClr val="white"/>
                  </a:solidFill>
                  <a:effectLst/>
                  <a:uLnTx/>
                  <a:uFillTx/>
                  <a:latin typeface="FedEx Sans Regular"/>
                  <a:ea typeface="FedEx Sans Light" panose="020B0403020203020204" pitchFamily="34" charset="0"/>
                  <a:cs typeface="FedEx Sans Light" panose="020B0403020203020204" pitchFamily="34" charset="0"/>
                </a:endParaRPr>
              </a:p>
            </p:txBody>
          </p:sp>
        </p:grpSp>
        <p:sp>
          <p:nvSpPr>
            <p:cNvPr id="133" name="Text 10">
              <a:extLst>
                <a:ext uri="{FF2B5EF4-FFF2-40B4-BE49-F238E27FC236}">
                  <a16:creationId xmlns:a16="http://schemas.microsoft.com/office/drawing/2014/main" id="{6BC526D9-5F4B-39E1-3768-BF1AB8891B0D}"/>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Problem</a:t>
              </a:r>
              <a:r>
                <a:rPr kumimoji="0" lang="en-US" sz="1400" b="1" i="0" u="none" strike="noStrike" kern="1200" cap="none" spc="0" normalizeH="0" baseline="0" noProof="0">
                  <a:ln>
                    <a:noFill/>
                  </a:ln>
                  <a:solidFill>
                    <a:prstClr val="white"/>
                  </a:solidFill>
                  <a:effectLst/>
                  <a:uLnTx/>
                  <a:uFillTx/>
                  <a:latin typeface="FedEx Sans Regular"/>
                  <a:ea typeface="+mn-ea"/>
                  <a:cs typeface="+mn-cs"/>
                </a:rPr>
                <a:t> </a:t>
              </a: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Statement</a:t>
              </a:r>
            </a:p>
          </p:txBody>
        </p:sp>
      </p:grpSp>
      <p:grpSp>
        <p:nvGrpSpPr>
          <p:cNvPr id="148" name="Group 147">
            <a:extLst>
              <a:ext uri="{FF2B5EF4-FFF2-40B4-BE49-F238E27FC236}">
                <a16:creationId xmlns:a16="http://schemas.microsoft.com/office/drawing/2014/main" id="{BE112840-B97F-7625-45BD-18AF9F36A1F5}"/>
              </a:ext>
            </a:extLst>
          </p:cNvPr>
          <p:cNvGrpSpPr/>
          <p:nvPr/>
        </p:nvGrpSpPr>
        <p:grpSpPr>
          <a:xfrm>
            <a:off x="4571339" y="1216212"/>
            <a:ext cx="3652608" cy="3192482"/>
            <a:chOff x="8872439" y="1672166"/>
            <a:chExt cx="2735999" cy="1435383"/>
          </a:xfrm>
        </p:grpSpPr>
        <p:grpSp>
          <p:nvGrpSpPr>
            <p:cNvPr id="150" name="Group 149">
              <a:extLst>
                <a:ext uri="{FF2B5EF4-FFF2-40B4-BE49-F238E27FC236}">
                  <a16:creationId xmlns:a16="http://schemas.microsoft.com/office/drawing/2014/main" id="{D1BAD8D9-9620-0C2C-D6FF-DD15D6C3B4F6}"/>
                </a:ext>
              </a:extLst>
            </p:cNvPr>
            <p:cNvGrpSpPr/>
            <p:nvPr/>
          </p:nvGrpSpPr>
          <p:grpSpPr>
            <a:xfrm>
              <a:off x="8872439" y="1686502"/>
              <a:ext cx="2735999" cy="1421047"/>
              <a:chOff x="9550236" y="1512310"/>
              <a:chExt cx="2598597" cy="1382545"/>
            </a:xfrm>
          </p:grpSpPr>
          <p:sp>
            <p:nvSpPr>
              <p:cNvPr id="152" name="Rectangle : coins arrondis 10">
                <a:extLst>
                  <a:ext uri="{FF2B5EF4-FFF2-40B4-BE49-F238E27FC236}">
                    <a16:creationId xmlns:a16="http://schemas.microsoft.com/office/drawing/2014/main" id="{B9828802-92C0-AB26-D520-7C3C5B4F347A}"/>
                  </a:ext>
                </a:extLst>
              </p:cNvPr>
              <p:cNvSpPr/>
              <p:nvPr/>
            </p:nvSpPr>
            <p:spPr>
              <a:xfrm rot="10800000" flipV="1">
                <a:off x="9550236" y="1512372"/>
                <a:ext cx="2598597"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0" marR="0" lvl="0" indent="0" algn="l" defTabSz="914400" rtl="0" eaLnBrk="1" fontAlgn="auto" latinLnBrk="0" hangingPunct="1">
                  <a:lnSpc>
                    <a:spcPct val="100000"/>
                  </a:lnSpc>
                  <a:spcBef>
                    <a:spcPts val="0"/>
                  </a:spcBef>
                  <a:spcAft>
                    <a:spcPts val="600"/>
                  </a:spcAft>
                  <a:buClrTx/>
                  <a:buSzPct val="100000"/>
                  <a:buFontTx/>
                  <a:buNone/>
                  <a:tabLst/>
                  <a:defRPr/>
                </a:pPr>
                <a:endPar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53" name="Rectangle : avec coins arrondis en haut 12">
                <a:extLst>
                  <a:ext uri="{FF2B5EF4-FFF2-40B4-BE49-F238E27FC236}">
                    <a16:creationId xmlns:a16="http://schemas.microsoft.com/office/drawing/2014/main" id="{5965D3FD-C6AF-8D98-ABFA-A12959816DDF}"/>
                  </a:ext>
                </a:extLst>
              </p:cNvPr>
              <p:cNvSpPr/>
              <p:nvPr/>
            </p:nvSpPr>
            <p:spPr>
              <a:xfrm rot="10800000" flipH="1" flipV="1">
                <a:off x="9550237" y="1512310"/>
                <a:ext cx="2594648"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chemeClr val="tx1"/>
                    </a:solidFill>
                    <a:effectLst/>
                    <a:highlight>
                      <a:srgbClr val="FFFF00"/>
                    </a:highlight>
                    <a:uLnTx/>
                    <a:uFillTx/>
                    <a:latin typeface="FedEx Sans Regular"/>
                    <a:ea typeface="Calibri" pitchFamily="34" charset="-122"/>
                    <a:cs typeface="Calibri" pitchFamily="34" charset="-120"/>
                  </a:rPr>
                  <a:t>Discussed action items from 18/03</a:t>
                </a:r>
                <a:endParaRPr kumimoji="0" lang="en-IN" sz="1400" b="1" i="0" u="none" strike="noStrike" kern="1200" cap="none" spc="0" normalizeH="0" baseline="0" noProof="0">
                  <a:ln>
                    <a:noFill/>
                  </a:ln>
                  <a:solidFill>
                    <a:schemeClr val="tx1"/>
                  </a:solidFill>
                  <a:effectLst/>
                  <a:highlight>
                    <a:srgbClr val="FFFF00"/>
                  </a:highlight>
                  <a:uLnTx/>
                  <a:uFillTx/>
                  <a:latin typeface="FedEx Sans Regular"/>
                  <a:ea typeface="Calibri" pitchFamily="34" charset="-122"/>
                  <a:cs typeface="Calibri" pitchFamily="34" charset="-120"/>
                </a:endParaRPr>
              </a:p>
            </p:txBody>
          </p:sp>
        </p:grpSp>
        <p:sp>
          <p:nvSpPr>
            <p:cNvPr id="151" name="Text 10">
              <a:extLst>
                <a:ext uri="{FF2B5EF4-FFF2-40B4-BE49-F238E27FC236}">
                  <a16:creationId xmlns:a16="http://schemas.microsoft.com/office/drawing/2014/main" id="{9E172C12-FE69-DDF9-6049-D27E7799B3A5}"/>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grpSp>
        <p:nvGrpSpPr>
          <p:cNvPr id="155" name="Group 154">
            <a:extLst>
              <a:ext uri="{FF2B5EF4-FFF2-40B4-BE49-F238E27FC236}">
                <a16:creationId xmlns:a16="http://schemas.microsoft.com/office/drawing/2014/main" id="{BA6B6E6C-A8AD-93C4-9687-2719AF66DA7F}"/>
              </a:ext>
            </a:extLst>
          </p:cNvPr>
          <p:cNvGrpSpPr/>
          <p:nvPr/>
        </p:nvGrpSpPr>
        <p:grpSpPr>
          <a:xfrm>
            <a:off x="8331331" y="1206221"/>
            <a:ext cx="3156848" cy="3200194"/>
            <a:chOff x="8872437" y="1672166"/>
            <a:chExt cx="2965698" cy="1435383"/>
          </a:xfrm>
        </p:grpSpPr>
        <p:grpSp>
          <p:nvGrpSpPr>
            <p:cNvPr id="156" name="Group 155">
              <a:extLst>
                <a:ext uri="{FF2B5EF4-FFF2-40B4-BE49-F238E27FC236}">
                  <a16:creationId xmlns:a16="http://schemas.microsoft.com/office/drawing/2014/main" id="{5B8AB51D-971E-0470-D23D-0C464B2BFB53}"/>
                </a:ext>
              </a:extLst>
            </p:cNvPr>
            <p:cNvGrpSpPr/>
            <p:nvPr/>
          </p:nvGrpSpPr>
          <p:grpSpPr>
            <a:xfrm>
              <a:off x="8872437" y="1686502"/>
              <a:ext cx="2965698" cy="1421047"/>
              <a:chOff x="9550236" y="1512310"/>
              <a:chExt cx="2816761" cy="1382545"/>
            </a:xfrm>
          </p:grpSpPr>
          <p:sp>
            <p:nvSpPr>
              <p:cNvPr id="164" name="Rectangle : coins arrondis 10">
                <a:extLst>
                  <a:ext uri="{FF2B5EF4-FFF2-40B4-BE49-F238E27FC236}">
                    <a16:creationId xmlns:a16="http://schemas.microsoft.com/office/drawing/2014/main" id="{5838590B-D446-AB25-29C3-E3C427D8FD82}"/>
                  </a:ext>
                </a:extLst>
              </p:cNvPr>
              <p:cNvSpPr/>
              <p:nvPr/>
            </p:nvSpPr>
            <p:spPr>
              <a:xfrm rot="10800000" flipV="1">
                <a:off x="9550236" y="1512372"/>
                <a:ext cx="2816761"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bIns="576000" rtlCol="0" anchor="t"/>
              <a:lstStyle/>
              <a:p>
                <a:pPr marL="228600" marR="0" lvl="0" indent="-228600" algn="l" defTabSz="914400" rtl="0" eaLnBrk="1" fontAlgn="auto" latinLnBrk="0" hangingPunct="1">
                  <a:lnSpc>
                    <a:spcPct val="100000"/>
                  </a:lnSpc>
                  <a:spcBef>
                    <a:spcPts val="0"/>
                  </a:spcBef>
                  <a:spcAft>
                    <a:spcPts val="600"/>
                  </a:spcAft>
                  <a:buClrTx/>
                  <a:buSzPct val="100000"/>
                  <a:buFont typeface="+mj-lt"/>
                  <a:buAutoNum type="arabicPeriod"/>
                  <a:tabLst/>
                  <a:defRPr/>
                </a:pPr>
                <a:endPar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65" name="Rectangle : avec coins arrondis en haut 12">
                <a:extLst>
                  <a:ext uri="{FF2B5EF4-FFF2-40B4-BE49-F238E27FC236}">
                    <a16:creationId xmlns:a16="http://schemas.microsoft.com/office/drawing/2014/main" id="{30B533AD-423D-8330-049E-D9423104119A}"/>
                  </a:ext>
                </a:extLst>
              </p:cNvPr>
              <p:cNvSpPr/>
              <p:nvPr/>
            </p:nvSpPr>
            <p:spPr>
              <a:xfrm rot="10800000" flipH="1" flipV="1">
                <a:off x="9550236" y="1512310"/>
                <a:ext cx="2816761"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Highlights</a:t>
                </a:r>
                <a:endParaRPr kumimoji="0" lang="en-IN"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sp>
          <p:nvSpPr>
            <p:cNvPr id="160" name="Text 10">
              <a:extLst>
                <a:ext uri="{FF2B5EF4-FFF2-40B4-BE49-F238E27FC236}">
                  <a16:creationId xmlns:a16="http://schemas.microsoft.com/office/drawing/2014/main" id="{61B24BF1-BC4D-FE89-AA0A-BBE70CBAA3FA}"/>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pic>
        <p:nvPicPr>
          <p:cNvPr id="8" name="Graphic 7" descr="Badge Tick with solid fill">
            <a:extLst>
              <a:ext uri="{FF2B5EF4-FFF2-40B4-BE49-F238E27FC236}">
                <a16:creationId xmlns:a16="http://schemas.microsoft.com/office/drawing/2014/main" id="{3E37EE5D-4C20-2B5A-D74F-D3BDC6D953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20437" y="1316950"/>
            <a:ext cx="288000" cy="288000"/>
          </a:xfrm>
          <a:prstGeom prst="rect">
            <a:avLst/>
          </a:prstGeom>
        </p:spPr>
      </p:pic>
      <p:pic>
        <p:nvPicPr>
          <p:cNvPr id="11" name="Graphic 10" descr="Trophy with solid fill">
            <a:extLst>
              <a:ext uri="{FF2B5EF4-FFF2-40B4-BE49-F238E27FC236}">
                <a16:creationId xmlns:a16="http://schemas.microsoft.com/office/drawing/2014/main" id="{83152689-81A3-E2CB-D0AB-7D56DA2C17C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02927" y="1316950"/>
            <a:ext cx="288000" cy="217123"/>
          </a:xfrm>
          <a:prstGeom prst="rect">
            <a:avLst/>
          </a:prstGeom>
        </p:spPr>
      </p:pic>
      <p:graphicFrame>
        <p:nvGraphicFramePr>
          <p:cNvPr id="17" name="Table 16">
            <a:extLst>
              <a:ext uri="{FF2B5EF4-FFF2-40B4-BE49-F238E27FC236}">
                <a16:creationId xmlns:a16="http://schemas.microsoft.com/office/drawing/2014/main" id="{68AFAE55-3E9D-F500-8A28-5BB558FC1B11}"/>
              </a:ext>
            </a:extLst>
          </p:cNvPr>
          <p:cNvGraphicFramePr>
            <a:graphicFrameLocks noGrp="1"/>
          </p:cNvGraphicFramePr>
          <p:nvPr>
            <p:extLst>
              <p:ext uri="{D42A27DB-BD31-4B8C-83A1-F6EECF244321}">
                <p14:modId xmlns:p14="http://schemas.microsoft.com/office/powerpoint/2010/main" val="3523564966"/>
              </p:ext>
            </p:extLst>
          </p:nvPr>
        </p:nvGraphicFramePr>
        <p:xfrm>
          <a:off x="4752000" y="1793399"/>
          <a:ext cx="3280534" cy="2286000"/>
        </p:xfrm>
        <a:graphic>
          <a:graphicData uri="http://schemas.openxmlformats.org/drawingml/2006/table">
            <a:tbl>
              <a:tblPr>
                <a:tableStyleId>{5C22544A-7EE6-4342-B048-85BDC9FD1C3A}</a:tableStyleId>
              </a:tblPr>
              <a:tblGrid>
                <a:gridCol w="2428992">
                  <a:extLst>
                    <a:ext uri="{9D8B030D-6E8A-4147-A177-3AD203B41FA5}">
                      <a16:colId xmlns:a16="http://schemas.microsoft.com/office/drawing/2014/main" val="3120727726"/>
                    </a:ext>
                  </a:extLst>
                </a:gridCol>
                <a:gridCol w="851542">
                  <a:extLst>
                    <a:ext uri="{9D8B030D-6E8A-4147-A177-3AD203B41FA5}">
                      <a16:colId xmlns:a16="http://schemas.microsoft.com/office/drawing/2014/main" val="1069534392"/>
                    </a:ext>
                  </a:extLst>
                </a:gridCol>
              </a:tblGrid>
              <a:tr h="370840">
                <a:tc>
                  <a:txBody>
                    <a:bodyPr/>
                    <a:lstStyle/>
                    <a:p>
                      <a:r>
                        <a:rPr lang="en-US"/>
                        <a:t>95% Case category                              </a:t>
                      </a:r>
                    </a:p>
                    <a:p>
                      <a:r>
                        <a:rPr lang="en-US"/>
                        <a:t>Inclusion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8925" lvl="0" indent="0"/>
                      <a:endParaRPr lang="en-US">
                        <a:solidFill>
                          <a:srgbClr val="008A00"/>
                        </a:solidFill>
                      </a:endParaRPr>
                    </a:p>
                  </a:txBody>
                  <a:tcPr marL="0"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370840">
                <a:tc>
                  <a:txBody>
                    <a:bodyPr/>
                    <a:lstStyle/>
                    <a:p>
                      <a:r>
                        <a:rPr lang="en-US"/>
                        <a:t>Owning Feedback </a:t>
                      </a:r>
                    </a:p>
                    <a:p>
                      <a:r>
                        <a:rPr lang="en-US"/>
                        <a:t>Process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t>In progress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370840">
                <a:tc>
                  <a:txBody>
                    <a:bodyPr/>
                    <a:lstStyle/>
                    <a:p>
                      <a:r>
                        <a:rPr lang="en-US"/>
                        <a:t>Agents of Change</a:t>
                      </a:r>
                    </a:p>
                    <a:p>
                      <a:r>
                        <a:rPr lang="en-US"/>
                        <a:t>Workstream (US)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 progress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370840">
                <a:tc>
                  <a:txBody>
                    <a:bodyPr/>
                    <a:lstStyle/>
                    <a:p>
                      <a:r>
                        <a:rPr lang="en-US"/>
                        <a:t>iSell API integration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 progress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370840">
                <a:tc>
                  <a:txBody>
                    <a:bodyPr/>
                    <a:lstStyle/>
                    <a:p>
                      <a:r>
                        <a:rPr lang="en-US"/>
                        <a:t>Cloud Hosting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 progress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bl>
          </a:graphicData>
        </a:graphic>
      </p:graphicFrame>
      <p:sp>
        <p:nvSpPr>
          <p:cNvPr id="19" name="Oval 18">
            <a:extLst>
              <a:ext uri="{FF2B5EF4-FFF2-40B4-BE49-F238E27FC236}">
                <a16:creationId xmlns:a16="http://schemas.microsoft.com/office/drawing/2014/main" id="{841C71CB-B96F-6D9C-83C7-DA5CF8CA00F4}"/>
              </a:ext>
            </a:extLst>
          </p:cNvPr>
          <p:cNvSpPr/>
          <p:nvPr/>
        </p:nvSpPr>
        <p:spPr>
          <a:xfrm>
            <a:off x="6980091" y="1880112"/>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743BD79-AB98-0AB9-9368-BC7A1C1019BA}"/>
              </a:ext>
            </a:extLst>
          </p:cNvPr>
          <p:cNvSpPr/>
          <p:nvPr/>
        </p:nvSpPr>
        <p:spPr>
          <a:xfrm>
            <a:off x="6976572" y="2319719"/>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0DE8CE6D-47F0-7140-29BB-B3FE6D50E2FD}"/>
              </a:ext>
            </a:extLst>
          </p:cNvPr>
          <p:cNvSpPr txBox="1"/>
          <p:nvPr/>
        </p:nvSpPr>
        <p:spPr>
          <a:xfrm>
            <a:off x="9378601" y="1628210"/>
            <a:ext cx="2121258" cy="252762"/>
          </a:xfrm>
          <a:prstGeom prst="rect">
            <a:avLst/>
          </a:prstGeom>
          <a:noFill/>
        </p:spPr>
        <p:txBody>
          <a:bodyPr wrap="square" lIns="0" tIns="0" rIns="0" bIns="0" rtlCol="0">
            <a:spAutoFit/>
          </a:bodyPr>
          <a:lstStyle/>
          <a:p>
            <a:pPr algn="l">
              <a:lnSpc>
                <a:spcPct val="130000"/>
              </a:lnSpc>
            </a:pPr>
            <a:r>
              <a:rPr lang="en-US" sz="1400" b="1">
                <a:solidFill>
                  <a:srgbClr val="333333"/>
                </a:solidFill>
                <a:latin typeface="FedEx Sans Regular"/>
                <a:ea typeface="FedEx Sans Light" panose="020B0403020203020204" pitchFamily="34" charset="0"/>
                <a:cs typeface="FedEx Sans Light" panose="020B0403020203020204" pitchFamily="34" charset="0"/>
              </a:rPr>
              <a:t>Demo</a:t>
            </a:r>
            <a:r>
              <a:rPr lang="en-US" sz="1400" b="0" i="0">
                <a:latin typeface="FedEx Sans" panose="020B0603020203020204" pitchFamily="34" charset="0"/>
                <a:ea typeface="FedEx Sans" panose="020B0603020203020204" pitchFamily="34" charset="0"/>
                <a:cs typeface="FedEx Sans" panose="020B0603020203020204" pitchFamily="34" charset="0"/>
              </a:rPr>
              <a:t> </a:t>
            </a:r>
            <a:r>
              <a:rPr lang="en-US" sz="1400" b="1">
                <a:solidFill>
                  <a:srgbClr val="333333"/>
                </a:solidFill>
                <a:latin typeface="FedEx Sans Regular"/>
                <a:ea typeface="FedEx Sans Light" panose="020B0403020203020204" pitchFamily="34" charset="0"/>
                <a:cs typeface="FedEx Sans Light" panose="020B0403020203020204" pitchFamily="34" charset="0"/>
              </a:rPr>
              <a:t>showcase</a:t>
            </a:r>
          </a:p>
        </p:txBody>
      </p:sp>
      <p:pic>
        <p:nvPicPr>
          <p:cNvPr id="25" name="Picture 2" descr="A person in a suit&#10;&#10;AI-generated content may be incorrect.">
            <a:extLst>
              <a:ext uri="{FF2B5EF4-FFF2-40B4-BE49-F238E27FC236}">
                <a16:creationId xmlns:a16="http://schemas.microsoft.com/office/drawing/2014/main" id="{36275107-72D7-0EB7-E6E8-D4090042B9B1}"/>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42277"/>
          <a:stretch>
            <a:fillRect/>
          </a:stretch>
        </p:blipFill>
        <p:spPr bwMode="auto">
          <a:xfrm>
            <a:off x="8586403" y="2642532"/>
            <a:ext cx="538502" cy="360000"/>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6044C5FE-7595-01AC-C0F6-00DBC9444869}"/>
              </a:ext>
            </a:extLst>
          </p:cNvPr>
          <p:cNvSpPr txBox="1"/>
          <p:nvPr/>
        </p:nvSpPr>
        <p:spPr>
          <a:xfrm>
            <a:off x="9390281" y="2339242"/>
            <a:ext cx="2121258" cy="198644"/>
          </a:xfrm>
          <a:prstGeom prst="rect">
            <a:avLst/>
          </a:prstGeom>
          <a:noFill/>
        </p:spPr>
        <p:txBody>
          <a:bodyPr wrap="square" lIns="0" tIns="0" rIns="0" bIns="0" rtlCol="0">
            <a:spAutoFit/>
          </a:bodyPr>
          <a:lstStyle/>
          <a:p>
            <a:pPr algn="l">
              <a:lnSpc>
                <a:spcPct val="130000"/>
              </a:lnSpc>
            </a:pPr>
            <a:r>
              <a:rPr lang="en-US" sz="1100"/>
              <a:t>Mark</a:t>
            </a:r>
            <a:r>
              <a:rPr lang="en-US" sz="1100" b="0" i="0">
                <a:latin typeface="FedEx Sans" panose="020B0603020203020204" pitchFamily="34" charset="0"/>
                <a:ea typeface="FedEx Sans" panose="020B0603020203020204" pitchFamily="34" charset="0"/>
                <a:cs typeface="FedEx Sans" panose="020B0603020203020204" pitchFamily="34" charset="0"/>
              </a:rPr>
              <a:t> Colombo (</a:t>
            </a:r>
            <a:r>
              <a:rPr lang="en-US" sz="1100"/>
              <a:t>04</a:t>
            </a:r>
            <a:r>
              <a:rPr lang="en-US" sz="1100" b="0" i="0">
                <a:latin typeface="FedEx Sans" panose="020B0603020203020204" pitchFamily="34" charset="0"/>
                <a:ea typeface="FedEx Sans" panose="020B0603020203020204" pitchFamily="34" charset="0"/>
                <a:cs typeface="FedEx Sans" panose="020B0603020203020204" pitchFamily="34" charset="0"/>
              </a:rPr>
              <a:t>/06)</a:t>
            </a:r>
          </a:p>
        </p:txBody>
      </p:sp>
      <p:sp>
        <p:nvSpPr>
          <p:cNvPr id="21" name="TextBox 20">
            <a:extLst>
              <a:ext uri="{FF2B5EF4-FFF2-40B4-BE49-F238E27FC236}">
                <a16:creationId xmlns:a16="http://schemas.microsoft.com/office/drawing/2014/main" id="{135037E0-2D39-ACAB-4498-22B4BF33EF78}"/>
              </a:ext>
            </a:extLst>
          </p:cNvPr>
          <p:cNvSpPr txBox="1"/>
          <p:nvPr/>
        </p:nvSpPr>
        <p:spPr>
          <a:xfrm>
            <a:off x="9373449" y="2698803"/>
            <a:ext cx="2121258" cy="198644"/>
          </a:xfrm>
          <a:prstGeom prst="rect">
            <a:avLst/>
          </a:prstGeom>
          <a:noFill/>
        </p:spPr>
        <p:txBody>
          <a:bodyPr wrap="square" lIns="0" tIns="0" rIns="0" bIns="0" rtlCol="0">
            <a:spAutoFit/>
          </a:bodyPr>
          <a:lstStyle/>
          <a:p>
            <a:pPr algn="l">
              <a:lnSpc>
                <a:spcPct val="130000"/>
              </a:lnSpc>
            </a:pPr>
            <a:r>
              <a:rPr lang="en-US" sz="1100"/>
              <a:t>Chris Nicholas</a:t>
            </a:r>
            <a:r>
              <a:rPr lang="en-US" sz="1100" b="0" i="0">
                <a:latin typeface="FedEx Sans" panose="020B0603020203020204" pitchFamily="34" charset="0"/>
                <a:ea typeface="FedEx Sans" panose="020B0603020203020204" pitchFamily="34" charset="0"/>
                <a:cs typeface="FedEx Sans" panose="020B0603020203020204" pitchFamily="34" charset="0"/>
              </a:rPr>
              <a:t> (</a:t>
            </a:r>
            <a:r>
              <a:rPr lang="en-US" sz="1100"/>
              <a:t>07</a:t>
            </a:r>
            <a:r>
              <a:rPr lang="en-US" sz="1100" b="0" i="0">
                <a:latin typeface="FedEx Sans" panose="020B0603020203020204" pitchFamily="34" charset="0"/>
                <a:ea typeface="FedEx Sans" panose="020B0603020203020204" pitchFamily="34" charset="0"/>
                <a:cs typeface="FedEx Sans" panose="020B0603020203020204" pitchFamily="34" charset="0"/>
              </a:rPr>
              <a:t>/05)</a:t>
            </a:r>
          </a:p>
        </p:txBody>
      </p:sp>
      <p:sp>
        <p:nvSpPr>
          <p:cNvPr id="30" name="TextBox 29">
            <a:extLst>
              <a:ext uri="{FF2B5EF4-FFF2-40B4-BE49-F238E27FC236}">
                <a16:creationId xmlns:a16="http://schemas.microsoft.com/office/drawing/2014/main" id="{B5A5ED28-C27E-BC61-98BA-86200E27BB40}"/>
              </a:ext>
            </a:extLst>
          </p:cNvPr>
          <p:cNvSpPr txBox="1"/>
          <p:nvPr/>
        </p:nvSpPr>
        <p:spPr>
          <a:xfrm>
            <a:off x="9390281" y="1964804"/>
            <a:ext cx="1589242" cy="198644"/>
          </a:xfrm>
          <a:prstGeom prst="rect">
            <a:avLst/>
          </a:prstGeom>
          <a:noFill/>
        </p:spPr>
        <p:txBody>
          <a:bodyPr wrap="square" lIns="0" tIns="0" rIns="0" bIns="0" rtlCol="0">
            <a:spAutoFit/>
          </a:bodyPr>
          <a:lstStyle/>
          <a:p>
            <a:pPr algn="l">
              <a:lnSpc>
                <a:spcPct val="130000"/>
              </a:lnSpc>
            </a:pPr>
            <a:r>
              <a:rPr lang="en-US" sz="1100"/>
              <a:t>GSO Townhall</a:t>
            </a:r>
            <a:r>
              <a:rPr lang="en-US" sz="1100" b="0" i="0">
                <a:latin typeface="FedEx Sans" panose="020B0603020203020204" pitchFamily="34" charset="0"/>
                <a:ea typeface="FedEx Sans" panose="020B0603020203020204" pitchFamily="34" charset="0"/>
                <a:cs typeface="FedEx Sans" panose="020B0603020203020204" pitchFamily="34" charset="0"/>
              </a:rPr>
              <a:t> (29/06)</a:t>
            </a:r>
          </a:p>
        </p:txBody>
      </p:sp>
      <p:sp>
        <p:nvSpPr>
          <p:cNvPr id="32" name="TextBox 31">
            <a:extLst>
              <a:ext uri="{FF2B5EF4-FFF2-40B4-BE49-F238E27FC236}">
                <a16:creationId xmlns:a16="http://schemas.microsoft.com/office/drawing/2014/main" id="{FE17CD56-5D51-BE82-E0AF-16B4502A2A9E}"/>
              </a:ext>
            </a:extLst>
          </p:cNvPr>
          <p:cNvSpPr txBox="1"/>
          <p:nvPr/>
        </p:nvSpPr>
        <p:spPr>
          <a:xfrm>
            <a:off x="9378601" y="3059371"/>
            <a:ext cx="1779910" cy="456728"/>
          </a:xfrm>
          <a:prstGeom prst="rect">
            <a:avLst/>
          </a:prstGeom>
          <a:noFill/>
        </p:spPr>
        <p:txBody>
          <a:bodyPr wrap="square" lIns="0" tIns="0" rIns="0" bIns="0" rtlCol="0">
            <a:spAutoFit/>
          </a:bodyPr>
          <a:lstStyle/>
          <a:p>
            <a:pPr algn="l">
              <a:lnSpc>
                <a:spcPct val="130000"/>
              </a:lnSpc>
            </a:pPr>
            <a:r>
              <a:rPr lang="en-US" sz="1200" b="1">
                <a:solidFill>
                  <a:srgbClr val="333333"/>
                </a:solidFill>
                <a:latin typeface="FedEx Sans Regular"/>
                <a:ea typeface="FedEx Sans Light" panose="020B0403020203020204" pitchFamily="34" charset="0"/>
                <a:cs typeface="FedEx Sans Light" panose="020B0403020203020204" pitchFamily="34" charset="0"/>
              </a:rPr>
              <a:t>Nominated Optix for PPQA        </a:t>
            </a:r>
            <a:endParaRPr lang="en-US" sz="1200" b="0" i="0">
              <a:latin typeface="FedEx Sans" panose="020B0603020203020204" pitchFamily="34" charset="0"/>
              <a:ea typeface="FedEx Sans" panose="020B0603020203020204" pitchFamily="34" charset="0"/>
              <a:cs typeface="FedEx Sans" panose="020B0603020203020204" pitchFamily="34" charset="0"/>
            </a:endParaRPr>
          </a:p>
        </p:txBody>
      </p:sp>
      <p:sp>
        <p:nvSpPr>
          <p:cNvPr id="33" name="TextBox 32">
            <a:extLst>
              <a:ext uri="{FF2B5EF4-FFF2-40B4-BE49-F238E27FC236}">
                <a16:creationId xmlns:a16="http://schemas.microsoft.com/office/drawing/2014/main" id="{23DCD5ED-3E89-78DB-446D-AF047DC5A459}"/>
              </a:ext>
            </a:extLst>
          </p:cNvPr>
          <p:cNvSpPr txBox="1"/>
          <p:nvPr/>
        </p:nvSpPr>
        <p:spPr>
          <a:xfrm>
            <a:off x="9383166" y="3563523"/>
            <a:ext cx="2534333" cy="747897"/>
          </a:xfrm>
          <a:prstGeom prst="rect">
            <a:avLst/>
          </a:prstGeom>
          <a:noFill/>
        </p:spPr>
        <p:txBody>
          <a:bodyPr wrap="square" lIns="0" tIns="0" rIns="0" bIns="0" rtlCol="0">
            <a:spAutoFit/>
          </a:bodyPr>
          <a:lstStyle/>
          <a:p>
            <a:pPr algn="l">
              <a:lnSpc>
                <a:spcPct val="130000"/>
              </a:lnSpc>
              <a:spcAft>
                <a:spcPts val="0"/>
              </a:spcAft>
            </a:pPr>
            <a:r>
              <a:rPr lang="en-US" sz="1200" b="1">
                <a:solidFill>
                  <a:srgbClr val="333333"/>
                </a:solidFill>
                <a:latin typeface="FedEx Sans Regular"/>
                <a:ea typeface="FedEx Sans Light" panose="020B0403020203020204" pitchFamily="34" charset="0"/>
                <a:cs typeface="FedEx Sans Light" panose="020B0403020203020204" pitchFamily="34" charset="0"/>
              </a:rPr>
              <a:t>Cross Collaboration</a:t>
            </a:r>
          </a:p>
          <a:p>
            <a:pPr marL="216000" indent="-216000" algn="l">
              <a:spcAft>
                <a:spcPts val="0"/>
              </a:spcAft>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CHM</a:t>
            </a:r>
          </a:p>
          <a:p>
            <a:pPr marL="216000" indent="-216000" algn="l">
              <a:spcAft>
                <a:spcPts val="0"/>
              </a:spcAft>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DART</a:t>
            </a:r>
          </a:p>
          <a:p>
            <a:pPr marL="216000" indent="-216000" algn="l">
              <a:spcAft>
                <a:spcPts val="0"/>
              </a:spcAft>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APAC</a:t>
            </a:r>
          </a:p>
        </p:txBody>
      </p:sp>
      <p:pic>
        <p:nvPicPr>
          <p:cNvPr id="35" name="Graphic 34" descr="Meeting with solid fill">
            <a:extLst>
              <a:ext uri="{FF2B5EF4-FFF2-40B4-BE49-F238E27FC236}">
                <a16:creationId xmlns:a16="http://schemas.microsoft.com/office/drawing/2014/main" id="{83C95D46-E32E-0ACD-A1A7-608A30FDB19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75654" y="1873172"/>
            <a:ext cx="360000" cy="360000"/>
          </a:xfrm>
          <a:prstGeom prst="rect">
            <a:avLst/>
          </a:prstGeom>
        </p:spPr>
      </p:pic>
      <p:pic>
        <p:nvPicPr>
          <p:cNvPr id="37" name="Graphic 36" descr="Shooting star with solid fill">
            <a:extLst>
              <a:ext uri="{FF2B5EF4-FFF2-40B4-BE49-F238E27FC236}">
                <a16:creationId xmlns:a16="http://schemas.microsoft.com/office/drawing/2014/main" id="{33E1742C-C8EC-5F83-AC44-B14DB3B7DC2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75654" y="3104540"/>
            <a:ext cx="360000" cy="360000"/>
          </a:xfrm>
          <a:prstGeom prst="rect">
            <a:avLst/>
          </a:prstGeom>
        </p:spPr>
      </p:pic>
      <p:pic>
        <p:nvPicPr>
          <p:cNvPr id="39" name="Graphic 38" descr="Handshake with solid fill">
            <a:extLst>
              <a:ext uri="{FF2B5EF4-FFF2-40B4-BE49-F238E27FC236}">
                <a16:creationId xmlns:a16="http://schemas.microsoft.com/office/drawing/2014/main" id="{50328DDE-0F0A-C351-9DE6-801692A82D6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675654" y="3553042"/>
            <a:ext cx="360000" cy="360000"/>
          </a:xfrm>
          <a:prstGeom prst="rect">
            <a:avLst/>
          </a:prstGeom>
        </p:spPr>
      </p:pic>
      <p:sp>
        <p:nvSpPr>
          <p:cNvPr id="40" name="TextBox 39">
            <a:extLst>
              <a:ext uri="{FF2B5EF4-FFF2-40B4-BE49-F238E27FC236}">
                <a16:creationId xmlns:a16="http://schemas.microsoft.com/office/drawing/2014/main" id="{8AD56871-23FC-D03F-0392-394DE43240E8}"/>
              </a:ext>
            </a:extLst>
          </p:cNvPr>
          <p:cNvSpPr txBox="1"/>
          <p:nvPr/>
        </p:nvSpPr>
        <p:spPr>
          <a:xfrm>
            <a:off x="7288643" y="1896798"/>
            <a:ext cx="2121258" cy="198644"/>
          </a:xfrm>
          <a:prstGeom prst="rect">
            <a:avLst/>
          </a:prstGeom>
          <a:noFill/>
        </p:spPr>
        <p:txBody>
          <a:bodyPr wrap="square" lIns="0" tIns="0" rIns="0" bIns="0" rtlCol="0">
            <a:spAutoFit/>
          </a:bodyPr>
          <a:lstStyle/>
          <a:p>
            <a:pPr algn="l">
              <a:lnSpc>
                <a:spcPct val="130000"/>
              </a:lnSpc>
            </a:pPr>
            <a:r>
              <a:rPr lang="en-US" sz="1100" b="1">
                <a:solidFill>
                  <a:srgbClr val="008A00"/>
                </a:solidFill>
              </a:rPr>
              <a:t>LIVE</a:t>
            </a:r>
            <a:endParaRPr lang="en-US" sz="1100" b="1" i="0">
              <a:solidFill>
                <a:srgbClr val="008A00"/>
              </a:solidFill>
              <a:latin typeface="FedEx Sans" panose="020B0603020203020204" pitchFamily="34" charset="0"/>
              <a:ea typeface="FedEx Sans" panose="020B0603020203020204" pitchFamily="34" charset="0"/>
              <a:cs typeface="FedEx Sans" panose="020B0603020203020204" pitchFamily="34" charset="0"/>
            </a:endParaRPr>
          </a:p>
        </p:txBody>
      </p:sp>
      <p:sp>
        <p:nvSpPr>
          <p:cNvPr id="41" name="Oval 40">
            <a:extLst>
              <a:ext uri="{FF2B5EF4-FFF2-40B4-BE49-F238E27FC236}">
                <a16:creationId xmlns:a16="http://schemas.microsoft.com/office/drawing/2014/main" id="{BFDFDE63-CB8C-81BA-7B63-A8AD3C74F9F6}"/>
              </a:ext>
            </a:extLst>
          </p:cNvPr>
          <p:cNvSpPr/>
          <p:nvPr/>
        </p:nvSpPr>
        <p:spPr>
          <a:xfrm>
            <a:off x="6976572" y="2816927"/>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A4D6098-0962-F28E-D879-728DC7E7AFC4}"/>
              </a:ext>
            </a:extLst>
          </p:cNvPr>
          <p:cNvSpPr/>
          <p:nvPr/>
        </p:nvSpPr>
        <p:spPr>
          <a:xfrm>
            <a:off x="6976572" y="3310421"/>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E90B8254-6FD9-4AB3-9253-CC3D84ED12FF}"/>
              </a:ext>
            </a:extLst>
          </p:cNvPr>
          <p:cNvSpPr/>
          <p:nvPr/>
        </p:nvSpPr>
        <p:spPr>
          <a:xfrm>
            <a:off x="6976572" y="3726820"/>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c 43" descr="Magnifying glass with solid fill">
            <a:extLst>
              <a:ext uri="{FF2B5EF4-FFF2-40B4-BE49-F238E27FC236}">
                <a16:creationId xmlns:a16="http://schemas.microsoft.com/office/drawing/2014/main" id="{2F75A441-ACD9-4ADB-6C2E-91DC9E16F58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13340" y="1264627"/>
            <a:ext cx="288000" cy="288000"/>
          </a:xfrm>
          <a:prstGeom prst="rect">
            <a:avLst/>
          </a:prstGeom>
        </p:spPr>
      </p:pic>
      <p:sp>
        <p:nvSpPr>
          <p:cNvPr id="47" name="Rectangle : avec coins arrondis en haut 12">
            <a:extLst>
              <a:ext uri="{FF2B5EF4-FFF2-40B4-BE49-F238E27FC236}">
                <a16:creationId xmlns:a16="http://schemas.microsoft.com/office/drawing/2014/main" id="{F9FB3B96-054B-91F5-BDA5-60E4F3479D79}"/>
              </a:ext>
            </a:extLst>
          </p:cNvPr>
          <p:cNvSpPr/>
          <p:nvPr/>
        </p:nvSpPr>
        <p:spPr>
          <a:xfrm rot="10800000" flipH="1" flipV="1">
            <a:off x="606386" y="2862795"/>
            <a:ext cx="3857567" cy="361509"/>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IN" sz="1600" b="0" i="0" u="none" strike="noStrike" kern="0" cap="none" spc="0" normalizeH="0" baseline="0" noProof="0">
              <a:ln>
                <a:noFill/>
              </a:ln>
              <a:solidFill>
                <a:prstClr val="white"/>
              </a:solidFill>
              <a:effectLst/>
              <a:uLnTx/>
              <a:uFillTx/>
              <a:latin typeface="FedEx Sans Regular"/>
              <a:ea typeface="FedEx Sans Light" panose="020B0403020203020204" pitchFamily="34" charset="0"/>
              <a:cs typeface="FedEx Sans Light" panose="020B0403020203020204" pitchFamily="34" charset="0"/>
            </a:endParaRPr>
          </a:p>
        </p:txBody>
      </p:sp>
      <p:sp>
        <p:nvSpPr>
          <p:cNvPr id="48" name="Text 10">
            <a:extLst>
              <a:ext uri="{FF2B5EF4-FFF2-40B4-BE49-F238E27FC236}">
                <a16:creationId xmlns:a16="http://schemas.microsoft.com/office/drawing/2014/main" id="{81F022A0-FADD-3CB7-0E11-27FC2A3D93E2}"/>
              </a:ext>
            </a:extLst>
          </p:cNvPr>
          <p:cNvSpPr/>
          <p:nvPr/>
        </p:nvSpPr>
        <p:spPr>
          <a:xfrm>
            <a:off x="1512624" y="2846891"/>
            <a:ext cx="2099386" cy="372930"/>
          </a:xfrm>
          <a:prstGeom prst="rect">
            <a:avLst/>
          </a:prstGeom>
          <a:noFill/>
          <a:ln/>
        </p:spPr>
        <p:txBody>
          <a:bodyPr wrap="square" lIns="0" tIns="10160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Solutions Implemented</a:t>
            </a:r>
          </a:p>
        </p:txBody>
      </p:sp>
      <p:pic>
        <p:nvPicPr>
          <p:cNvPr id="49" name="Graphic 48" descr="Puzzle pieces with solid fill">
            <a:extLst>
              <a:ext uri="{FF2B5EF4-FFF2-40B4-BE49-F238E27FC236}">
                <a16:creationId xmlns:a16="http://schemas.microsoft.com/office/drawing/2014/main" id="{55C7B3AC-82BD-01D3-67CF-378E51F6272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34293" y="2898391"/>
            <a:ext cx="288000" cy="288000"/>
          </a:xfrm>
          <a:prstGeom prst="rect">
            <a:avLst/>
          </a:prstGeom>
        </p:spPr>
      </p:pic>
      <p:sp>
        <p:nvSpPr>
          <p:cNvPr id="51" name="TextBox 50">
            <a:extLst>
              <a:ext uri="{FF2B5EF4-FFF2-40B4-BE49-F238E27FC236}">
                <a16:creationId xmlns:a16="http://schemas.microsoft.com/office/drawing/2014/main" id="{B3AD00FD-F6ED-3E35-061B-A9EC594FA50B}"/>
              </a:ext>
            </a:extLst>
          </p:cNvPr>
          <p:cNvSpPr txBox="1"/>
          <p:nvPr/>
        </p:nvSpPr>
        <p:spPr>
          <a:xfrm>
            <a:off x="677182" y="3227285"/>
            <a:ext cx="3741871" cy="1200329"/>
          </a:xfrm>
          <a:prstGeom prst="rect">
            <a:avLst/>
          </a:prstGeom>
          <a:noFill/>
        </p:spPr>
        <p:txBody>
          <a:bodyPr wrap="square">
            <a:spAutoFit/>
          </a:bodyPr>
          <a:lstStyle/>
          <a:p>
            <a:pPr marL="171450" indent="-171450">
              <a:spcAft>
                <a:spcPts val="0"/>
              </a:spcAft>
              <a:buFont typeface="Arial" panose="020B0604020202020204" pitchFamily="34" charset="0"/>
              <a:buChar char="•"/>
            </a:pPr>
            <a:r>
              <a:rPr lang="en-US" sz="1200" b="0" i="0" u="none" strike="noStrike">
                <a:solidFill>
                  <a:srgbClr val="1E1B2E"/>
                </a:solidFill>
                <a:effectLst/>
                <a:latin typeface="+mn-lt"/>
              </a:rPr>
              <a:t>Rule-based </a:t>
            </a:r>
            <a:r>
              <a:rPr lang="en-US" sz="1200" b="1" i="0" u="none" strike="noStrike">
                <a:solidFill>
                  <a:srgbClr val="1E1B2E"/>
                </a:solidFill>
                <a:effectLst/>
                <a:latin typeface="+mn-lt"/>
              </a:rPr>
              <a:t>Python</a:t>
            </a:r>
            <a:r>
              <a:rPr lang="en-US" sz="1200" b="0" i="0" u="none" strike="noStrike">
                <a:solidFill>
                  <a:srgbClr val="1E1B2E"/>
                </a:solidFill>
                <a:effectLst/>
                <a:latin typeface="+mn-lt"/>
              </a:rPr>
              <a:t> engine </a:t>
            </a:r>
            <a:r>
              <a:rPr lang="en-US" sz="1200" b="1" i="0" u="none" strike="noStrike">
                <a:solidFill>
                  <a:srgbClr val="1E1B2E"/>
                </a:solidFill>
                <a:effectLst/>
                <a:latin typeface="+mn-lt"/>
              </a:rPr>
              <a:t>auto-resolves </a:t>
            </a:r>
            <a:r>
              <a:rPr lang="en-US" sz="1200" b="0" i="0" u="none" strike="noStrike">
                <a:solidFill>
                  <a:srgbClr val="1E1B2E"/>
                </a:solidFill>
                <a:effectLst/>
                <a:latin typeface="+mn-lt"/>
              </a:rPr>
              <a:t>cases with predefined business logic</a:t>
            </a:r>
          </a:p>
          <a:p>
            <a:pPr marL="171450" indent="-171450">
              <a:spcAft>
                <a:spcPts val="0"/>
              </a:spcAft>
              <a:buFont typeface="Arial" panose="020B0604020202020204" pitchFamily="34" charset="0"/>
              <a:buChar char="•"/>
            </a:pPr>
            <a:r>
              <a:rPr lang="en-US" sz="1200" b="1">
                <a:solidFill>
                  <a:schemeClr val="tx1"/>
                </a:solidFill>
                <a:latin typeface="+mn-lt"/>
                <a:ea typeface="+mn-ea"/>
                <a:cs typeface="+mn-cs"/>
              </a:rPr>
              <a:t>Multi-source</a:t>
            </a:r>
            <a:r>
              <a:rPr lang="en-US" sz="1200" b="1" i="0" u="none" strike="noStrike">
                <a:solidFill>
                  <a:srgbClr val="1E1B2E"/>
                </a:solidFill>
                <a:effectLst/>
                <a:latin typeface="+mn-lt"/>
              </a:rPr>
              <a:t> data ingestion </a:t>
            </a:r>
            <a:r>
              <a:rPr lang="en-US" sz="1200">
                <a:solidFill>
                  <a:srgbClr val="1E1B2E"/>
                </a:solidFill>
                <a:latin typeface="+mn-lt"/>
              </a:rPr>
              <a:t>&amp; </a:t>
            </a:r>
            <a:r>
              <a:rPr lang="en-US" sz="1200" b="0" i="0" u="none" strike="noStrike">
                <a:solidFill>
                  <a:srgbClr val="1E1B2E"/>
                </a:solidFill>
                <a:effectLst/>
                <a:latin typeface="+mn-lt"/>
              </a:rPr>
              <a:t>automated parsing ensures clean, validated inputs</a:t>
            </a:r>
            <a:r>
              <a:rPr lang="en-IN" sz="1200" b="0" i="0">
                <a:solidFill>
                  <a:srgbClr val="000000"/>
                </a:solidFill>
                <a:effectLst/>
                <a:latin typeface="+mn-lt"/>
              </a:rPr>
              <a:t>​</a:t>
            </a:r>
          </a:p>
          <a:p>
            <a:pPr marL="171450" indent="-171450">
              <a:spcAft>
                <a:spcPts val="0"/>
              </a:spcAft>
              <a:buFont typeface="Arial" panose="020B0604020202020204" pitchFamily="34" charset="0"/>
              <a:buChar char="•"/>
            </a:pPr>
            <a:r>
              <a:rPr lang="en-US" sz="1200" b="0" i="0" u="none" strike="noStrike">
                <a:solidFill>
                  <a:srgbClr val="1E1B2E"/>
                </a:solidFill>
                <a:effectLst/>
                <a:latin typeface="+mn-lt"/>
              </a:rPr>
              <a:t>Auto-generated CSVs file to close resolution loop</a:t>
            </a:r>
            <a:endParaRPr lang="en-IN" sz="1200">
              <a:latin typeface="+mn-lt"/>
            </a:endParaRPr>
          </a:p>
        </p:txBody>
      </p:sp>
      <p:sp>
        <p:nvSpPr>
          <p:cNvPr id="52" name="TextBox 51">
            <a:extLst>
              <a:ext uri="{FF2B5EF4-FFF2-40B4-BE49-F238E27FC236}">
                <a16:creationId xmlns:a16="http://schemas.microsoft.com/office/drawing/2014/main" id="{38F3C557-2733-6D8B-55B9-64B678959119}"/>
              </a:ext>
            </a:extLst>
          </p:cNvPr>
          <p:cNvSpPr txBox="1"/>
          <p:nvPr/>
        </p:nvSpPr>
        <p:spPr>
          <a:xfrm>
            <a:off x="680461" y="1644884"/>
            <a:ext cx="3562883" cy="1200329"/>
          </a:xfrm>
          <a:prstGeom prst="rect">
            <a:avLst/>
          </a:prstGeom>
          <a:noFill/>
        </p:spPr>
        <p:txBody>
          <a:bodyPr wrap="square">
            <a:spAutoFit/>
          </a:bodyPr>
          <a:lstStyle/>
          <a:p>
            <a:pPr marL="171450" lvl="0" indent="-171450" algn="l" rtl="0">
              <a:spcAft>
                <a:spcPts val="0"/>
              </a:spcAft>
              <a:buSzPct val="100000"/>
              <a:buFont typeface="Arial" panose="020B0604020202020204" pitchFamily="34" charset="0"/>
              <a:buChar char="•"/>
              <a:defRPr/>
            </a:pPr>
            <a:r>
              <a:rPr lang="en-US" sz="1200" b="1">
                <a:solidFill>
                  <a:schemeClr val="tx1"/>
                </a:solidFill>
              </a:rPr>
              <a:t>2,538</a:t>
            </a:r>
            <a:r>
              <a:rPr lang="en-US" sz="1200">
                <a:solidFill>
                  <a:schemeClr val="tx1"/>
                </a:solidFill>
              </a:rPr>
              <a:t> TP&amp;O cases/month requiring navigation between </a:t>
            </a:r>
            <a:r>
              <a:rPr lang="en-US" sz="1200" b="1">
                <a:solidFill>
                  <a:schemeClr val="tx1"/>
                </a:solidFill>
              </a:rPr>
              <a:t>Atlantis, iSell, CHT</a:t>
            </a:r>
          </a:p>
          <a:p>
            <a:pPr marL="171450" lvl="0" indent="-171450" algn="l" rtl="0">
              <a:spcAft>
                <a:spcPts val="0"/>
              </a:spcAft>
              <a:buSzPct val="100000"/>
              <a:buFont typeface="Arial" panose="020B0604020202020204" pitchFamily="34" charset="0"/>
              <a:buChar char="•"/>
              <a:defRPr/>
            </a:pPr>
            <a:r>
              <a:rPr lang="en-US" sz="1200" b="1">
                <a:solidFill>
                  <a:schemeClr val="tx1"/>
                </a:solidFill>
              </a:rPr>
              <a:t>5–8 min per case</a:t>
            </a:r>
            <a:r>
              <a:rPr lang="en-US" sz="1200">
                <a:solidFill>
                  <a:schemeClr val="tx1"/>
                </a:solidFill>
              </a:rPr>
              <a:t>; manual form-filling drives SLA risk &amp; data errors</a:t>
            </a:r>
            <a:r>
              <a:rPr lang="en-IN" sz="1200">
                <a:solidFill>
                  <a:schemeClr val="tx1"/>
                </a:solidFill>
              </a:rPr>
              <a:t>​</a:t>
            </a:r>
          </a:p>
          <a:p>
            <a:pPr marL="171450" lvl="0" indent="-171450" algn="l" rtl="0">
              <a:spcAft>
                <a:spcPts val="0"/>
              </a:spcAft>
              <a:buSzPct val="100000"/>
              <a:buFont typeface="Arial" panose="020B0604020202020204" pitchFamily="34" charset="0"/>
              <a:buChar char="•"/>
              <a:defRPr/>
            </a:pPr>
            <a:r>
              <a:rPr lang="en-US" sz="1200">
                <a:solidFill>
                  <a:schemeClr val="tx1"/>
                </a:solidFill>
              </a:rPr>
              <a:t>Analyst capacity consumed by </a:t>
            </a:r>
            <a:r>
              <a:rPr lang="en-US" sz="1200" b="1">
                <a:solidFill>
                  <a:schemeClr val="tx1"/>
                </a:solidFill>
              </a:rPr>
              <a:t>repetitive tasks, limiting strategic bandwidth</a:t>
            </a:r>
            <a:r>
              <a:rPr lang="en-IN" sz="1200">
                <a:solidFill>
                  <a:schemeClr val="tx1"/>
                </a:solidFill>
              </a:rPr>
              <a:t>​</a:t>
            </a:r>
            <a:endParaRPr lang="en-IN" sz="1200">
              <a:latin typeface="+mn-lt"/>
            </a:endParaRPr>
          </a:p>
        </p:txBody>
      </p:sp>
      <p:sp>
        <p:nvSpPr>
          <p:cNvPr id="56" name="Right Brace 55">
            <a:extLst>
              <a:ext uri="{FF2B5EF4-FFF2-40B4-BE49-F238E27FC236}">
                <a16:creationId xmlns:a16="http://schemas.microsoft.com/office/drawing/2014/main" id="{9DA5A152-C8DF-5D0E-E256-757AA46880BC}"/>
              </a:ext>
            </a:extLst>
          </p:cNvPr>
          <p:cNvSpPr/>
          <p:nvPr/>
        </p:nvSpPr>
        <p:spPr>
          <a:xfrm rot="16200000">
            <a:off x="2116147" y="3686343"/>
            <a:ext cx="144000" cy="2196000"/>
          </a:xfrm>
          <a:prstGeom prst="rightBrace">
            <a:avLst>
              <a:gd name="adj1" fmla="val 8333"/>
              <a:gd name="adj2" fmla="val 50394"/>
            </a:avLst>
          </a:prstGeom>
          <a:ln>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7" name="Text 10">
            <a:extLst>
              <a:ext uri="{FF2B5EF4-FFF2-40B4-BE49-F238E27FC236}">
                <a16:creationId xmlns:a16="http://schemas.microsoft.com/office/drawing/2014/main" id="{65D5B435-B592-02A3-4A6A-D098823A841B}"/>
              </a:ext>
            </a:extLst>
          </p:cNvPr>
          <p:cNvSpPr/>
          <p:nvPr/>
        </p:nvSpPr>
        <p:spPr>
          <a:xfrm>
            <a:off x="1190600" y="4447182"/>
            <a:ext cx="2099386" cy="372930"/>
          </a:xfrm>
          <a:prstGeom prst="rect">
            <a:avLst/>
          </a:prstGeom>
          <a:noFill/>
          <a:ln/>
        </p:spPr>
        <p:txBody>
          <a:bodyPr wrap="square" lIns="0" tIns="101600" rIns="0" bIns="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chemeClr val="bg2"/>
                </a:solidFill>
                <a:effectLst/>
                <a:uLnTx/>
                <a:uFillTx/>
                <a:latin typeface="FedEx Sans Regular"/>
                <a:ea typeface="Calibri" pitchFamily="34" charset="-122"/>
                <a:cs typeface="Calibri" pitchFamily="34" charset="-120"/>
              </a:rPr>
              <a:t>Optix 1.0</a:t>
            </a:r>
          </a:p>
        </p:txBody>
      </p:sp>
      <p:sp>
        <p:nvSpPr>
          <p:cNvPr id="58" name="Text 10">
            <a:extLst>
              <a:ext uri="{FF2B5EF4-FFF2-40B4-BE49-F238E27FC236}">
                <a16:creationId xmlns:a16="http://schemas.microsoft.com/office/drawing/2014/main" id="{16934664-41D8-8300-FFDE-4A384DB9A8E4}"/>
              </a:ext>
            </a:extLst>
          </p:cNvPr>
          <p:cNvSpPr/>
          <p:nvPr/>
        </p:nvSpPr>
        <p:spPr>
          <a:xfrm>
            <a:off x="663932" y="4396354"/>
            <a:ext cx="1293763" cy="444438"/>
          </a:xfrm>
          <a:prstGeom prst="rect">
            <a:avLst/>
          </a:prstGeom>
          <a:noFill/>
          <a:ln/>
        </p:spPr>
        <p:txBody>
          <a:bodyPr wrap="square" lIns="0" tIns="10160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chemeClr val="tx1"/>
                </a:solidFill>
                <a:effectLst/>
                <a:uLnTx/>
                <a:uFillTx/>
                <a:latin typeface="FedEx Sans Regular"/>
                <a:ea typeface="Calibri" pitchFamily="34" charset="-122"/>
                <a:cs typeface="Calibri" pitchFamily="34" charset="-120"/>
              </a:rPr>
              <a:t>Progress </a:t>
            </a:r>
            <a:r>
              <a:rPr kumimoji="0" lang="en-US" sz="1050" b="1" i="0" u="none" strike="noStrike" kern="1200" cap="none" spc="0" normalizeH="0" baseline="0" noProof="0">
                <a:ln>
                  <a:noFill/>
                </a:ln>
                <a:solidFill>
                  <a:schemeClr val="tx1"/>
                </a:solidFill>
                <a:effectLst/>
                <a:uLnTx/>
                <a:uFillTx/>
                <a:latin typeface="FedEx Sans Regular"/>
                <a:ea typeface="Calibri" pitchFamily="34" charset="-122"/>
                <a:cs typeface="Calibri" pitchFamily="34" charset="-120"/>
              </a:rPr>
              <a:t>Timeline</a:t>
            </a:r>
            <a:endParaRPr kumimoji="0" lang="en-US" sz="1100" b="1" i="0" u="none" strike="noStrike" kern="1200" cap="none" spc="0" normalizeH="0" baseline="0" noProof="0">
              <a:ln>
                <a:noFill/>
              </a:ln>
              <a:solidFill>
                <a:schemeClr val="tx1"/>
              </a:solidFill>
              <a:effectLst/>
              <a:uLnTx/>
              <a:uFillTx/>
              <a:latin typeface="FedEx Sans Regular"/>
              <a:ea typeface="Calibri" pitchFamily="34" charset="-122"/>
              <a:cs typeface="Calibri" pitchFamily="34" charset="-120"/>
            </a:endParaRPr>
          </a:p>
        </p:txBody>
      </p:sp>
      <p:sp>
        <p:nvSpPr>
          <p:cNvPr id="59" name="Right Brace 58">
            <a:extLst>
              <a:ext uri="{FF2B5EF4-FFF2-40B4-BE49-F238E27FC236}">
                <a16:creationId xmlns:a16="http://schemas.microsoft.com/office/drawing/2014/main" id="{F9956F17-93A0-AEF7-3A3B-6EF250F00250}"/>
              </a:ext>
            </a:extLst>
          </p:cNvPr>
          <p:cNvSpPr/>
          <p:nvPr/>
        </p:nvSpPr>
        <p:spPr>
          <a:xfrm rot="16200000">
            <a:off x="4269812" y="3787250"/>
            <a:ext cx="162869" cy="1995006"/>
          </a:xfrm>
          <a:prstGeom prst="rightBrace">
            <a:avLst>
              <a:gd name="adj1" fmla="val 8333"/>
              <a:gd name="adj2" fmla="val 50394"/>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schemeClr val="accent2"/>
              </a:solidFill>
            </a:endParaRPr>
          </a:p>
        </p:txBody>
      </p:sp>
      <p:sp>
        <p:nvSpPr>
          <p:cNvPr id="61" name="Text 10">
            <a:extLst>
              <a:ext uri="{FF2B5EF4-FFF2-40B4-BE49-F238E27FC236}">
                <a16:creationId xmlns:a16="http://schemas.microsoft.com/office/drawing/2014/main" id="{6E755C4C-6ADA-4B7F-3713-454FF7EC3EC5}"/>
              </a:ext>
            </a:extLst>
          </p:cNvPr>
          <p:cNvSpPr/>
          <p:nvPr/>
        </p:nvSpPr>
        <p:spPr>
          <a:xfrm>
            <a:off x="3469136" y="4439418"/>
            <a:ext cx="2099386" cy="372930"/>
          </a:xfrm>
          <a:prstGeom prst="rect">
            <a:avLst/>
          </a:prstGeom>
          <a:noFill/>
          <a:ln/>
        </p:spPr>
        <p:txBody>
          <a:bodyPr wrap="square" lIns="0" tIns="101600" rIns="0" bIns="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chemeClr val="accent2"/>
                </a:solidFill>
                <a:effectLst/>
                <a:uLnTx/>
                <a:uFillTx/>
                <a:latin typeface="FedEx Sans Regular"/>
                <a:ea typeface="Calibri" pitchFamily="34" charset="-122"/>
                <a:cs typeface="Calibri" pitchFamily="34" charset="-120"/>
              </a:rPr>
              <a:t>Optix 2.0</a:t>
            </a:r>
          </a:p>
        </p:txBody>
      </p:sp>
      <p:sp>
        <p:nvSpPr>
          <p:cNvPr id="129" name="Right Brace 128">
            <a:extLst>
              <a:ext uri="{FF2B5EF4-FFF2-40B4-BE49-F238E27FC236}">
                <a16:creationId xmlns:a16="http://schemas.microsoft.com/office/drawing/2014/main" id="{A745A28C-2C9E-18CB-B86C-D6B412A7D267}"/>
              </a:ext>
            </a:extLst>
          </p:cNvPr>
          <p:cNvSpPr/>
          <p:nvPr/>
        </p:nvSpPr>
        <p:spPr>
          <a:xfrm rot="16200000">
            <a:off x="8907254" y="3318036"/>
            <a:ext cx="144000" cy="2916000"/>
          </a:xfrm>
          <a:prstGeom prst="rightBrace">
            <a:avLst>
              <a:gd name="adj1" fmla="val 8333"/>
              <a:gd name="adj2" fmla="val 50394"/>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schemeClr val="accent2"/>
              </a:solidFill>
            </a:endParaRPr>
          </a:p>
        </p:txBody>
      </p:sp>
      <p:sp>
        <p:nvSpPr>
          <p:cNvPr id="130" name="Text 10">
            <a:extLst>
              <a:ext uri="{FF2B5EF4-FFF2-40B4-BE49-F238E27FC236}">
                <a16:creationId xmlns:a16="http://schemas.microsoft.com/office/drawing/2014/main" id="{E8D47D33-12DA-ED90-8948-47091403845F}"/>
              </a:ext>
            </a:extLst>
          </p:cNvPr>
          <p:cNvSpPr/>
          <p:nvPr/>
        </p:nvSpPr>
        <p:spPr>
          <a:xfrm>
            <a:off x="7729037" y="4422906"/>
            <a:ext cx="2099386" cy="372930"/>
          </a:xfrm>
          <a:prstGeom prst="rect">
            <a:avLst/>
          </a:prstGeom>
          <a:noFill/>
          <a:ln/>
        </p:spPr>
        <p:txBody>
          <a:bodyPr wrap="square" lIns="0" tIns="101600" rIns="0" bIns="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chemeClr val="accent3"/>
                </a:solidFill>
                <a:effectLst/>
                <a:uLnTx/>
                <a:uFillTx/>
                <a:latin typeface="FedEx Sans Regular"/>
                <a:ea typeface="Calibri" pitchFamily="34" charset="-122"/>
                <a:cs typeface="Calibri" pitchFamily="34" charset="-120"/>
              </a:rPr>
              <a:t>Optix</a:t>
            </a:r>
            <a:r>
              <a:rPr kumimoji="0" lang="en-US" sz="1100" b="1" i="0" u="none" strike="noStrike" kern="1200" cap="none" spc="0" normalizeH="0" baseline="0" noProof="0">
                <a:ln>
                  <a:noFill/>
                </a:ln>
                <a:solidFill>
                  <a:schemeClr val="accent2"/>
                </a:solidFill>
                <a:effectLst/>
                <a:uLnTx/>
                <a:uFillTx/>
                <a:latin typeface="FedEx Sans Regular"/>
                <a:ea typeface="Calibri" pitchFamily="34" charset="-122"/>
                <a:cs typeface="Calibri" pitchFamily="34" charset="-120"/>
              </a:rPr>
              <a:t> </a:t>
            </a:r>
            <a:r>
              <a:rPr lang="en-US" sz="1100" b="1" kern="1200">
                <a:solidFill>
                  <a:schemeClr val="accent3"/>
                </a:solidFill>
                <a:latin typeface="FedEx Sans Regular"/>
                <a:ea typeface="Calibri" pitchFamily="34" charset="-122"/>
                <a:cs typeface="Calibri" pitchFamily="34" charset="-120"/>
              </a:rPr>
              <a:t>4</a:t>
            </a:r>
            <a:r>
              <a:rPr kumimoji="0" lang="en-US" sz="1100" b="1" i="0" u="none" strike="noStrike" kern="1200" cap="none" spc="0" normalizeH="0" baseline="0" noProof="0">
                <a:ln>
                  <a:noFill/>
                </a:ln>
                <a:solidFill>
                  <a:schemeClr val="accent3"/>
                </a:solidFill>
                <a:effectLst/>
                <a:uLnTx/>
                <a:uFillTx/>
                <a:latin typeface="FedEx Sans Regular"/>
                <a:ea typeface="Calibri" pitchFamily="34" charset="-122"/>
                <a:cs typeface="Calibri" pitchFamily="34" charset="-120"/>
              </a:rPr>
              <a:t>.0</a:t>
            </a:r>
          </a:p>
        </p:txBody>
      </p:sp>
      <p:sp>
        <p:nvSpPr>
          <p:cNvPr id="136" name="TextBox 135">
            <a:extLst>
              <a:ext uri="{FF2B5EF4-FFF2-40B4-BE49-F238E27FC236}">
                <a16:creationId xmlns:a16="http://schemas.microsoft.com/office/drawing/2014/main" id="{49F84578-ABE5-4474-0376-04EDBEA3F0CE}"/>
              </a:ext>
            </a:extLst>
          </p:cNvPr>
          <p:cNvSpPr txBox="1"/>
          <p:nvPr/>
        </p:nvSpPr>
        <p:spPr>
          <a:xfrm>
            <a:off x="6059215" y="4835279"/>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en-US" sz="1100" kern="1200">
                <a:solidFill>
                  <a:srgbClr val="333333"/>
                </a:solidFill>
              </a:rPr>
              <a:t>May</a:t>
            </a: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’26</a:t>
            </a:r>
          </a:p>
        </p:txBody>
      </p:sp>
      <p:sp>
        <p:nvSpPr>
          <p:cNvPr id="138" name="Text Placeholder 105">
            <a:extLst>
              <a:ext uri="{FF2B5EF4-FFF2-40B4-BE49-F238E27FC236}">
                <a16:creationId xmlns:a16="http://schemas.microsoft.com/office/drawing/2014/main" id="{7F51CD58-0608-4E3B-5182-F50374122728}"/>
              </a:ext>
            </a:extLst>
          </p:cNvPr>
          <p:cNvSpPr txBox="1">
            <a:spLocks/>
          </p:cNvSpPr>
          <p:nvPr/>
        </p:nvSpPr>
        <p:spPr>
          <a:xfrm>
            <a:off x="5851019" y="5342982"/>
            <a:ext cx="1306071"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GE Agents for OOB, DM/HQ, Attribute &amp; WWS seg update</a:t>
            </a:r>
            <a:endParaRPr kumimoji="0" lang="en-US" sz="1000" b="0"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39" name="Isosceles Triangle 138">
            <a:extLst>
              <a:ext uri="{FF2B5EF4-FFF2-40B4-BE49-F238E27FC236}">
                <a16:creationId xmlns:a16="http://schemas.microsoft.com/office/drawing/2014/main" id="{6E836BF0-093C-CFAE-94AE-2E73DB07144B}"/>
              </a:ext>
            </a:extLst>
          </p:cNvPr>
          <p:cNvSpPr/>
          <p:nvPr/>
        </p:nvSpPr>
        <p:spPr>
          <a:xfrm rot="5400000">
            <a:off x="6201322" y="5135610"/>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40" name="Right Brace 139">
            <a:extLst>
              <a:ext uri="{FF2B5EF4-FFF2-40B4-BE49-F238E27FC236}">
                <a16:creationId xmlns:a16="http://schemas.microsoft.com/office/drawing/2014/main" id="{FFF72420-D262-6219-1AE7-1F2838121A5B}"/>
              </a:ext>
            </a:extLst>
          </p:cNvPr>
          <p:cNvSpPr/>
          <p:nvPr/>
        </p:nvSpPr>
        <p:spPr>
          <a:xfrm rot="16200000">
            <a:off x="6373032" y="3735878"/>
            <a:ext cx="169301" cy="2071629"/>
          </a:xfrm>
          <a:prstGeom prst="rightBrace">
            <a:avLst>
              <a:gd name="adj1" fmla="val 8333"/>
              <a:gd name="adj2" fmla="val 50394"/>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schemeClr val="accent2"/>
              </a:solidFill>
            </a:endParaRPr>
          </a:p>
        </p:txBody>
      </p:sp>
      <p:sp>
        <p:nvSpPr>
          <p:cNvPr id="142" name="Text 10">
            <a:extLst>
              <a:ext uri="{FF2B5EF4-FFF2-40B4-BE49-F238E27FC236}">
                <a16:creationId xmlns:a16="http://schemas.microsoft.com/office/drawing/2014/main" id="{25DB05CE-66A0-AD17-10F5-2DE3D68C1865}"/>
              </a:ext>
            </a:extLst>
          </p:cNvPr>
          <p:cNvSpPr/>
          <p:nvPr/>
        </p:nvSpPr>
        <p:spPr>
          <a:xfrm>
            <a:off x="5407989" y="4396850"/>
            <a:ext cx="2099386" cy="372930"/>
          </a:xfrm>
          <a:prstGeom prst="rect">
            <a:avLst/>
          </a:prstGeom>
          <a:noFill/>
          <a:ln/>
        </p:spPr>
        <p:txBody>
          <a:bodyPr wrap="square" lIns="0" tIns="101600" rIns="0" bIns="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chemeClr val="tx2"/>
                </a:solidFill>
                <a:effectLst/>
                <a:uLnTx/>
                <a:uFillTx/>
                <a:latin typeface="FedEx Sans Regular"/>
                <a:ea typeface="Calibri" pitchFamily="34" charset="-122"/>
                <a:cs typeface="Calibri" pitchFamily="34" charset="-120"/>
              </a:rPr>
              <a:t>Optix 3.0</a:t>
            </a:r>
          </a:p>
        </p:txBody>
      </p:sp>
    </p:spTree>
    <p:extLst>
      <p:ext uri="{BB962C8B-B14F-4D97-AF65-F5344CB8AC3E}">
        <p14:creationId xmlns:p14="http://schemas.microsoft.com/office/powerpoint/2010/main" val="652619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7542892-5CB9-C985-6F1B-B011737C0E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8A3AA-62DB-FEFB-27D8-C5AC250D172E}"/>
              </a:ext>
            </a:extLst>
          </p:cNvPr>
          <p:cNvSpPr>
            <a:spLocks noGrp="1"/>
          </p:cNvSpPr>
          <p:nvPr>
            <p:ph type="title"/>
          </p:nvPr>
        </p:nvSpPr>
        <p:spPr>
          <a:xfrm>
            <a:off x="552584" y="43349"/>
            <a:ext cx="9176766" cy="605028"/>
          </a:xfrm>
        </p:spPr>
        <p:txBody>
          <a:bodyPr/>
          <a:lstStyle/>
          <a:p>
            <a:r>
              <a:rPr lang="en-US" b="1"/>
              <a:t>OPTIX Recap:    </a:t>
            </a:r>
            <a:r>
              <a:rPr lang="en-US"/>
              <a:t> </a:t>
            </a:r>
            <a:endParaRPr lang="en-IN"/>
          </a:p>
        </p:txBody>
      </p:sp>
      <p:sp>
        <p:nvSpPr>
          <p:cNvPr id="3" name="Slide Number Placeholder 11">
            <a:extLst>
              <a:ext uri="{FF2B5EF4-FFF2-40B4-BE49-F238E27FC236}">
                <a16:creationId xmlns:a16="http://schemas.microsoft.com/office/drawing/2014/main" id="{14341044-8ED2-5594-9EB2-23FDEF0BEA0D}"/>
              </a:ext>
            </a:extLst>
          </p:cNvPr>
          <p:cNvSpPr txBox="1">
            <a:spLocks/>
          </p:cNvSpPr>
          <p:nvPr/>
        </p:nvSpPr>
        <p:spPr>
          <a:xfrm>
            <a:off x="9982200" y="6374928"/>
            <a:ext cx="1638300" cy="219635"/>
          </a:xfrm>
          <a:prstGeom prst="rect">
            <a:avLst/>
          </a:prstGeom>
        </p:spPr>
        <p:txBody>
          <a:bodyPr vert="horz" lIns="0" tIns="0" rIns="0" bIns="0" rtlCol="0" anchor="ctr" anchorCtr="0"/>
          <a:lstStyle>
            <a:defPPr>
              <a:defRPr lang="en-US"/>
            </a:defPPr>
            <a:lvl1pPr algn="r">
              <a:defRPr sz="800">
                <a:solidFill>
                  <a:schemeClr val="bg1"/>
                </a:solidFill>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pPr marL="0" marR="0" lvl="0" indent="0" algn="r" defTabSz="914400" rtl="0" eaLnBrk="1" fontAlgn="auto" latinLnBrk="0" hangingPunct="1">
              <a:lnSpc>
                <a:spcPct val="100000"/>
              </a:lnSpc>
              <a:spcBef>
                <a:spcPts val="0"/>
              </a:spcBef>
              <a:spcAft>
                <a:spcPts val="600"/>
              </a:spcAft>
              <a:buClrTx/>
              <a:buSzTx/>
              <a:buFontTx/>
              <a:buNone/>
              <a:tabLst/>
              <a:defRPr/>
            </a:pPr>
            <a:fld id="{64B53FD8-04EE-4F67-B5CA-77D45BC12F90}" type="slidenum">
              <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8" name="TextBox 17">
            <a:extLst>
              <a:ext uri="{FF2B5EF4-FFF2-40B4-BE49-F238E27FC236}">
                <a16:creationId xmlns:a16="http://schemas.microsoft.com/office/drawing/2014/main" id="{FC193380-DEEB-3D50-5F5E-97D28B746945}"/>
              </a:ext>
            </a:extLst>
          </p:cNvPr>
          <p:cNvSpPr txBox="1"/>
          <p:nvPr/>
        </p:nvSpPr>
        <p:spPr>
          <a:xfrm>
            <a:off x="577229" y="566852"/>
            <a:ext cx="11182449" cy="456728"/>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1" u="none" strike="noStrike" kern="1200" cap="none" spc="0" normalizeH="0" baseline="0" noProof="0">
                <a:ln>
                  <a:noFill/>
                </a:ln>
                <a:solidFill>
                  <a:srgbClr val="333333"/>
                </a:solidFill>
                <a:effectLst/>
                <a:uLnTx/>
                <a:uFillTx/>
                <a:latin typeface="+mn-lt"/>
                <a:ea typeface="+mn-ea"/>
                <a:cs typeface="+mn-cs"/>
              </a:rPr>
              <a:t>OPTIX has been selected as a </a:t>
            </a:r>
            <a:r>
              <a:rPr kumimoji="0" lang="en-US" sz="1200" b="1" i="1" u="none" strike="noStrike" kern="1200" cap="none" spc="0" normalizeH="0" baseline="0" noProof="0">
                <a:ln>
                  <a:noFill/>
                </a:ln>
                <a:solidFill>
                  <a:srgbClr val="333333"/>
                </a:solidFill>
                <a:effectLst/>
                <a:uLnTx/>
                <a:uFillTx/>
                <a:latin typeface="+mn-lt"/>
                <a:ea typeface="+mn-ea"/>
                <a:cs typeface="+mn-cs"/>
              </a:rPr>
              <a:t>premiere AI use case for the TP&amp;O team</a:t>
            </a:r>
            <a:r>
              <a:rPr kumimoji="0" lang="en-US" sz="1200" b="0" i="1" u="none" strike="noStrike" kern="1200" cap="none" spc="0" normalizeH="0" baseline="0" noProof="0">
                <a:ln>
                  <a:noFill/>
                </a:ln>
                <a:solidFill>
                  <a:srgbClr val="333333"/>
                </a:solidFill>
                <a:effectLst/>
                <a:uLnTx/>
                <a:uFillTx/>
                <a:latin typeface="+mn-lt"/>
                <a:ea typeface="+mn-ea"/>
                <a:cs typeface="+mn-cs"/>
              </a:rPr>
              <a:t>, directly driving our "</a:t>
            </a:r>
            <a:r>
              <a:rPr kumimoji="0" lang="en-US" sz="1200" b="1" i="1" u="none" strike="noStrike" kern="1200" cap="none" spc="0" normalizeH="0" baseline="0" noProof="0">
                <a:ln>
                  <a:noFill/>
                </a:ln>
                <a:solidFill>
                  <a:srgbClr val="333333"/>
                </a:solidFill>
                <a:effectLst/>
                <a:uLnTx/>
                <a:uFillTx/>
                <a:latin typeface="+mn-lt"/>
                <a:ea typeface="+mn-ea"/>
                <a:cs typeface="+mn-cs"/>
              </a:rPr>
              <a:t>Do More with Less</a:t>
            </a:r>
            <a:r>
              <a:rPr kumimoji="0" lang="en-US" sz="1200" b="0" i="1" u="none" strike="noStrike" kern="1200" cap="none" spc="0" normalizeH="0" baseline="0" noProof="0">
                <a:ln>
                  <a:noFill/>
                </a:ln>
                <a:solidFill>
                  <a:srgbClr val="333333"/>
                </a:solidFill>
                <a:effectLst/>
                <a:uLnTx/>
                <a:uFillTx/>
                <a:latin typeface="+mn-lt"/>
                <a:ea typeface="+mn-ea"/>
                <a:cs typeface="+mn-cs"/>
              </a:rPr>
              <a:t>" strategic mandate. By streamlining TP&amp;O-related workflows to deliver a seamless, superior sales experience, OPTIX actively advances our </a:t>
            </a:r>
            <a:r>
              <a:rPr kumimoji="0" lang="en-US" sz="1200" b="1" i="1" u="none" strike="noStrike" kern="1200" cap="none" spc="0" normalizeH="0" baseline="0" noProof="0">
                <a:ln>
                  <a:noFill/>
                </a:ln>
                <a:solidFill>
                  <a:srgbClr val="333333"/>
                </a:solidFill>
                <a:effectLst/>
                <a:uLnTx/>
                <a:uFillTx/>
                <a:latin typeface="+mn-lt"/>
                <a:ea typeface="+mn-ea"/>
                <a:cs typeface="+mn-cs"/>
              </a:rPr>
              <a:t>Revenue Quality Purple Chip</a:t>
            </a:r>
            <a:r>
              <a:rPr kumimoji="0" lang="en-US" sz="1200" b="0" i="1" u="none" strike="noStrike" kern="1200" cap="none" spc="0" normalizeH="0" baseline="0" noProof="0">
                <a:ln>
                  <a:noFill/>
                </a:ln>
                <a:solidFill>
                  <a:srgbClr val="333333"/>
                </a:solidFill>
                <a:effectLst/>
                <a:uLnTx/>
                <a:uFillTx/>
                <a:latin typeface="+mn-lt"/>
                <a:ea typeface="+mn-ea"/>
                <a:cs typeface="+mn-cs"/>
              </a:rPr>
              <a:t>.</a:t>
            </a:r>
          </a:p>
        </p:txBody>
      </p:sp>
      <p:grpSp>
        <p:nvGrpSpPr>
          <p:cNvPr id="131" name="Group 130">
            <a:extLst>
              <a:ext uri="{FF2B5EF4-FFF2-40B4-BE49-F238E27FC236}">
                <a16:creationId xmlns:a16="http://schemas.microsoft.com/office/drawing/2014/main" id="{9F84F14D-92C5-DAF3-A780-47431652F73F}"/>
              </a:ext>
            </a:extLst>
          </p:cNvPr>
          <p:cNvGrpSpPr/>
          <p:nvPr/>
        </p:nvGrpSpPr>
        <p:grpSpPr>
          <a:xfrm>
            <a:off x="610855" y="1206220"/>
            <a:ext cx="3878850" cy="3176701"/>
            <a:chOff x="8872441" y="1672166"/>
            <a:chExt cx="2735999" cy="1435383"/>
          </a:xfrm>
        </p:grpSpPr>
        <p:sp>
          <p:nvSpPr>
            <p:cNvPr id="134" name="Rectangle : coins arrondis 10">
              <a:extLst>
                <a:ext uri="{FF2B5EF4-FFF2-40B4-BE49-F238E27FC236}">
                  <a16:creationId xmlns:a16="http://schemas.microsoft.com/office/drawing/2014/main" id="{93B75896-CACE-E6A9-A062-2D5BB1D444D2}"/>
                </a:ext>
              </a:extLst>
            </p:cNvPr>
            <p:cNvSpPr/>
            <p:nvPr/>
          </p:nvSpPr>
          <p:spPr>
            <a:xfrm rot="10800000" flipV="1">
              <a:off x="8872441" y="1686566"/>
              <a:ext cx="2735999" cy="1420983"/>
            </a:xfrm>
            <a:prstGeom prst="roundRect">
              <a:avLst>
                <a:gd name="adj" fmla="val 0"/>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lvl="0" algn="l" rtl="0">
                <a:spcAft>
                  <a:spcPts val="0"/>
                </a:spcAft>
                <a:buSzPct val="100000"/>
                <a:defRPr/>
              </a:pPr>
              <a:br>
                <a:rPr lang="en-IN" sz="1200">
                  <a:solidFill>
                    <a:schemeClr val="tx1"/>
                  </a:solidFill>
                </a:rPr>
              </a:br>
              <a:endParaRPr kumimoji="0" lang="en-US" sz="1200" b="0" i="0" u="none" strike="noStrike" kern="0" cap="none" spc="0" normalizeH="0" baseline="0" noProof="0">
                <a:ln>
                  <a:noFill/>
                </a:ln>
                <a:solidFill>
                  <a:schemeClr val="tx1"/>
                </a:solidFill>
                <a:effectLst/>
                <a:uLnTx/>
                <a:uFillTx/>
                <a:ea typeface="FedEx Sans Light" panose="020B0403020203020204" pitchFamily="34" charset="0"/>
                <a:cs typeface="FedEx Sans Light" panose="020B0403020203020204" pitchFamily="34" charset="0"/>
              </a:endParaRPr>
            </a:p>
          </p:txBody>
        </p:sp>
        <p:sp>
          <p:nvSpPr>
            <p:cNvPr id="133" name="Text 10">
              <a:extLst>
                <a:ext uri="{FF2B5EF4-FFF2-40B4-BE49-F238E27FC236}">
                  <a16:creationId xmlns:a16="http://schemas.microsoft.com/office/drawing/2014/main" id="{3DA776B1-0F99-6AF4-35F4-44B9B55A255A}"/>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rPr>
                <a:t>Problem</a:t>
              </a:r>
              <a:r>
                <a:rPr kumimoji="0" lang="en-US" sz="1400" b="1" i="0" u="none" strike="noStrike" kern="1200" cap="none" spc="0" normalizeH="0" baseline="0" noProof="0">
                  <a:ln>
                    <a:noFill/>
                  </a:ln>
                  <a:solidFill>
                    <a:prstClr val="white"/>
                  </a:solidFill>
                  <a:effectLst/>
                  <a:uLnTx/>
                  <a:uFillTx/>
                  <a:latin typeface="+mn-lt"/>
                  <a:ea typeface="+mn-ea"/>
                  <a:cs typeface="+mn-cs"/>
                </a:rPr>
                <a:t> </a:t>
              </a:r>
              <a:r>
                <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rPr>
                <a:t>Statement</a:t>
              </a:r>
            </a:p>
          </p:txBody>
        </p:sp>
      </p:grpSp>
      <p:grpSp>
        <p:nvGrpSpPr>
          <p:cNvPr id="148" name="Group 147">
            <a:extLst>
              <a:ext uri="{FF2B5EF4-FFF2-40B4-BE49-F238E27FC236}">
                <a16:creationId xmlns:a16="http://schemas.microsoft.com/office/drawing/2014/main" id="{3DB6055B-01BC-5B44-32BE-B16C5EDF45C8}"/>
              </a:ext>
            </a:extLst>
          </p:cNvPr>
          <p:cNvGrpSpPr/>
          <p:nvPr/>
        </p:nvGrpSpPr>
        <p:grpSpPr>
          <a:xfrm>
            <a:off x="4571338" y="1216213"/>
            <a:ext cx="3713933" cy="3162412"/>
            <a:chOff x="8872439" y="1672166"/>
            <a:chExt cx="2735999" cy="1421863"/>
          </a:xfrm>
        </p:grpSpPr>
        <p:grpSp>
          <p:nvGrpSpPr>
            <p:cNvPr id="150" name="Group 149">
              <a:extLst>
                <a:ext uri="{FF2B5EF4-FFF2-40B4-BE49-F238E27FC236}">
                  <a16:creationId xmlns:a16="http://schemas.microsoft.com/office/drawing/2014/main" id="{08615DEF-8AE4-249A-E828-3254357ACD13}"/>
                </a:ext>
              </a:extLst>
            </p:cNvPr>
            <p:cNvGrpSpPr/>
            <p:nvPr/>
          </p:nvGrpSpPr>
          <p:grpSpPr>
            <a:xfrm>
              <a:off x="8872439" y="1681939"/>
              <a:ext cx="2735999" cy="1412090"/>
              <a:chOff x="9550236" y="1507870"/>
              <a:chExt cx="2598597" cy="1373830"/>
            </a:xfrm>
          </p:grpSpPr>
          <p:sp>
            <p:nvSpPr>
              <p:cNvPr id="152" name="Rectangle : coins arrondis 10">
                <a:extLst>
                  <a:ext uri="{FF2B5EF4-FFF2-40B4-BE49-F238E27FC236}">
                    <a16:creationId xmlns:a16="http://schemas.microsoft.com/office/drawing/2014/main" id="{3C5860E8-34FA-C067-4CDA-44410301D520}"/>
                  </a:ext>
                </a:extLst>
              </p:cNvPr>
              <p:cNvSpPr/>
              <p:nvPr/>
            </p:nvSpPr>
            <p:spPr>
              <a:xfrm rot="10800000" flipV="1">
                <a:off x="9550236" y="1512372"/>
                <a:ext cx="2598597" cy="1369328"/>
              </a:xfrm>
              <a:prstGeom prst="roundRect">
                <a:avLst>
                  <a:gd name="adj" fmla="val 263"/>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0" marR="0" lvl="0" indent="0" algn="l" defTabSz="914400" rtl="0" eaLnBrk="1" fontAlgn="auto" latinLnBrk="0" hangingPunct="1">
                  <a:lnSpc>
                    <a:spcPct val="100000"/>
                  </a:lnSpc>
                  <a:spcBef>
                    <a:spcPts val="0"/>
                  </a:spcBef>
                  <a:spcAft>
                    <a:spcPts val="600"/>
                  </a:spcAft>
                  <a:buClrTx/>
                  <a:buSzPct val="100000"/>
                  <a:buFontTx/>
                  <a:buNone/>
                  <a:tabLst/>
                  <a:defRPr/>
                </a:pPr>
                <a:endParaRPr kumimoji="0" lang="en-US" sz="1000" b="0" i="0" u="none" strike="noStrike" kern="0" cap="none" spc="0" normalizeH="0" baseline="0" noProof="0">
                  <a:ln>
                    <a:noFill/>
                  </a:ln>
                  <a:solidFill>
                    <a:srgbClr val="333333"/>
                  </a:solidFill>
                  <a:effectLst/>
                  <a:uLnTx/>
                  <a:uFillTx/>
                  <a:ea typeface="FedEx Sans Light" panose="020B0403020203020204" pitchFamily="34" charset="0"/>
                  <a:cs typeface="FedEx Sans Light" panose="020B0403020203020204" pitchFamily="34" charset="0"/>
                </a:endParaRPr>
              </a:p>
            </p:txBody>
          </p:sp>
          <p:sp>
            <p:nvSpPr>
              <p:cNvPr id="153" name="Rectangle : avec coins arrondis en haut 12">
                <a:extLst>
                  <a:ext uri="{FF2B5EF4-FFF2-40B4-BE49-F238E27FC236}">
                    <a16:creationId xmlns:a16="http://schemas.microsoft.com/office/drawing/2014/main" id="{6EADAA46-8511-CE65-47DE-4612C65FC7C2}"/>
                  </a:ext>
                </a:extLst>
              </p:cNvPr>
              <p:cNvSpPr/>
              <p:nvPr/>
            </p:nvSpPr>
            <p:spPr>
              <a:xfrm rot="10800000" flipH="1" flipV="1">
                <a:off x="9550237" y="1507870"/>
                <a:ext cx="2594648" cy="172214"/>
              </a:xfrm>
              <a:prstGeom prst="round2SameRect">
                <a:avLst>
                  <a:gd name="adj1" fmla="val 0"/>
                  <a:gd name="adj2"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b="1" i="0" u="none" strike="noStrike" kern="1200" cap="none" spc="0" normalizeH="0" baseline="0" noProof="0">
                    <a:ln>
                      <a:noFill/>
                    </a:ln>
                    <a:solidFill>
                      <a:schemeClr val="tx2"/>
                    </a:solidFill>
                    <a:effectLst/>
                    <a:uLnTx/>
                    <a:uFillTx/>
                    <a:ea typeface="Calibri" pitchFamily="34" charset="-122"/>
                    <a:cs typeface="Calibri" pitchFamily="34" charset="-120"/>
                  </a:rPr>
                  <a:t>2. Action items Status</a:t>
                </a:r>
                <a:endParaRPr kumimoji="0" lang="en-IN" b="1" i="0" u="none" strike="noStrike" kern="1200" cap="none" spc="0" normalizeH="0" baseline="0" noProof="0">
                  <a:ln>
                    <a:noFill/>
                  </a:ln>
                  <a:solidFill>
                    <a:schemeClr val="tx2"/>
                  </a:solidFill>
                  <a:effectLst/>
                  <a:uLnTx/>
                  <a:uFillTx/>
                  <a:ea typeface="Calibri" pitchFamily="34" charset="-122"/>
                  <a:cs typeface="Calibri" pitchFamily="34" charset="-120"/>
                </a:endParaRPr>
              </a:p>
            </p:txBody>
          </p:sp>
        </p:grpSp>
        <p:sp>
          <p:nvSpPr>
            <p:cNvPr id="151" name="Text 10">
              <a:extLst>
                <a:ext uri="{FF2B5EF4-FFF2-40B4-BE49-F238E27FC236}">
                  <a16:creationId xmlns:a16="http://schemas.microsoft.com/office/drawing/2014/main" id="{B4F51A15-44B2-AFEF-F169-F99646E6F3CD}"/>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endParaRPr>
            </a:p>
          </p:txBody>
        </p:sp>
      </p:grpSp>
      <p:grpSp>
        <p:nvGrpSpPr>
          <p:cNvPr id="155" name="Group 154">
            <a:extLst>
              <a:ext uri="{FF2B5EF4-FFF2-40B4-BE49-F238E27FC236}">
                <a16:creationId xmlns:a16="http://schemas.microsoft.com/office/drawing/2014/main" id="{89CCEE99-15D5-5C94-6DAB-737DFEED1EFB}"/>
              </a:ext>
            </a:extLst>
          </p:cNvPr>
          <p:cNvGrpSpPr/>
          <p:nvPr/>
        </p:nvGrpSpPr>
        <p:grpSpPr>
          <a:xfrm>
            <a:off x="8358908" y="1207764"/>
            <a:ext cx="3280534" cy="3200194"/>
            <a:chOff x="8872437" y="1672166"/>
            <a:chExt cx="2965698" cy="1435383"/>
          </a:xfrm>
        </p:grpSpPr>
        <p:grpSp>
          <p:nvGrpSpPr>
            <p:cNvPr id="156" name="Group 155">
              <a:extLst>
                <a:ext uri="{FF2B5EF4-FFF2-40B4-BE49-F238E27FC236}">
                  <a16:creationId xmlns:a16="http://schemas.microsoft.com/office/drawing/2014/main" id="{F81E36F5-34B8-31AB-8CE3-92A8C657B1B9}"/>
                </a:ext>
              </a:extLst>
            </p:cNvPr>
            <p:cNvGrpSpPr/>
            <p:nvPr/>
          </p:nvGrpSpPr>
          <p:grpSpPr>
            <a:xfrm>
              <a:off x="8872437" y="1686502"/>
              <a:ext cx="2965698" cy="1421047"/>
              <a:chOff x="9550236" y="1512310"/>
              <a:chExt cx="2816761" cy="1382545"/>
            </a:xfrm>
          </p:grpSpPr>
          <p:sp>
            <p:nvSpPr>
              <p:cNvPr id="164" name="Rectangle : coins arrondis 10">
                <a:extLst>
                  <a:ext uri="{FF2B5EF4-FFF2-40B4-BE49-F238E27FC236}">
                    <a16:creationId xmlns:a16="http://schemas.microsoft.com/office/drawing/2014/main" id="{2BFC677A-34C6-1D21-CAD2-018FF6D0FC1E}"/>
                  </a:ext>
                </a:extLst>
              </p:cNvPr>
              <p:cNvSpPr/>
              <p:nvPr/>
            </p:nvSpPr>
            <p:spPr>
              <a:xfrm rot="10800000" flipV="1">
                <a:off x="9550236" y="1512372"/>
                <a:ext cx="2816761" cy="1382483"/>
              </a:xfrm>
              <a:prstGeom prst="roundRect">
                <a:avLst>
                  <a:gd name="adj" fmla="val 253"/>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bIns="576000" rtlCol="0" anchor="t"/>
              <a:lstStyle/>
              <a:p>
                <a:pPr marL="228600" marR="0" lvl="0" indent="-228600" algn="l" defTabSz="914400" rtl="0" eaLnBrk="1" fontAlgn="auto" latinLnBrk="0" hangingPunct="1">
                  <a:lnSpc>
                    <a:spcPct val="100000"/>
                  </a:lnSpc>
                  <a:spcBef>
                    <a:spcPts val="0"/>
                  </a:spcBef>
                  <a:spcAft>
                    <a:spcPts val="600"/>
                  </a:spcAft>
                  <a:buClrTx/>
                  <a:buSzPct val="100000"/>
                  <a:buFont typeface="+mj-lt"/>
                  <a:buAutoNum type="arabicPeriod"/>
                  <a:tabLst/>
                  <a:defRPr/>
                </a:pPr>
                <a:endParaRPr kumimoji="0" lang="en-US" sz="1000" b="1" i="0" u="none" strike="noStrike" kern="0" cap="none" spc="0" normalizeH="0" baseline="0" noProof="0">
                  <a:ln>
                    <a:noFill/>
                  </a:ln>
                  <a:solidFill>
                    <a:srgbClr val="333333"/>
                  </a:solidFill>
                  <a:effectLst/>
                  <a:uLnTx/>
                  <a:uFillTx/>
                  <a:ea typeface="FedEx Sans Light" panose="020B0403020203020204" pitchFamily="34" charset="0"/>
                  <a:cs typeface="FedEx Sans Light" panose="020B0403020203020204" pitchFamily="34" charset="0"/>
                </a:endParaRPr>
              </a:p>
            </p:txBody>
          </p:sp>
          <p:sp>
            <p:nvSpPr>
              <p:cNvPr id="165" name="Rectangle : avec coins arrondis en haut 12">
                <a:extLst>
                  <a:ext uri="{FF2B5EF4-FFF2-40B4-BE49-F238E27FC236}">
                    <a16:creationId xmlns:a16="http://schemas.microsoft.com/office/drawing/2014/main" id="{98A8CC04-7FD7-03AC-CF2D-0B1CD00AA080}"/>
                  </a:ext>
                </a:extLst>
              </p:cNvPr>
              <p:cNvSpPr/>
              <p:nvPr/>
            </p:nvSpPr>
            <p:spPr>
              <a:xfrm rot="10800000" flipH="1" flipV="1">
                <a:off x="9550236" y="1512310"/>
                <a:ext cx="2816761" cy="167774"/>
              </a:xfrm>
              <a:prstGeom prst="round2SameRect">
                <a:avLst>
                  <a:gd name="adj1" fmla="val 6602"/>
                  <a:gd name="adj2"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b="1" i="0" u="none" strike="noStrike" kern="1200" cap="none" spc="0" normalizeH="0" baseline="0" noProof="0">
                    <a:ln>
                      <a:noFill/>
                    </a:ln>
                    <a:solidFill>
                      <a:schemeClr val="tx2"/>
                    </a:solidFill>
                    <a:effectLst/>
                    <a:uLnTx/>
                    <a:uFillTx/>
                    <a:ea typeface="Calibri" pitchFamily="34" charset="-122"/>
                    <a:cs typeface="Calibri" pitchFamily="34" charset="-120"/>
                  </a:rPr>
                  <a:t>3. Highlights</a:t>
                </a:r>
                <a:endParaRPr kumimoji="0" lang="en-IN" b="1" i="0" u="none" strike="noStrike" kern="1200" cap="none" spc="0" normalizeH="0" baseline="0" noProof="0">
                  <a:ln>
                    <a:noFill/>
                  </a:ln>
                  <a:solidFill>
                    <a:schemeClr val="tx2"/>
                  </a:solidFill>
                  <a:effectLst/>
                  <a:uLnTx/>
                  <a:uFillTx/>
                  <a:ea typeface="Calibri" pitchFamily="34" charset="-122"/>
                  <a:cs typeface="Calibri" pitchFamily="34" charset="-120"/>
                </a:endParaRPr>
              </a:p>
            </p:txBody>
          </p:sp>
        </p:grpSp>
        <p:sp>
          <p:nvSpPr>
            <p:cNvPr id="160" name="Text 10">
              <a:extLst>
                <a:ext uri="{FF2B5EF4-FFF2-40B4-BE49-F238E27FC236}">
                  <a16:creationId xmlns:a16="http://schemas.microsoft.com/office/drawing/2014/main" id="{16CB78AC-FA67-92BD-D290-61173DD26BA7}"/>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endParaRPr>
            </a:p>
          </p:txBody>
        </p:sp>
      </p:grpSp>
      <p:pic>
        <p:nvPicPr>
          <p:cNvPr id="8" name="Graphic 7" descr="Badge Tick with solid fill">
            <a:extLst>
              <a:ext uri="{FF2B5EF4-FFF2-40B4-BE49-F238E27FC236}">
                <a16:creationId xmlns:a16="http://schemas.microsoft.com/office/drawing/2014/main" id="{993A431B-2CF4-2947-9F76-A6A96249B1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0741" y="1288999"/>
            <a:ext cx="288000" cy="288000"/>
          </a:xfrm>
          <a:prstGeom prst="rect">
            <a:avLst/>
          </a:prstGeom>
        </p:spPr>
      </p:pic>
      <p:pic>
        <p:nvPicPr>
          <p:cNvPr id="11" name="Graphic 10" descr="Trophy with solid fill">
            <a:extLst>
              <a:ext uri="{FF2B5EF4-FFF2-40B4-BE49-F238E27FC236}">
                <a16:creationId xmlns:a16="http://schemas.microsoft.com/office/drawing/2014/main" id="{FF420572-6B4E-5C75-C93E-2E7D5A54A1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7020" y="1316960"/>
            <a:ext cx="288000" cy="217123"/>
          </a:xfrm>
          <a:prstGeom prst="rect">
            <a:avLst/>
          </a:prstGeom>
        </p:spPr>
      </p:pic>
      <p:graphicFrame>
        <p:nvGraphicFramePr>
          <p:cNvPr id="17" name="Table 16">
            <a:extLst>
              <a:ext uri="{FF2B5EF4-FFF2-40B4-BE49-F238E27FC236}">
                <a16:creationId xmlns:a16="http://schemas.microsoft.com/office/drawing/2014/main" id="{80C8D483-772A-C4C4-39F9-FC4B9F405DE3}"/>
              </a:ext>
            </a:extLst>
          </p:cNvPr>
          <p:cNvGraphicFramePr>
            <a:graphicFrameLocks noGrp="1"/>
          </p:cNvGraphicFramePr>
          <p:nvPr/>
        </p:nvGraphicFramePr>
        <p:xfrm>
          <a:off x="4761304" y="2266947"/>
          <a:ext cx="3280534" cy="2113280"/>
        </p:xfrm>
        <a:graphic>
          <a:graphicData uri="http://schemas.openxmlformats.org/drawingml/2006/table">
            <a:tbl>
              <a:tblPr>
                <a:tableStyleId>{5C22544A-7EE6-4342-B048-85BDC9FD1C3A}</a:tableStyleId>
              </a:tblPr>
              <a:tblGrid>
                <a:gridCol w="225563">
                  <a:extLst>
                    <a:ext uri="{9D8B030D-6E8A-4147-A177-3AD203B41FA5}">
                      <a16:colId xmlns:a16="http://schemas.microsoft.com/office/drawing/2014/main" val="1793786000"/>
                    </a:ext>
                  </a:extLst>
                </a:gridCol>
                <a:gridCol w="2080683">
                  <a:extLst>
                    <a:ext uri="{9D8B030D-6E8A-4147-A177-3AD203B41FA5}">
                      <a16:colId xmlns:a16="http://schemas.microsoft.com/office/drawing/2014/main" val="3120727726"/>
                    </a:ext>
                  </a:extLst>
                </a:gridCol>
                <a:gridCol w="974288">
                  <a:extLst>
                    <a:ext uri="{9D8B030D-6E8A-4147-A177-3AD203B41FA5}">
                      <a16:colId xmlns:a16="http://schemas.microsoft.com/office/drawing/2014/main" val="1069534392"/>
                    </a:ext>
                  </a:extLst>
                </a:gridCol>
              </a:tblGrid>
              <a:tr h="370840">
                <a:tc>
                  <a:txBody>
                    <a:bodyPr/>
                    <a:lstStyle/>
                    <a:p>
                      <a:r>
                        <a:rPr lang="en-US" b="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95% Case category                              </a:t>
                      </a:r>
                    </a:p>
                    <a:p>
                      <a:r>
                        <a:rPr lang="en-US" b="0"/>
                        <a:t>Inclusion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a:r>
                        <a:rPr lang="en-US">
                          <a:solidFill>
                            <a:srgbClr val="008A00"/>
                          </a:solidFill>
                        </a:rPr>
                        <a:t>Live</a:t>
                      </a: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370840">
                <a:tc>
                  <a:txBody>
                    <a:bodyPr/>
                    <a:lstStyle/>
                    <a:p>
                      <a:r>
                        <a:rPr lang="en-US" b="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Owning Sales Feedback Form Process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370840">
                <a:tc>
                  <a:txBody>
                    <a:bodyPr/>
                    <a:lstStyle/>
                    <a:p>
                      <a:r>
                        <a:rPr lang="en-US" b="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Agents of Change</a:t>
                      </a:r>
                    </a:p>
                    <a:p>
                      <a:r>
                        <a:rPr lang="en-US" b="0"/>
                        <a:t>Workstream (US)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370840">
                <a:tc>
                  <a:txBody>
                    <a:bodyPr/>
                    <a:lstStyle/>
                    <a:p>
                      <a:r>
                        <a:rPr lang="en-US" b="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iSell API integration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370840">
                <a:tc>
                  <a:txBody>
                    <a:bodyPr/>
                    <a:lstStyle/>
                    <a:p>
                      <a:r>
                        <a:rPr lang="en-US" b="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Cloud Hosting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bl>
          </a:graphicData>
        </a:graphic>
      </p:graphicFrame>
      <p:sp>
        <p:nvSpPr>
          <p:cNvPr id="19" name="Oval 18">
            <a:extLst>
              <a:ext uri="{FF2B5EF4-FFF2-40B4-BE49-F238E27FC236}">
                <a16:creationId xmlns:a16="http://schemas.microsoft.com/office/drawing/2014/main" id="{028E66B8-FCCE-69A5-BD9C-6B04F9407BFF}"/>
              </a:ext>
            </a:extLst>
          </p:cNvPr>
          <p:cNvSpPr/>
          <p:nvPr/>
        </p:nvSpPr>
        <p:spPr>
          <a:xfrm>
            <a:off x="7113455" y="2396290"/>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1085DEE-FC03-A861-B727-EF12CA93D611}"/>
              </a:ext>
            </a:extLst>
          </p:cNvPr>
          <p:cNvSpPr/>
          <p:nvPr/>
        </p:nvSpPr>
        <p:spPr>
          <a:xfrm>
            <a:off x="7113455" y="2862460"/>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 descr="A person in a suit&#10;&#10;AI-generated content may be incorrect.">
            <a:extLst>
              <a:ext uri="{FF2B5EF4-FFF2-40B4-BE49-F238E27FC236}">
                <a16:creationId xmlns:a16="http://schemas.microsoft.com/office/drawing/2014/main" id="{A37E56C2-983E-1E26-E874-A79BF223CB1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42277"/>
          <a:stretch>
            <a:fillRect/>
          </a:stretch>
        </p:blipFill>
        <p:spPr bwMode="auto">
          <a:xfrm>
            <a:off x="9039792" y="2435067"/>
            <a:ext cx="430570" cy="287845"/>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4EAF8657-6A5C-8BC7-FDC1-F1778298768A}"/>
              </a:ext>
            </a:extLst>
          </p:cNvPr>
          <p:cNvSpPr txBox="1"/>
          <p:nvPr/>
        </p:nvSpPr>
        <p:spPr>
          <a:xfrm>
            <a:off x="9478114" y="1851235"/>
            <a:ext cx="2107307" cy="792653"/>
          </a:xfrm>
          <a:prstGeom prst="rect">
            <a:avLst/>
          </a:prstGeom>
          <a:noFill/>
        </p:spPr>
        <p:txBody>
          <a:bodyPr wrap="square" lIns="0" tIns="0" rIns="0" bIns="0" rtlCol="0">
            <a:spAutoFit/>
          </a:bodyPr>
          <a:lstStyle/>
          <a:p>
            <a:pPr marL="171450" indent="-171450" algn="l">
              <a:lnSpc>
                <a:spcPct val="130000"/>
              </a:lnSpc>
              <a:buFont typeface="Arial" panose="020B0604020202020204" pitchFamily="34" charset="0"/>
              <a:buChar char="•"/>
            </a:pPr>
            <a:r>
              <a:rPr lang="en-US" sz="1100">
                <a:latin typeface="+mn-lt"/>
              </a:rPr>
              <a:t>GSO Townhall</a:t>
            </a:r>
            <a:r>
              <a:rPr lang="en-US" sz="1100" b="0" i="0">
                <a:latin typeface="+mn-lt"/>
              </a:rPr>
              <a:t> (29/06)</a:t>
            </a:r>
          </a:p>
          <a:p>
            <a:pPr marL="171450" indent="-171450" algn="l">
              <a:lnSpc>
                <a:spcPct val="130000"/>
              </a:lnSpc>
              <a:buFont typeface="Arial" panose="020B0604020202020204" pitchFamily="34" charset="0"/>
              <a:buChar char="•"/>
            </a:pPr>
            <a:r>
              <a:rPr lang="en-US" sz="1100">
                <a:latin typeface="+mn-lt"/>
              </a:rPr>
              <a:t>Mark Colombo (04/06)</a:t>
            </a:r>
          </a:p>
          <a:p>
            <a:pPr marL="171450" indent="-171450" algn="l">
              <a:lnSpc>
                <a:spcPct val="130000"/>
              </a:lnSpc>
              <a:buFont typeface="Arial" panose="020B0604020202020204" pitchFamily="34" charset="0"/>
              <a:buChar char="•"/>
            </a:pPr>
            <a:r>
              <a:rPr lang="en-US" sz="1100">
                <a:latin typeface="+mn-lt"/>
              </a:rPr>
              <a:t>Chris Nicholas (07/05)</a:t>
            </a:r>
          </a:p>
        </p:txBody>
      </p:sp>
      <p:sp>
        <p:nvSpPr>
          <p:cNvPr id="32" name="TextBox 31">
            <a:extLst>
              <a:ext uri="{FF2B5EF4-FFF2-40B4-BE49-F238E27FC236}">
                <a16:creationId xmlns:a16="http://schemas.microsoft.com/office/drawing/2014/main" id="{83283B55-72E5-7E56-7481-C1585D130522}"/>
              </a:ext>
            </a:extLst>
          </p:cNvPr>
          <p:cNvSpPr txBox="1"/>
          <p:nvPr/>
        </p:nvSpPr>
        <p:spPr>
          <a:xfrm>
            <a:off x="9610580" y="2993672"/>
            <a:ext cx="2099386" cy="216662"/>
          </a:xfrm>
          <a:prstGeom prst="rect">
            <a:avLst/>
          </a:prstGeom>
          <a:noFill/>
        </p:spPr>
        <p:txBody>
          <a:bodyPr wrap="square" lIns="0" tIns="0" rIns="0" bIns="0" rtlCol="0">
            <a:spAutoFit/>
          </a:bodyPr>
          <a:lstStyle/>
          <a:p>
            <a:pPr algn="l">
              <a:lnSpc>
                <a:spcPct val="130000"/>
              </a:lnSpc>
            </a:pPr>
            <a:r>
              <a:rPr lang="en-US" sz="1200">
                <a:solidFill>
                  <a:srgbClr val="333333"/>
                </a:solidFill>
                <a:latin typeface="+mn-lt"/>
                <a:ea typeface="FedEx Sans Light" panose="020B0403020203020204" pitchFamily="34" charset="0"/>
                <a:cs typeface="FedEx Sans Light" panose="020B0403020203020204" pitchFamily="34" charset="0"/>
              </a:rPr>
              <a:t>Reached</a:t>
            </a:r>
            <a:r>
              <a:rPr lang="en-US" sz="1200" b="1">
                <a:solidFill>
                  <a:srgbClr val="333333"/>
                </a:solidFill>
                <a:latin typeface="+mn-lt"/>
                <a:ea typeface="FedEx Sans Light" panose="020B0403020203020204" pitchFamily="34" charset="0"/>
                <a:cs typeface="FedEx Sans Light" panose="020B0403020203020204" pitchFamily="34" charset="0"/>
              </a:rPr>
              <a:t> Semi-finals</a:t>
            </a:r>
            <a:endParaRPr lang="en-US" sz="1200" b="0" i="0">
              <a:latin typeface="+mn-lt"/>
            </a:endParaRPr>
          </a:p>
        </p:txBody>
      </p:sp>
      <p:sp>
        <p:nvSpPr>
          <p:cNvPr id="33" name="TextBox 32">
            <a:extLst>
              <a:ext uri="{FF2B5EF4-FFF2-40B4-BE49-F238E27FC236}">
                <a16:creationId xmlns:a16="http://schemas.microsoft.com/office/drawing/2014/main" id="{93EDE1CA-6AD2-C6F5-91FF-00A495A0DE71}"/>
              </a:ext>
            </a:extLst>
          </p:cNvPr>
          <p:cNvSpPr txBox="1"/>
          <p:nvPr/>
        </p:nvSpPr>
        <p:spPr>
          <a:xfrm>
            <a:off x="9483988" y="3650362"/>
            <a:ext cx="1999560" cy="661720"/>
          </a:xfrm>
          <a:prstGeom prst="rect">
            <a:avLst/>
          </a:prstGeom>
          <a:noFill/>
        </p:spPr>
        <p:txBody>
          <a:bodyPr wrap="square" lIns="0" tIns="0" rIns="0" bIns="0" rtlCol="0">
            <a:spAutoFit/>
          </a:bodyPr>
          <a:lstStyle/>
          <a:p>
            <a:pPr marL="216000" indent="-216000" algn="l">
              <a:buFont typeface="Arial" panose="020B0604020202020204" pitchFamily="34" charset="0"/>
              <a:buChar char="•"/>
            </a:pPr>
            <a:r>
              <a:rPr lang="en-US" sz="1100">
                <a:solidFill>
                  <a:srgbClr val="333333"/>
                </a:solidFill>
                <a:latin typeface="+mn-lt"/>
                <a:ea typeface="FedEx Sans Light" panose="020B0403020203020204" pitchFamily="34" charset="0"/>
                <a:cs typeface="FedEx Sans Light" panose="020B0403020203020204" pitchFamily="34" charset="0"/>
              </a:rPr>
              <a:t>CHM (</a:t>
            </a:r>
            <a:r>
              <a:rPr lang="en-US" sz="1100" err="1">
                <a:solidFill>
                  <a:srgbClr val="333333"/>
                </a:solidFill>
                <a:latin typeface="+mn-lt"/>
                <a:ea typeface="FedEx Sans Light" panose="020B0403020203020204" pitchFamily="34" charset="0"/>
                <a:cs typeface="FedEx Sans Light" panose="020B0403020203020204" pitchFamily="34" charset="0"/>
              </a:rPr>
              <a:t>Streamlit</a:t>
            </a:r>
            <a:r>
              <a:rPr lang="en-US" sz="1100">
                <a:solidFill>
                  <a:srgbClr val="333333"/>
                </a:solidFill>
                <a:latin typeface="+mn-lt"/>
                <a:ea typeface="FedEx Sans Light" panose="020B0403020203020204" pitchFamily="34" charset="0"/>
                <a:cs typeface="FedEx Sans Light" panose="020B0403020203020204" pitchFamily="34" charset="0"/>
              </a:rPr>
              <a:t> expertise)</a:t>
            </a:r>
          </a:p>
          <a:p>
            <a:pPr marL="216000" indent="-216000" algn="l">
              <a:buFont typeface="Arial" panose="020B0604020202020204" pitchFamily="34" charset="0"/>
              <a:buChar char="•"/>
            </a:pPr>
            <a:r>
              <a:rPr lang="en-US" sz="1100">
                <a:solidFill>
                  <a:srgbClr val="333333"/>
                </a:solidFill>
                <a:latin typeface="+mn-lt"/>
                <a:ea typeface="FedEx Sans Light" panose="020B0403020203020204" pitchFamily="34" charset="0"/>
                <a:cs typeface="FedEx Sans Light" panose="020B0403020203020204" pitchFamily="34" charset="0"/>
              </a:rPr>
              <a:t>DART (First process)</a:t>
            </a:r>
          </a:p>
          <a:p>
            <a:pPr marL="216000" indent="-216000" algn="l">
              <a:buFont typeface="Arial" panose="020B0604020202020204" pitchFamily="34" charset="0"/>
              <a:buChar char="•"/>
            </a:pPr>
            <a:r>
              <a:rPr lang="en-US" sz="1100">
                <a:solidFill>
                  <a:srgbClr val="333333"/>
                </a:solidFill>
                <a:latin typeface="+mn-lt"/>
                <a:ea typeface="FedEx Sans Light" panose="020B0403020203020204" pitchFamily="34" charset="0"/>
                <a:cs typeface="FedEx Sans Light" panose="020B0403020203020204" pitchFamily="34" charset="0"/>
              </a:rPr>
              <a:t>APAC (Gemini capabilities)</a:t>
            </a:r>
          </a:p>
        </p:txBody>
      </p:sp>
      <p:pic>
        <p:nvPicPr>
          <p:cNvPr id="35" name="Graphic 34" descr="Meeting with solid fill">
            <a:extLst>
              <a:ext uri="{FF2B5EF4-FFF2-40B4-BE49-F238E27FC236}">
                <a16:creationId xmlns:a16="http://schemas.microsoft.com/office/drawing/2014/main" id="{9B03E4BD-8EE9-B019-E427-0296A743E69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49350" y="1749642"/>
            <a:ext cx="360000" cy="360000"/>
          </a:xfrm>
          <a:prstGeom prst="rect">
            <a:avLst/>
          </a:prstGeom>
        </p:spPr>
      </p:pic>
      <p:pic>
        <p:nvPicPr>
          <p:cNvPr id="39" name="Graphic 38" descr="Handshake with solid fill">
            <a:extLst>
              <a:ext uri="{FF2B5EF4-FFF2-40B4-BE49-F238E27FC236}">
                <a16:creationId xmlns:a16="http://schemas.microsoft.com/office/drawing/2014/main" id="{034CE105-6318-8CAC-F944-3BCC73AE084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59956" y="3755085"/>
            <a:ext cx="360000" cy="360000"/>
          </a:xfrm>
          <a:prstGeom prst="rect">
            <a:avLst/>
          </a:prstGeom>
        </p:spPr>
      </p:pic>
      <p:sp>
        <p:nvSpPr>
          <p:cNvPr id="41" name="Oval 40">
            <a:extLst>
              <a:ext uri="{FF2B5EF4-FFF2-40B4-BE49-F238E27FC236}">
                <a16:creationId xmlns:a16="http://schemas.microsoft.com/office/drawing/2014/main" id="{EFC6EB38-3BB1-CA4D-C7BF-7CBEEE3385DF}"/>
              </a:ext>
            </a:extLst>
          </p:cNvPr>
          <p:cNvSpPr/>
          <p:nvPr/>
        </p:nvSpPr>
        <p:spPr>
          <a:xfrm>
            <a:off x="7113455" y="3297297"/>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1E1AB82-1B44-CC48-5A74-EAB2BA620529}"/>
              </a:ext>
            </a:extLst>
          </p:cNvPr>
          <p:cNvSpPr/>
          <p:nvPr/>
        </p:nvSpPr>
        <p:spPr>
          <a:xfrm>
            <a:off x="7113455" y="3714774"/>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9BB2BBB8-ABF3-49A1-2888-8AFFD3265C06}"/>
              </a:ext>
            </a:extLst>
          </p:cNvPr>
          <p:cNvSpPr/>
          <p:nvPr/>
        </p:nvSpPr>
        <p:spPr>
          <a:xfrm>
            <a:off x="7113455" y="4093486"/>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c 43" descr="Magnifying glass with solid fill">
            <a:extLst>
              <a:ext uri="{FF2B5EF4-FFF2-40B4-BE49-F238E27FC236}">
                <a16:creationId xmlns:a16="http://schemas.microsoft.com/office/drawing/2014/main" id="{519716D8-EE6E-B6E2-B3C1-EDF6E3D3BB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3340" y="1264627"/>
            <a:ext cx="288000" cy="288000"/>
          </a:xfrm>
          <a:prstGeom prst="rect">
            <a:avLst/>
          </a:prstGeom>
        </p:spPr>
      </p:pic>
      <p:pic>
        <p:nvPicPr>
          <p:cNvPr id="49" name="Graphic 48" descr="Puzzle pieces with solid fill">
            <a:extLst>
              <a:ext uri="{FF2B5EF4-FFF2-40B4-BE49-F238E27FC236}">
                <a16:creationId xmlns:a16="http://schemas.microsoft.com/office/drawing/2014/main" id="{10AE3A41-FAAF-D9C6-A381-4EFF0AA5631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34293" y="2898391"/>
            <a:ext cx="288000" cy="288000"/>
          </a:xfrm>
          <a:prstGeom prst="rect">
            <a:avLst/>
          </a:prstGeom>
        </p:spPr>
      </p:pic>
      <p:sp>
        <p:nvSpPr>
          <p:cNvPr id="51" name="TextBox 50">
            <a:extLst>
              <a:ext uri="{FF2B5EF4-FFF2-40B4-BE49-F238E27FC236}">
                <a16:creationId xmlns:a16="http://schemas.microsoft.com/office/drawing/2014/main" id="{68D2BB06-A03E-F325-936D-E25EEDF84323}"/>
              </a:ext>
            </a:extLst>
          </p:cNvPr>
          <p:cNvSpPr txBox="1"/>
          <p:nvPr/>
        </p:nvSpPr>
        <p:spPr>
          <a:xfrm>
            <a:off x="1123379" y="3014707"/>
            <a:ext cx="3366503" cy="1354217"/>
          </a:xfrm>
          <a:prstGeom prst="rect">
            <a:avLst/>
          </a:prstGeom>
          <a:noFill/>
        </p:spPr>
        <p:txBody>
          <a:bodyPr wrap="square">
            <a:spAutoFit/>
          </a:bodyPr>
          <a:lstStyle/>
          <a:p>
            <a:pPr marL="171450" indent="-171450">
              <a:buFont typeface="Arial" panose="020B0604020202020204" pitchFamily="34" charset="0"/>
              <a:buChar char="•"/>
            </a:pPr>
            <a:r>
              <a:rPr lang="en-US" sz="1200" b="1">
                <a:latin typeface="+mn-lt"/>
              </a:rPr>
              <a:t>Rule-based Python engine </a:t>
            </a:r>
            <a:r>
              <a:rPr lang="en-US" sz="1200">
                <a:latin typeface="+mn-lt"/>
              </a:rPr>
              <a:t>for intelligent case resolution recommendations.</a:t>
            </a:r>
          </a:p>
          <a:p>
            <a:pPr marL="171450" indent="-171450">
              <a:buFont typeface="Arial" panose="020B0604020202020204" pitchFamily="34" charset="0"/>
              <a:buChar char="•"/>
            </a:pPr>
            <a:r>
              <a:rPr lang="en-US" sz="1200" b="1">
                <a:latin typeface="+mn-lt"/>
              </a:rPr>
              <a:t>AI-powered</a:t>
            </a:r>
            <a:r>
              <a:rPr lang="en-US" sz="1200">
                <a:latin typeface="+mn-lt"/>
              </a:rPr>
              <a:t> third-party research using Gemini.</a:t>
            </a:r>
            <a:endParaRPr lang="en-US" sz="1200" b="0" i="0" u="none" strike="noStrike">
              <a:solidFill>
                <a:srgbClr val="1E1B2E"/>
              </a:solidFill>
              <a:effectLst/>
              <a:latin typeface="+mn-lt"/>
            </a:endParaRPr>
          </a:p>
          <a:p>
            <a:pPr marL="171450" indent="-171450">
              <a:buFont typeface="Arial" panose="020B0604020202020204" pitchFamily="34" charset="0"/>
              <a:buChar char="•"/>
            </a:pPr>
            <a:r>
              <a:rPr lang="en-US" sz="1200" b="1">
                <a:latin typeface="+mn-lt"/>
              </a:rPr>
              <a:t>Automated CSV generation </a:t>
            </a:r>
            <a:r>
              <a:rPr lang="en-US" sz="1200">
                <a:latin typeface="+mn-lt"/>
              </a:rPr>
              <a:t>to complete the resolution workflow.</a:t>
            </a:r>
            <a:endParaRPr lang="en-IN" sz="1200">
              <a:latin typeface="+mn-lt"/>
            </a:endParaRPr>
          </a:p>
        </p:txBody>
      </p:sp>
      <p:sp>
        <p:nvSpPr>
          <p:cNvPr id="52" name="TextBox 51">
            <a:extLst>
              <a:ext uri="{FF2B5EF4-FFF2-40B4-BE49-F238E27FC236}">
                <a16:creationId xmlns:a16="http://schemas.microsoft.com/office/drawing/2014/main" id="{D98914FF-B244-A90B-B875-7FF1F9D061A3}"/>
              </a:ext>
            </a:extLst>
          </p:cNvPr>
          <p:cNvSpPr txBox="1"/>
          <p:nvPr/>
        </p:nvSpPr>
        <p:spPr>
          <a:xfrm>
            <a:off x="1098059" y="1809477"/>
            <a:ext cx="3297591" cy="1092607"/>
          </a:xfrm>
          <a:prstGeom prst="rect">
            <a:avLst/>
          </a:prstGeom>
          <a:noFill/>
        </p:spPr>
        <p:txBody>
          <a:bodyPr wrap="square">
            <a:spAutoFit/>
          </a:bodyPr>
          <a:lstStyle/>
          <a:p>
            <a:pPr marL="171450" lvl="0" indent="-171450" algn="l" rtl="0">
              <a:buSzPct val="100000"/>
              <a:buFont typeface="Arial" panose="020B0604020202020204" pitchFamily="34" charset="0"/>
              <a:buChar char="•"/>
              <a:defRPr/>
            </a:pPr>
            <a:r>
              <a:rPr lang="en-US" sz="1200" b="1">
                <a:solidFill>
                  <a:schemeClr val="tx1"/>
                </a:solidFill>
                <a:latin typeface="+mn-lt"/>
              </a:rPr>
              <a:t>95%</a:t>
            </a:r>
            <a:r>
              <a:rPr lang="en-US" sz="1200">
                <a:solidFill>
                  <a:schemeClr val="tx1"/>
                </a:solidFill>
                <a:latin typeface="+mn-lt"/>
              </a:rPr>
              <a:t> TP&amp;O cases/month requires multi-system navigation for business rules validation and third party research</a:t>
            </a:r>
          </a:p>
          <a:p>
            <a:pPr marL="171450" lvl="0" indent="-171450" algn="l" rtl="0">
              <a:buSzPct val="100000"/>
              <a:buFont typeface="Arial" panose="020B0604020202020204" pitchFamily="34" charset="0"/>
              <a:buChar char="•"/>
              <a:defRPr/>
            </a:pPr>
            <a:r>
              <a:rPr lang="en-US" sz="1200">
                <a:solidFill>
                  <a:schemeClr val="tx1"/>
                </a:solidFill>
                <a:latin typeface="+mn-lt"/>
              </a:rPr>
              <a:t>Consumes </a:t>
            </a:r>
            <a:r>
              <a:rPr lang="en-US" sz="1200" b="1">
                <a:solidFill>
                  <a:schemeClr val="tx1"/>
                </a:solidFill>
                <a:latin typeface="+mn-lt"/>
              </a:rPr>
              <a:t>5–10 min per case</a:t>
            </a:r>
            <a:r>
              <a:rPr lang="en-US" sz="1200">
                <a:solidFill>
                  <a:schemeClr val="tx1"/>
                </a:solidFill>
                <a:latin typeface="+mn-lt"/>
              </a:rPr>
              <a:t>; manual form-filling drives SLA risk &amp; data errors</a:t>
            </a:r>
            <a:r>
              <a:rPr lang="en-IN" sz="1200">
                <a:solidFill>
                  <a:schemeClr val="tx1"/>
                </a:solidFill>
                <a:latin typeface="+mn-lt"/>
              </a:rPr>
              <a:t>​</a:t>
            </a:r>
          </a:p>
        </p:txBody>
      </p:sp>
      <p:cxnSp>
        <p:nvCxnSpPr>
          <p:cNvPr id="16" name="Straight Connector 15">
            <a:extLst>
              <a:ext uri="{FF2B5EF4-FFF2-40B4-BE49-F238E27FC236}">
                <a16:creationId xmlns:a16="http://schemas.microsoft.com/office/drawing/2014/main" id="{9F173A69-F09E-B865-EB78-9958593439E3}"/>
              </a:ext>
            </a:extLst>
          </p:cNvPr>
          <p:cNvCxnSpPr>
            <a:cxnSpLocks/>
          </p:cNvCxnSpPr>
          <p:nvPr/>
        </p:nvCxnSpPr>
        <p:spPr>
          <a:xfrm>
            <a:off x="9093683" y="2808657"/>
            <a:ext cx="2177687" cy="827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16632DE-754C-7D28-3CCC-FE9305D5C04A}"/>
              </a:ext>
            </a:extLst>
          </p:cNvPr>
          <p:cNvCxnSpPr>
            <a:cxnSpLocks/>
          </p:cNvCxnSpPr>
          <p:nvPr/>
        </p:nvCxnSpPr>
        <p:spPr>
          <a:xfrm>
            <a:off x="9169400" y="3460812"/>
            <a:ext cx="2101970" cy="6288"/>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BAF17B43-5DA1-24AC-077F-967A785F88AA}"/>
              </a:ext>
            </a:extLst>
          </p:cNvPr>
          <p:cNvSpPr/>
          <p:nvPr/>
        </p:nvSpPr>
        <p:spPr>
          <a:xfrm>
            <a:off x="8365481" y="1656159"/>
            <a:ext cx="523814" cy="1152498"/>
          </a:xfrm>
          <a:prstGeom prst="rect">
            <a:avLst/>
          </a:prstGeom>
          <a:solidFill>
            <a:srgbClr val="DBC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633A1094-1373-50DE-2243-17BA382C089D}"/>
              </a:ext>
            </a:extLst>
          </p:cNvPr>
          <p:cNvSpPr/>
          <p:nvPr/>
        </p:nvSpPr>
        <p:spPr>
          <a:xfrm>
            <a:off x="9098801" y="2114931"/>
            <a:ext cx="282310" cy="282852"/>
          </a:xfrm>
          <a:prstGeom prst="ellipse">
            <a:avLst/>
          </a:prstGeom>
          <a:blipFill>
            <a:blip r:embed="rId10"/>
            <a:stretch>
              <a:fillRect/>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7" name="object 2">
            <a:extLst>
              <a:ext uri="{FF2B5EF4-FFF2-40B4-BE49-F238E27FC236}">
                <a16:creationId xmlns:a16="http://schemas.microsoft.com/office/drawing/2014/main" id="{67FAAF40-1F51-E6A0-14A2-3B2AEB181430}"/>
              </a:ext>
            </a:extLst>
          </p:cNvPr>
          <p:cNvPicPr/>
          <p:nvPr/>
        </p:nvPicPr>
        <p:blipFill>
          <a:blip r:embed="rId11" cstate="print"/>
          <a:stretch>
            <a:fillRect/>
          </a:stretch>
        </p:blipFill>
        <p:spPr>
          <a:xfrm>
            <a:off x="9093683" y="2949482"/>
            <a:ext cx="458669" cy="364461"/>
          </a:xfrm>
          <a:prstGeom prst="rect">
            <a:avLst/>
          </a:prstGeom>
        </p:spPr>
      </p:pic>
      <p:sp>
        <p:nvSpPr>
          <p:cNvPr id="24" name="TextBox 23">
            <a:extLst>
              <a:ext uri="{FF2B5EF4-FFF2-40B4-BE49-F238E27FC236}">
                <a16:creationId xmlns:a16="http://schemas.microsoft.com/office/drawing/2014/main" id="{0A29FBE3-8D87-361F-910B-23257DA2A5D8}"/>
              </a:ext>
            </a:extLst>
          </p:cNvPr>
          <p:cNvSpPr txBox="1"/>
          <p:nvPr/>
        </p:nvSpPr>
        <p:spPr>
          <a:xfrm rot="16200000">
            <a:off x="8080929" y="2031814"/>
            <a:ext cx="1048320" cy="430887"/>
          </a:xfrm>
          <a:prstGeom prst="rect">
            <a:avLst/>
          </a:prstGeom>
          <a:solidFill>
            <a:srgbClr val="DBC2F6"/>
          </a:solid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Demo</a:t>
            </a:r>
            <a:r>
              <a:rPr lang="en-US" sz="1400" i="1">
                <a:solidFill>
                  <a:schemeClr val="tx2"/>
                </a:solidFill>
                <a:latin typeface="+mn-lt"/>
              </a:rPr>
              <a:t> </a:t>
            </a:r>
            <a:r>
              <a:rPr lang="en-US" sz="1400" i="1">
                <a:solidFill>
                  <a:schemeClr val="tx2"/>
                </a:solidFill>
                <a:latin typeface="+mn-lt"/>
                <a:ea typeface="FedEx Sans Light" panose="020B0403020203020204" pitchFamily="34" charset="0"/>
                <a:cs typeface="FedEx Sans Light" panose="020B0403020203020204" pitchFamily="34" charset="0"/>
              </a:rPr>
              <a:t>Session</a:t>
            </a:r>
          </a:p>
        </p:txBody>
      </p:sp>
      <p:sp>
        <p:nvSpPr>
          <p:cNvPr id="166" name="Rectangle 165">
            <a:extLst>
              <a:ext uri="{FF2B5EF4-FFF2-40B4-BE49-F238E27FC236}">
                <a16:creationId xmlns:a16="http://schemas.microsoft.com/office/drawing/2014/main" id="{CFCD1D4C-7655-93BB-8A05-B271DE88EDC1}"/>
              </a:ext>
            </a:extLst>
          </p:cNvPr>
          <p:cNvSpPr/>
          <p:nvPr/>
        </p:nvSpPr>
        <p:spPr>
          <a:xfrm>
            <a:off x="8363441" y="2835196"/>
            <a:ext cx="523814" cy="614326"/>
          </a:xfrm>
          <a:prstGeom prst="rect">
            <a:avLst/>
          </a:prstGeom>
          <a:solidFill>
            <a:srgbClr val="DBC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1CDB601-8316-B95A-CFA5-6FDF6CBD520A}"/>
              </a:ext>
            </a:extLst>
          </p:cNvPr>
          <p:cNvSpPr txBox="1"/>
          <p:nvPr/>
        </p:nvSpPr>
        <p:spPr>
          <a:xfrm rot="16200000">
            <a:off x="8213025" y="3008477"/>
            <a:ext cx="705330" cy="252763"/>
          </a:xfrm>
          <a:prstGeom prst="rect">
            <a:avLst/>
          </a:prstGeom>
          <a:noFill/>
        </p:spPr>
        <p:txBody>
          <a:bodyPr wrap="square" lIns="0" tIns="0" rIns="0" bIns="0" rtlCol="0">
            <a:spAutoFit/>
          </a:bodyPr>
          <a:lstStyle/>
          <a:p>
            <a:pPr algn="ctr">
              <a:lnSpc>
                <a:spcPct val="130000"/>
              </a:lnSpc>
            </a:pPr>
            <a:r>
              <a:rPr lang="en-US" sz="1400" i="1">
                <a:solidFill>
                  <a:schemeClr val="tx2"/>
                </a:solidFill>
                <a:latin typeface="+mn-lt"/>
                <a:ea typeface="FedEx Sans Light" panose="020B0403020203020204" pitchFamily="34" charset="0"/>
                <a:cs typeface="FedEx Sans Light" panose="020B0403020203020204" pitchFamily="34" charset="0"/>
              </a:rPr>
              <a:t>PPQA</a:t>
            </a:r>
          </a:p>
        </p:txBody>
      </p:sp>
      <p:sp>
        <p:nvSpPr>
          <p:cNvPr id="170" name="Rectangle 169">
            <a:extLst>
              <a:ext uri="{FF2B5EF4-FFF2-40B4-BE49-F238E27FC236}">
                <a16:creationId xmlns:a16="http://schemas.microsoft.com/office/drawing/2014/main" id="{647C7835-235A-6914-A511-70FC0B65050A}"/>
              </a:ext>
            </a:extLst>
          </p:cNvPr>
          <p:cNvSpPr/>
          <p:nvPr/>
        </p:nvSpPr>
        <p:spPr>
          <a:xfrm>
            <a:off x="8365481" y="3470607"/>
            <a:ext cx="523814" cy="936085"/>
          </a:xfrm>
          <a:prstGeom prst="rect">
            <a:avLst/>
          </a:prstGeom>
          <a:solidFill>
            <a:srgbClr val="DBC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28" name="TextBox 127">
            <a:extLst>
              <a:ext uri="{FF2B5EF4-FFF2-40B4-BE49-F238E27FC236}">
                <a16:creationId xmlns:a16="http://schemas.microsoft.com/office/drawing/2014/main" id="{D24F089B-E138-DA57-8A3D-DE319F54A83A}"/>
              </a:ext>
            </a:extLst>
          </p:cNvPr>
          <p:cNvSpPr txBox="1"/>
          <p:nvPr/>
        </p:nvSpPr>
        <p:spPr>
          <a:xfrm rot="16200000">
            <a:off x="8143612" y="3696019"/>
            <a:ext cx="974105" cy="430887"/>
          </a:xfrm>
          <a:prstGeom prst="rect">
            <a:avLst/>
          </a:prstGeom>
          <a:no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Cross collab</a:t>
            </a:r>
          </a:p>
        </p:txBody>
      </p:sp>
      <p:sp>
        <p:nvSpPr>
          <p:cNvPr id="171" name="TextBox 170">
            <a:extLst>
              <a:ext uri="{FF2B5EF4-FFF2-40B4-BE49-F238E27FC236}">
                <a16:creationId xmlns:a16="http://schemas.microsoft.com/office/drawing/2014/main" id="{F4AE4486-6F9F-1F5C-DBAD-DBD888AB3FB4}"/>
              </a:ext>
            </a:extLst>
          </p:cNvPr>
          <p:cNvSpPr txBox="1"/>
          <p:nvPr/>
        </p:nvSpPr>
        <p:spPr>
          <a:xfrm>
            <a:off x="4823811" y="1714010"/>
            <a:ext cx="3199419" cy="456728"/>
          </a:xfrm>
          <a:prstGeom prst="rect">
            <a:avLst/>
          </a:prstGeom>
          <a:noFill/>
        </p:spPr>
        <p:txBody>
          <a:bodyPr wrap="square" lIns="0" tIns="0" rIns="0" bIns="0" rtlCol="0">
            <a:spAutoFit/>
          </a:bodyPr>
          <a:lstStyle/>
          <a:p>
            <a:pPr algn="l">
              <a:lnSpc>
                <a:spcPct val="130000"/>
              </a:lnSpc>
            </a:pPr>
            <a:r>
              <a:rPr lang="en-US" sz="1200">
                <a:latin typeface="+mn-lt"/>
              </a:rPr>
              <a:t>Following action items were identified from </a:t>
            </a:r>
            <a:r>
              <a:rPr lang="en-US" sz="1200" b="1">
                <a:latin typeface="+mn-lt"/>
              </a:rPr>
              <a:t>last meeting (18/3)</a:t>
            </a:r>
          </a:p>
        </p:txBody>
      </p:sp>
      <p:sp>
        <p:nvSpPr>
          <p:cNvPr id="45" name="Arrow: Right 44">
            <a:extLst>
              <a:ext uri="{FF2B5EF4-FFF2-40B4-BE49-F238E27FC236}">
                <a16:creationId xmlns:a16="http://schemas.microsoft.com/office/drawing/2014/main" id="{127B0B6A-85A7-E6CF-8C8B-5C7DED67FFAA}"/>
              </a:ext>
            </a:extLst>
          </p:cNvPr>
          <p:cNvSpPr/>
          <p:nvPr/>
        </p:nvSpPr>
        <p:spPr>
          <a:xfrm>
            <a:off x="8463652" y="4456075"/>
            <a:ext cx="3156848" cy="423186"/>
          </a:xfrm>
          <a:prstGeom prst="rightArrow">
            <a:avLst>
              <a:gd name="adj1" fmla="val 70585"/>
              <a:gd name="adj2" fmla="val 50000"/>
            </a:avLst>
          </a:prstGeom>
          <a:solidFill>
            <a:srgbClr val="3A0F69"/>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4.0</a:t>
            </a:r>
          </a:p>
        </p:txBody>
      </p:sp>
      <p:sp>
        <p:nvSpPr>
          <p:cNvPr id="40" name="Arrow: Right 39">
            <a:extLst>
              <a:ext uri="{FF2B5EF4-FFF2-40B4-BE49-F238E27FC236}">
                <a16:creationId xmlns:a16="http://schemas.microsoft.com/office/drawing/2014/main" id="{B693014F-2F44-BF6A-E8CC-A4FB2D02AC19}"/>
              </a:ext>
            </a:extLst>
          </p:cNvPr>
          <p:cNvSpPr/>
          <p:nvPr/>
        </p:nvSpPr>
        <p:spPr>
          <a:xfrm>
            <a:off x="5791200" y="4456075"/>
            <a:ext cx="2893820" cy="423186"/>
          </a:xfrm>
          <a:prstGeom prst="rightArrow">
            <a:avLst>
              <a:gd name="adj1" fmla="val 70585"/>
              <a:gd name="adj2" fmla="val 50000"/>
            </a:avLst>
          </a:prstGeom>
          <a:solidFill>
            <a:srgbClr val="9247E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3.0</a:t>
            </a:r>
          </a:p>
        </p:txBody>
      </p:sp>
      <p:sp>
        <p:nvSpPr>
          <p:cNvPr id="38" name="Arrow: Right 37">
            <a:extLst>
              <a:ext uri="{FF2B5EF4-FFF2-40B4-BE49-F238E27FC236}">
                <a16:creationId xmlns:a16="http://schemas.microsoft.com/office/drawing/2014/main" id="{2E45B76C-BC9A-B0E3-31FC-B0B056DD6C30}"/>
              </a:ext>
            </a:extLst>
          </p:cNvPr>
          <p:cNvSpPr/>
          <p:nvPr/>
        </p:nvSpPr>
        <p:spPr>
          <a:xfrm>
            <a:off x="3303898" y="4456075"/>
            <a:ext cx="2792102" cy="423186"/>
          </a:xfrm>
          <a:prstGeom prst="rightArrow">
            <a:avLst>
              <a:gd name="adj1" fmla="val 70585"/>
              <a:gd name="adj2" fmla="val 50000"/>
            </a:avLst>
          </a:prstGeom>
          <a:solidFill>
            <a:srgbClr val="B685ED"/>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2.0</a:t>
            </a:r>
          </a:p>
        </p:txBody>
      </p:sp>
      <p:sp>
        <p:nvSpPr>
          <p:cNvPr id="37" name="Arrow: Right 36">
            <a:extLst>
              <a:ext uri="{FF2B5EF4-FFF2-40B4-BE49-F238E27FC236}">
                <a16:creationId xmlns:a16="http://schemas.microsoft.com/office/drawing/2014/main" id="{E46230AC-DFE9-8D42-9D09-E5F26F989700}"/>
              </a:ext>
            </a:extLst>
          </p:cNvPr>
          <p:cNvSpPr/>
          <p:nvPr/>
        </p:nvSpPr>
        <p:spPr>
          <a:xfrm>
            <a:off x="1134293" y="4456075"/>
            <a:ext cx="2372689" cy="423186"/>
          </a:xfrm>
          <a:prstGeom prst="rightArrow">
            <a:avLst>
              <a:gd name="adj1" fmla="val 70585"/>
              <a:gd name="adj2" fmla="val 50000"/>
            </a:avLst>
          </a:prstGeom>
          <a:solidFill>
            <a:schemeClr val="accent1">
              <a:lumMod val="20000"/>
              <a:lumOff val="8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OPTIX 1.0</a:t>
            </a:r>
          </a:p>
        </p:txBody>
      </p:sp>
      <p:cxnSp>
        <p:nvCxnSpPr>
          <p:cNvPr id="46" name="Straight Connector 45">
            <a:extLst>
              <a:ext uri="{FF2B5EF4-FFF2-40B4-BE49-F238E27FC236}">
                <a16:creationId xmlns:a16="http://schemas.microsoft.com/office/drawing/2014/main" id="{DC6BA1B8-3A48-A77C-9C46-4B9BB60C5284}"/>
              </a:ext>
            </a:extLst>
          </p:cNvPr>
          <p:cNvCxnSpPr>
            <a:cxnSpLocks/>
          </p:cNvCxnSpPr>
          <p:nvPr/>
        </p:nvCxnSpPr>
        <p:spPr>
          <a:xfrm>
            <a:off x="1291099" y="2934587"/>
            <a:ext cx="2786872" cy="2002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CD6F5BA1-1E5A-BB5E-22C1-E6B869D039F8}"/>
              </a:ext>
            </a:extLst>
          </p:cNvPr>
          <p:cNvSpPr/>
          <p:nvPr/>
        </p:nvSpPr>
        <p:spPr>
          <a:xfrm>
            <a:off x="599742" y="1649048"/>
            <a:ext cx="523814" cy="128439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1C27B552-F88D-308F-3BAB-C4AAB46305D1}"/>
              </a:ext>
            </a:extLst>
          </p:cNvPr>
          <p:cNvSpPr txBox="1"/>
          <p:nvPr/>
        </p:nvSpPr>
        <p:spPr>
          <a:xfrm rot="16200000">
            <a:off x="133710" y="2094957"/>
            <a:ext cx="1441227" cy="221657"/>
          </a:xfrm>
          <a:prstGeom prst="rect">
            <a:avLst/>
          </a:prstGeom>
          <a:no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Problem </a:t>
            </a:r>
          </a:p>
        </p:txBody>
      </p:sp>
      <p:sp>
        <p:nvSpPr>
          <p:cNvPr id="55" name="Rectangle 54">
            <a:extLst>
              <a:ext uri="{FF2B5EF4-FFF2-40B4-BE49-F238E27FC236}">
                <a16:creationId xmlns:a16="http://schemas.microsoft.com/office/drawing/2014/main" id="{D9F4A5D1-FEBF-37F4-DB2F-878B73055B00}"/>
              </a:ext>
            </a:extLst>
          </p:cNvPr>
          <p:cNvSpPr/>
          <p:nvPr/>
        </p:nvSpPr>
        <p:spPr>
          <a:xfrm>
            <a:off x="599742" y="2993671"/>
            <a:ext cx="523814" cy="13849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TextBox 136">
            <a:extLst>
              <a:ext uri="{FF2B5EF4-FFF2-40B4-BE49-F238E27FC236}">
                <a16:creationId xmlns:a16="http://schemas.microsoft.com/office/drawing/2014/main" id="{5F3A982A-80BA-FACC-89C0-3C5C62DCF6D7}"/>
              </a:ext>
            </a:extLst>
          </p:cNvPr>
          <p:cNvSpPr txBox="1"/>
          <p:nvPr/>
        </p:nvSpPr>
        <p:spPr>
          <a:xfrm rot="16200000">
            <a:off x="119328" y="3501632"/>
            <a:ext cx="1441227" cy="221657"/>
          </a:xfrm>
          <a:prstGeom prst="rect">
            <a:avLst/>
          </a:prstGeom>
          <a:no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Solution</a:t>
            </a:r>
          </a:p>
        </p:txBody>
      </p:sp>
      <p:sp>
        <p:nvSpPr>
          <p:cNvPr id="141" name="Rectangle : avec coins arrondis en haut 12">
            <a:extLst>
              <a:ext uri="{FF2B5EF4-FFF2-40B4-BE49-F238E27FC236}">
                <a16:creationId xmlns:a16="http://schemas.microsoft.com/office/drawing/2014/main" id="{E934A2E8-D2FA-619A-198D-618D89F2D3A5}"/>
              </a:ext>
            </a:extLst>
          </p:cNvPr>
          <p:cNvSpPr/>
          <p:nvPr/>
        </p:nvSpPr>
        <p:spPr>
          <a:xfrm rot="10800000" flipH="1" flipV="1">
            <a:off x="577230" y="1237948"/>
            <a:ext cx="3906578" cy="381647"/>
          </a:xfrm>
          <a:prstGeom prst="round2SameRect">
            <a:avLst>
              <a:gd name="adj1" fmla="val 0"/>
              <a:gd name="adj2"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600" b="1" i="0" u="none" strike="noStrike" kern="0" cap="none" spc="0" normalizeH="0" baseline="0" noProof="0">
                <a:ln>
                  <a:noFill/>
                </a:ln>
                <a:solidFill>
                  <a:schemeClr val="tx2"/>
                </a:solidFill>
                <a:effectLst/>
                <a:uLnTx/>
                <a:uFillTx/>
                <a:ea typeface="FedEx Sans Light" panose="020B0403020203020204" pitchFamily="34" charset="0"/>
                <a:cs typeface="FedEx Sans Light" panose="020B0403020203020204" pitchFamily="34" charset="0"/>
              </a:rPr>
              <a:t>1. OPTIX Summary</a:t>
            </a:r>
          </a:p>
        </p:txBody>
      </p:sp>
      <p:sp>
        <p:nvSpPr>
          <p:cNvPr id="4" name="Rectangle 3">
            <a:extLst>
              <a:ext uri="{FF2B5EF4-FFF2-40B4-BE49-F238E27FC236}">
                <a16:creationId xmlns:a16="http://schemas.microsoft.com/office/drawing/2014/main" id="{DD9A1C87-C5CF-01AB-DAA5-42541E966C13}"/>
              </a:ext>
            </a:extLst>
          </p:cNvPr>
          <p:cNvSpPr/>
          <p:nvPr/>
        </p:nvSpPr>
        <p:spPr>
          <a:xfrm>
            <a:off x="610854" y="4443155"/>
            <a:ext cx="487205" cy="15696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5" name="TextBox 4">
            <a:extLst>
              <a:ext uri="{FF2B5EF4-FFF2-40B4-BE49-F238E27FC236}">
                <a16:creationId xmlns:a16="http://schemas.microsoft.com/office/drawing/2014/main" id="{E89CF547-F931-ED9D-6C9E-64A057E89E20}"/>
              </a:ext>
            </a:extLst>
          </p:cNvPr>
          <p:cNvSpPr txBox="1"/>
          <p:nvPr/>
        </p:nvSpPr>
        <p:spPr>
          <a:xfrm rot="16200000">
            <a:off x="114179" y="5007535"/>
            <a:ext cx="1441227" cy="246221"/>
          </a:xfrm>
          <a:prstGeom prst="rect">
            <a:avLst/>
          </a:prstGeom>
          <a:noFill/>
        </p:spPr>
        <p:txBody>
          <a:bodyPr wrap="square" lIns="0" tIns="0" rIns="0" bIns="0" rtlCol="0">
            <a:spAutoFit/>
          </a:bodyPr>
          <a:lstStyle/>
          <a:p>
            <a:pPr algn="ctr">
              <a:spcAft>
                <a:spcPts val="0"/>
              </a:spcAft>
            </a:pPr>
            <a:r>
              <a:rPr lang="en-US" b="1">
                <a:solidFill>
                  <a:schemeClr val="tx2"/>
                </a:solidFill>
                <a:latin typeface="+mn-lt"/>
                <a:ea typeface="FedEx Sans Light" panose="020B0403020203020204" pitchFamily="34" charset="0"/>
                <a:cs typeface="FedEx Sans Light" panose="020B0403020203020204" pitchFamily="34" charset="0"/>
              </a:rPr>
              <a:t>4. Version</a:t>
            </a:r>
          </a:p>
        </p:txBody>
      </p:sp>
      <p:pic>
        <p:nvPicPr>
          <p:cNvPr id="6" name="Graphic 5" descr="Puzzle pieces with solid fill">
            <a:extLst>
              <a:ext uri="{FF2B5EF4-FFF2-40B4-BE49-F238E27FC236}">
                <a16:creationId xmlns:a16="http://schemas.microsoft.com/office/drawing/2014/main" id="{AD66EF47-CE0D-09E3-84CE-9CADC8E42C3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3645" y="4026184"/>
            <a:ext cx="288000" cy="288000"/>
          </a:xfrm>
          <a:prstGeom prst="rect">
            <a:avLst/>
          </a:prstGeom>
        </p:spPr>
      </p:pic>
      <p:pic>
        <p:nvPicPr>
          <p:cNvPr id="10" name="Graphic 9" descr="Magnifying glass with solid fill">
            <a:extLst>
              <a:ext uri="{FF2B5EF4-FFF2-40B4-BE49-F238E27FC236}">
                <a16:creationId xmlns:a16="http://schemas.microsoft.com/office/drawing/2014/main" id="{44FA6C35-C887-8F7A-21E8-D1F163906A9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06919" y="2620267"/>
            <a:ext cx="288000" cy="288000"/>
          </a:xfrm>
          <a:prstGeom prst="rect">
            <a:avLst/>
          </a:prstGeom>
        </p:spPr>
      </p:pic>
      <p:pic>
        <p:nvPicPr>
          <p:cNvPr id="13" name="Graphic 12" descr="Robot with solid fill">
            <a:extLst>
              <a:ext uri="{FF2B5EF4-FFF2-40B4-BE49-F238E27FC236}">
                <a16:creationId xmlns:a16="http://schemas.microsoft.com/office/drawing/2014/main" id="{7E82171B-60D6-F6AE-2E1C-B2441B36D5A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731796" y="4497122"/>
            <a:ext cx="307996" cy="307996"/>
          </a:xfrm>
          <a:prstGeom prst="rect">
            <a:avLst/>
          </a:prstGeom>
        </p:spPr>
      </p:pic>
      <p:pic>
        <p:nvPicPr>
          <p:cNvPr id="22" name="Graphic 21" descr="Syncing cloud with solid fill">
            <a:extLst>
              <a:ext uri="{FF2B5EF4-FFF2-40B4-BE49-F238E27FC236}">
                <a16:creationId xmlns:a16="http://schemas.microsoft.com/office/drawing/2014/main" id="{9F386D90-4A55-43A8-7661-6CEB25EB7C1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157107" y="4497266"/>
            <a:ext cx="339351" cy="339351"/>
          </a:xfrm>
          <a:prstGeom prst="rect">
            <a:avLst/>
          </a:prstGeom>
        </p:spPr>
      </p:pic>
      <p:pic>
        <p:nvPicPr>
          <p:cNvPr id="27" name="Graphic 26" descr="Clipboard Mixed with solid fill">
            <a:extLst>
              <a:ext uri="{FF2B5EF4-FFF2-40B4-BE49-F238E27FC236}">
                <a16:creationId xmlns:a16="http://schemas.microsoft.com/office/drawing/2014/main" id="{6A6459D4-646E-133A-7EA6-C3FB01C1CE3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553758" y="4533671"/>
            <a:ext cx="266542" cy="266542"/>
          </a:xfrm>
          <a:prstGeom prst="rect">
            <a:avLst/>
          </a:prstGeom>
        </p:spPr>
      </p:pic>
      <p:pic>
        <p:nvPicPr>
          <p:cNvPr id="31" name="Graphic 30" descr="List with solid fill">
            <a:extLst>
              <a:ext uri="{FF2B5EF4-FFF2-40B4-BE49-F238E27FC236}">
                <a16:creationId xmlns:a16="http://schemas.microsoft.com/office/drawing/2014/main" id="{A5F8572B-3BC3-FFAB-E94E-19C43C1B7EFA}"/>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61837" y="1289771"/>
            <a:ext cx="287467" cy="287467"/>
          </a:xfrm>
          <a:prstGeom prst="rect">
            <a:avLst/>
          </a:prstGeom>
        </p:spPr>
      </p:pic>
      <p:pic>
        <p:nvPicPr>
          <p:cNvPr id="36" name="Graphic 35" descr="Flowchart with solid fill">
            <a:extLst>
              <a:ext uri="{FF2B5EF4-FFF2-40B4-BE49-F238E27FC236}">
                <a16:creationId xmlns:a16="http://schemas.microsoft.com/office/drawing/2014/main" id="{84204CCB-0180-7952-50B6-AE5E43CF4C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72500" y="4533671"/>
            <a:ext cx="249793" cy="249793"/>
          </a:xfrm>
          <a:prstGeom prst="rect">
            <a:avLst/>
          </a:prstGeom>
        </p:spPr>
      </p:pic>
      <p:pic>
        <p:nvPicPr>
          <p:cNvPr id="12" name="Graphic 11" descr="Circles with lines with solid fill">
            <a:extLst>
              <a:ext uri="{FF2B5EF4-FFF2-40B4-BE49-F238E27FC236}">
                <a16:creationId xmlns:a16="http://schemas.microsoft.com/office/drawing/2014/main" id="{8CA936DD-4B85-FEB6-370B-D3BF951308E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15460" y="5664200"/>
            <a:ext cx="379082" cy="379082"/>
          </a:xfrm>
          <a:prstGeom prst="rect">
            <a:avLst/>
          </a:prstGeom>
        </p:spPr>
      </p:pic>
      <p:graphicFrame>
        <p:nvGraphicFramePr>
          <p:cNvPr id="9" name="Table 8">
            <a:extLst>
              <a:ext uri="{FF2B5EF4-FFF2-40B4-BE49-F238E27FC236}">
                <a16:creationId xmlns:a16="http://schemas.microsoft.com/office/drawing/2014/main" id="{6221C1F5-6EC5-894D-7C48-6A26BFCF786D}"/>
              </a:ext>
            </a:extLst>
          </p:cNvPr>
          <p:cNvGraphicFramePr>
            <a:graphicFrameLocks noGrp="1"/>
          </p:cNvGraphicFramePr>
          <p:nvPr/>
        </p:nvGraphicFramePr>
        <p:xfrm>
          <a:off x="1134292" y="4835936"/>
          <a:ext cx="10324283" cy="1201106"/>
        </p:xfrm>
        <a:graphic>
          <a:graphicData uri="http://schemas.openxmlformats.org/drawingml/2006/table">
            <a:tbl>
              <a:tblPr bandRow="1">
                <a:tableStyleId>{5C22544A-7EE6-4342-B048-85BDC9FD1C3A}</a:tableStyleId>
              </a:tblPr>
              <a:tblGrid>
                <a:gridCol w="2176769">
                  <a:extLst>
                    <a:ext uri="{9D8B030D-6E8A-4147-A177-3AD203B41FA5}">
                      <a16:colId xmlns:a16="http://schemas.microsoft.com/office/drawing/2014/main" val="1609363122"/>
                    </a:ext>
                  </a:extLst>
                </a:gridCol>
                <a:gridCol w="2566012">
                  <a:extLst>
                    <a:ext uri="{9D8B030D-6E8A-4147-A177-3AD203B41FA5}">
                      <a16:colId xmlns:a16="http://schemas.microsoft.com/office/drawing/2014/main" val="2414861354"/>
                    </a:ext>
                  </a:extLst>
                </a:gridCol>
                <a:gridCol w="2676514">
                  <a:extLst>
                    <a:ext uri="{9D8B030D-6E8A-4147-A177-3AD203B41FA5}">
                      <a16:colId xmlns:a16="http://schemas.microsoft.com/office/drawing/2014/main" val="3237403303"/>
                    </a:ext>
                  </a:extLst>
                </a:gridCol>
                <a:gridCol w="2904988">
                  <a:extLst>
                    <a:ext uri="{9D8B030D-6E8A-4147-A177-3AD203B41FA5}">
                      <a16:colId xmlns:a16="http://schemas.microsoft.com/office/drawing/2014/main" val="128837621"/>
                    </a:ext>
                  </a:extLst>
                </a:gridCol>
              </a:tblGrid>
              <a:tr h="234890">
                <a:tc>
                  <a:txBody>
                    <a:bodyPr/>
                    <a:lstStyle/>
                    <a:p>
                      <a:pPr algn="ctr"/>
                      <a:r>
                        <a:rPr lang="en-US" sz="1100" b="0" i="1"/>
                        <a:t>Sep’25- Dec’25</a:t>
                      </a:r>
                    </a:p>
                  </a:txBody>
                  <a:tcPr>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100" b="0" i="1"/>
                        <a:t>Dec’25-Apr’26</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100" b="0" i="1"/>
                        <a:t>Apr’26-Jul’26</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100" b="0" i="1"/>
                        <a:t>Jul’26-TBD</a:t>
                      </a:r>
                    </a:p>
                  </a:txBody>
                  <a:tcPr>
                    <a:lnL w="19050" cap="flat" cmpd="sng" algn="ctr">
                      <a:solidFill>
                        <a:schemeClr val="bg1">
                          <a:lumMod val="85000"/>
                        </a:schemeClr>
                      </a:solidFill>
                      <a:prstDash val="solid"/>
                      <a:round/>
                      <a:headEnd type="none" w="med" len="med"/>
                      <a:tailEnd type="none" w="med" len="med"/>
                    </a:lnL>
                    <a:lnB w="28575" cap="flat" cmpd="sng" algn="ctr">
                      <a:noFill/>
                      <a:prstDash val="solid"/>
                      <a:round/>
                      <a:headEnd type="none" w="med" len="med"/>
                      <a:tailEnd type="none" w="med" len="med"/>
                    </a:lnB>
                    <a:noFill/>
                  </a:tcPr>
                </a:tc>
                <a:extLst>
                  <a:ext uri="{0D108BD9-81ED-4DB2-BD59-A6C34878D82A}">
                    <a16:rowId xmlns:a16="http://schemas.microsoft.com/office/drawing/2014/main" val="413795598"/>
                  </a:ext>
                </a:extLst>
              </a:tr>
              <a:tr h="942026">
                <a:tc>
                  <a:txBody>
                    <a:bodyPr/>
                    <a:lstStyle/>
                    <a:p>
                      <a:pPr marL="171450" indent="-171450">
                        <a:spcAft>
                          <a:spcPts val="600"/>
                        </a:spcAft>
                        <a:buFont typeface="Arial" panose="020B0604020202020204" pitchFamily="34" charset="0"/>
                        <a:buChar char="•"/>
                      </a:pPr>
                      <a:r>
                        <a:rPr lang="en-US" sz="1100" b="0">
                          <a:latin typeface="+mn-lt"/>
                        </a:rPr>
                        <a:t>Live for </a:t>
                      </a:r>
                      <a:r>
                        <a:rPr lang="en-US" sz="1100" b="1">
                          <a:latin typeface="+mn-lt"/>
                        </a:rPr>
                        <a:t>Prospecting and ATC cases</a:t>
                      </a:r>
                    </a:p>
                  </a:txBody>
                  <a:tcPr>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0">
                          <a:latin typeface="+mn-lt"/>
                        </a:rPr>
                        <a:t>Live for </a:t>
                      </a:r>
                      <a:r>
                        <a:rPr kumimoji="0" lang="en-US" sz="1100" b="1"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DM/HQ, OOB, USI field, Attribute updates</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 (preliminary)</a:t>
                      </a:r>
                      <a:endParaRPr kumimoji="0" lang="en-US" sz="1100" b="0" i="0" u="none" strike="noStrike" kern="0" cap="none" spc="0" normalizeH="0" baseline="3000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 </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(partial)</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GE Agents </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for OOB, DM/HQ, Attribute &amp; WWS seg update</a:t>
                      </a:r>
                      <a:endPar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indent="-171450">
                        <a:spcAft>
                          <a:spcPts val="600"/>
                        </a:spcAft>
                        <a:buFont typeface="Arial" panose="020B0604020202020204" pitchFamily="34" charset="0"/>
                        <a:buChar char="•"/>
                      </a:pPr>
                      <a:r>
                        <a:rPr lang="en-US" sz="1100" b="1">
                          <a:latin typeface="+mn-lt"/>
                        </a:rPr>
                        <a:t>OPTIX cloud hosting</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Integrate </a:t>
                      </a: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Gemini API</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 into OPTIX code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Zero-touch resolution </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via iSell Chatbot with Human-in-the-Loop governance</a:t>
                      </a:r>
                    </a:p>
                  </a:txBody>
                  <a:tcPr>
                    <a:lnL w="19050" cap="flat" cmpd="sng" algn="ctr">
                      <a:solidFill>
                        <a:schemeClr val="bg1">
                          <a:lumMod val="85000"/>
                        </a:schemeClr>
                      </a:solidFill>
                      <a:prstDash val="solid"/>
                      <a:round/>
                      <a:headEnd type="none" w="med" len="med"/>
                      <a:tailEnd type="none" w="med" len="med"/>
                    </a:lnL>
                    <a:lnT w="28575" cap="flat" cmpd="sng" algn="ctr">
                      <a:noFill/>
                      <a:prstDash val="solid"/>
                      <a:round/>
                      <a:headEnd type="none" w="med" len="med"/>
                      <a:tailEnd type="none" w="med" len="med"/>
                    </a:lnT>
                    <a:noFill/>
                  </a:tcPr>
                </a:tc>
                <a:extLst>
                  <a:ext uri="{0D108BD9-81ED-4DB2-BD59-A6C34878D82A}">
                    <a16:rowId xmlns:a16="http://schemas.microsoft.com/office/drawing/2014/main" val="631355567"/>
                  </a:ext>
                </a:extLst>
              </a:tr>
            </a:tbl>
          </a:graphicData>
        </a:graphic>
      </p:graphicFrame>
      <p:sp>
        <p:nvSpPr>
          <p:cNvPr id="154" name="Rectangle: Rounded Corners 153">
            <a:extLst>
              <a:ext uri="{FF2B5EF4-FFF2-40B4-BE49-F238E27FC236}">
                <a16:creationId xmlns:a16="http://schemas.microsoft.com/office/drawing/2014/main" id="{37F5D7CA-68BB-9BC5-DD14-521010099EF7}"/>
              </a:ext>
            </a:extLst>
          </p:cNvPr>
          <p:cNvSpPr/>
          <p:nvPr/>
        </p:nvSpPr>
        <p:spPr>
          <a:xfrm>
            <a:off x="599742" y="4450193"/>
            <a:ext cx="11020758" cy="1569607"/>
          </a:xfrm>
          <a:prstGeom prst="roundRect">
            <a:avLst>
              <a:gd name="adj" fmla="val 0"/>
            </a:avLst>
          </a:prstGeom>
          <a:noFill/>
          <a:ln>
            <a:solidFill>
              <a:srgbClr val="E7E6E6"/>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56000" tIns="38100" rIns="88900" bIns="381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1" i="0" u="none" strike="noStrike" kern="0" cap="none" spc="0" normalizeH="0" baseline="0" noProof="0">
              <a:ln>
                <a:noFill/>
              </a:ln>
              <a:solidFill>
                <a:srgbClr val="333333"/>
              </a:solidFill>
              <a:effectLst/>
              <a:uLnTx/>
              <a:uFillTx/>
              <a:ea typeface="+mn-ea"/>
              <a:cs typeface="+mn-cs"/>
            </a:endParaRPr>
          </a:p>
        </p:txBody>
      </p:sp>
      <p:cxnSp>
        <p:nvCxnSpPr>
          <p:cNvPr id="7" name="Straight Connector 6">
            <a:extLst>
              <a:ext uri="{FF2B5EF4-FFF2-40B4-BE49-F238E27FC236}">
                <a16:creationId xmlns:a16="http://schemas.microsoft.com/office/drawing/2014/main" id="{11E1A9CE-5E0D-55E2-79DF-8A95697F7310}"/>
              </a:ext>
            </a:extLst>
          </p:cNvPr>
          <p:cNvCxnSpPr>
            <a:cxnSpLocks/>
          </p:cNvCxnSpPr>
          <p:nvPr/>
        </p:nvCxnSpPr>
        <p:spPr>
          <a:xfrm>
            <a:off x="611361" y="1586880"/>
            <a:ext cx="3884066" cy="22311"/>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C3AE4DA-8435-0F4E-A0CE-E990FF5D7924}"/>
              </a:ext>
            </a:extLst>
          </p:cNvPr>
          <p:cNvCxnSpPr>
            <a:cxnSpLocks/>
          </p:cNvCxnSpPr>
          <p:nvPr/>
        </p:nvCxnSpPr>
        <p:spPr>
          <a:xfrm>
            <a:off x="4565893" y="1612428"/>
            <a:ext cx="3722491" cy="9317"/>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C594B27-3500-D4DF-9678-2778253B35B3}"/>
              </a:ext>
            </a:extLst>
          </p:cNvPr>
          <p:cNvCxnSpPr>
            <a:cxnSpLocks/>
          </p:cNvCxnSpPr>
          <p:nvPr/>
        </p:nvCxnSpPr>
        <p:spPr>
          <a:xfrm>
            <a:off x="8426340" y="1611738"/>
            <a:ext cx="3213102" cy="25614"/>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C5D0191-B5AA-81CF-6CFC-298429A09CA2}"/>
              </a:ext>
            </a:extLst>
          </p:cNvPr>
          <p:cNvCxnSpPr>
            <a:cxnSpLocks/>
          </p:cNvCxnSpPr>
          <p:nvPr/>
        </p:nvCxnSpPr>
        <p:spPr>
          <a:xfrm>
            <a:off x="1098059" y="4533671"/>
            <a:ext cx="0" cy="1520461"/>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1398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8AC85EC-9AA1-FE47-343F-7CDC5A314D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9A9A0-0E84-81F6-4275-306DECCBF3EC}"/>
              </a:ext>
            </a:extLst>
          </p:cNvPr>
          <p:cNvSpPr>
            <a:spLocks noGrp="1"/>
          </p:cNvSpPr>
          <p:nvPr>
            <p:ph type="title"/>
          </p:nvPr>
        </p:nvSpPr>
        <p:spPr>
          <a:xfrm>
            <a:off x="552584" y="43349"/>
            <a:ext cx="9176766" cy="605028"/>
          </a:xfrm>
        </p:spPr>
        <p:txBody>
          <a:bodyPr/>
          <a:lstStyle/>
          <a:p>
            <a:r>
              <a:rPr lang="en-US" b="1"/>
              <a:t>OPTIX Recap:    </a:t>
            </a:r>
            <a:r>
              <a:rPr lang="en-US"/>
              <a:t> </a:t>
            </a:r>
            <a:endParaRPr lang="en-IN"/>
          </a:p>
        </p:txBody>
      </p:sp>
      <p:sp>
        <p:nvSpPr>
          <p:cNvPr id="3" name="Slide Number Placeholder 11">
            <a:extLst>
              <a:ext uri="{FF2B5EF4-FFF2-40B4-BE49-F238E27FC236}">
                <a16:creationId xmlns:a16="http://schemas.microsoft.com/office/drawing/2014/main" id="{90A123A6-BFC0-823B-7574-AF1E313DD69F}"/>
              </a:ext>
            </a:extLst>
          </p:cNvPr>
          <p:cNvSpPr txBox="1">
            <a:spLocks/>
          </p:cNvSpPr>
          <p:nvPr/>
        </p:nvSpPr>
        <p:spPr>
          <a:xfrm>
            <a:off x="9982200" y="6374928"/>
            <a:ext cx="1638300" cy="219635"/>
          </a:xfrm>
          <a:prstGeom prst="rect">
            <a:avLst/>
          </a:prstGeom>
        </p:spPr>
        <p:txBody>
          <a:bodyPr vert="horz" lIns="0" tIns="0" rIns="0" bIns="0" rtlCol="0" anchor="ctr" anchorCtr="0"/>
          <a:lstStyle>
            <a:defPPr>
              <a:defRPr lang="en-US"/>
            </a:defPPr>
            <a:lvl1pPr algn="r">
              <a:defRPr sz="800">
                <a:solidFill>
                  <a:schemeClr val="bg1"/>
                </a:solidFill>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pPr marL="0" marR="0" lvl="0" indent="0" algn="r" defTabSz="914400" rtl="0" eaLnBrk="1" fontAlgn="auto" latinLnBrk="0" hangingPunct="1">
              <a:lnSpc>
                <a:spcPct val="100000"/>
              </a:lnSpc>
              <a:spcBef>
                <a:spcPts val="0"/>
              </a:spcBef>
              <a:spcAft>
                <a:spcPts val="600"/>
              </a:spcAft>
              <a:buClrTx/>
              <a:buSzTx/>
              <a:buFontTx/>
              <a:buNone/>
              <a:tabLst/>
              <a:defRPr/>
            </a:pPr>
            <a:fld id="{64B53FD8-04EE-4F67-B5CA-77D45BC12F90}" type="slidenum">
              <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8" name="TextBox 17">
            <a:extLst>
              <a:ext uri="{FF2B5EF4-FFF2-40B4-BE49-F238E27FC236}">
                <a16:creationId xmlns:a16="http://schemas.microsoft.com/office/drawing/2014/main" id="{37AA0B3D-B250-70F8-71C8-8DCEED93AC88}"/>
              </a:ext>
            </a:extLst>
          </p:cNvPr>
          <p:cNvSpPr txBox="1"/>
          <p:nvPr/>
        </p:nvSpPr>
        <p:spPr>
          <a:xfrm>
            <a:off x="577229" y="566852"/>
            <a:ext cx="11182449"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1" u="none" strike="noStrike" kern="1200" cap="none" spc="0" normalizeH="0" baseline="0" noProof="0">
                <a:ln>
                  <a:noFill/>
                </a:ln>
                <a:solidFill>
                  <a:srgbClr val="333333"/>
                </a:solidFill>
                <a:effectLst/>
                <a:uLnTx/>
                <a:uFillTx/>
                <a:latin typeface="+mn-lt"/>
                <a:ea typeface="+mn-ea"/>
                <a:cs typeface="+mn-cs"/>
              </a:rPr>
              <a:t>“do more with </a:t>
            </a:r>
            <a:r>
              <a:rPr kumimoji="0" lang="en-US" sz="1100" b="0" i="1" u="none" strike="noStrike" kern="1200" cap="none" spc="0" normalizeH="0" baseline="0" noProof="0" err="1">
                <a:ln>
                  <a:noFill/>
                </a:ln>
                <a:solidFill>
                  <a:srgbClr val="333333"/>
                </a:solidFill>
                <a:effectLst/>
                <a:uLnTx/>
                <a:uFillTx/>
                <a:latin typeface="+mn-lt"/>
                <a:ea typeface="+mn-ea"/>
                <a:cs typeface="+mn-cs"/>
              </a:rPr>
              <a:t>lesss</a:t>
            </a:r>
            <a:r>
              <a:rPr kumimoji="0" lang="en-US" sz="1100" b="0" i="1" u="none" strike="noStrike" kern="1200" cap="none" spc="0" normalizeH="0" baseline="0" noProof="0">
                <a:ln>
                  <a:noFill/>
                </a:ln>
                <a:solidFill>
                  <a:srgbClr val="333333"/>
                </a:solidFill>
                <a:effectLst/>
                <a:uLnTx/>
                <a:uFillTx/>
                <a:latin typeface="+mn-lt"/>
                <a:ea typeface="+mn-ea"/>
                <a:cs typeface="+mn-cs"/>
              </a:rPr>
              <a:t>” “elevate”</a:t>
            </a:r>
          </a:p>
        </p:txBody>
      </p:sp>
      <p:grpSp>
        <p:nvGrpSpPr>
          <p:cNvPr id="131" name="Group 130">
            <a:extLst>
              <a:ext uri="{FF2B5EF4-FFF2-40B4-BE49-F238E27FC236}">
                <a16:creationId xmlns:a16="http://schemas.microsoft.com/office/drawing/2014/main" id="{E904E792-3D1A-063F-5A71-F569A911121C}"/>
              </a:ext>
            </a:extLst>
          </p:cNvPr>
          <p:cNvGrpSpPr/>
          <p:nvPr/>
        </p:nvGrpSpPr>
        <p:grpSpPr>
          <a:xfrm>
            <a:off x="610855" y="1206220"/>
            <a:ext cx="3878850" cy="3176701"/>
            <a:chOff x="8872441" y="1672166"/>
            <a:chExt cx="2735999" cy="1435383"/>
          </a:xfrm>
        </p:grpSpPr>
        <p:sp>
          <p:nvSpPr>
            <p:cNvPr id="134" name="Rectangle : coins arrondis 10">
              <a:extLst>
                <a:ext uri="{FF2B5EF4-FFF2-40B4-BE49-F238E27FC236}">
                  <a16:creationId xmlns:a16="http://schemas.microsoft.com/office/drawing/2014/main" id="{24E9B8B8-A1D1-1396-7CA6-04A5FB2B0CE4}"/>
                </a:ext>
              </a:extLst>
            </p:cNvPr>
            <p:cNvSpPr/>
            <p:nvPr/>
          </p:nvSpPr>
          <p:spPr>
            <a:xfrm rot="10800000" flipV="1">
              <a:off x="8872441" y="1686566"/>
              <a:ext cx="2735999" cy="1420983"/>
            </a:xfrm>
            <a:prstGeom prst="roundRect">
              <a:avLst>
                <a:gd name="adj" fmla="val 0"/>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lvl="0" algn="l" rtl="0">
                <a:spcAft>
                  <a:spcPts val="0"/>
                </a:spcAft>
                <a:buSzPct val="100000"/>
                <a:defRPr/>
              </a:pPr>
              <a:br>
                <a:rPr lang="en-IN" sz="1200">
                  <a:solidFill>
                    <a:schemeClr val="tx1"/>
                  </a:solidFill>
                </a:rPr>
              </a:br>
              <a:endParaRPr kumimoji="0" lang="en-US" sz="1200" b="0" i="0" u="none" strike="noStrike" kern="0" cap="none" spc="0" normalizeH="0" baseline="0" noProof="0">
                <a:ln>
                  <a:noFill/>
                </a:ln>
                <a:solidFill>
                  <a:schemeClr val="tx1"/>
                </a:solidFill>
                <a:effectLst/>
                <a:uLnTx/>
                <a:uFillTx/>
                <a:ea typeface="FedEx Sans Light" panose="020B0403020203020204" pitchFamily="34" charset="0"/>
                <a:cs typeface="FedEx Sans Light" panose="020B0403020203020204" pitchFamily="34" charset="0"/>
              </a:endParaRPr>
            </a:p>
          </p:txBody>
        </p:sp>
        <p:sp>
          <p:nvSpPr>
            <p:cNvPr id="133" name="Text 10">
              <a:extLst>
                <a:ext uri="{FF2B5EF4-FFF2-40B4-BE49-F238E27FC236}">
                  <a16:creationId xmlns:a16="http://schemas.microsoft.com/office/drawing/2014/main" id="{201695D4-F51F-B510-D328-E278BD324913}"/>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rPr>
                <a:t>Problem</a:t>
              </a:r>
              <a:r>
                <a:rPr kumimoji="0" lang="en-US" sz="1400" b="1" i="0" u="none" strike="noStrike" kern="1200" cap="none" spc="0" normalizeH="0" baseline="0" noProof="0">
                  <a:ln>
                    <a:noFill/>
                  </a:ln>
                  <a:solidFill>
                    <a:prstClr val="white"/>
                  </a:solidFill>
                  <a:effectLst/>
                  <a:uLnTx/>
                  <a:uFillTx/>
                  <a:latin typeface="+mn-lt"/>
                  <a:ea typeface="+mn-ea"/>
                  <a:cs typeface="+mn-cs"/>
                </a:rPr>
                <a:t> </a:t>
              </a:r>
              <a:r>
                <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rPr>
                <a:t>Statement</a:t>
              </a:r>
            </a:p>
          </p:txBody>
        </p:sp>
      </p:grpSp>
      <p:grpSp>
        <p:nvGrpSpPr>
          <p:cNvPr id="148" name="Group 147">
            <a:extLst>
              <a:ext uri="{FF2B5EF4-FFF2-40B4-BE49-F238E27FC236}">
                <a16:creationId xmlns:a16="http://schemas.microsoft.com/office/drawing/2014/main" id="{C08DDDDA-A219-187D-635A-89F721E652E1}"/>
              </a:ext>
            </a:extLst>
          </p:cNvPr>
          <p:cNvGrpSpPr/>
          <p:nvPr/>
        </p:nvGrpSpPr>
        <p:grpSpPr>
          <a:xfrm>
            <a:off x="4571338" y="1216213"/>
            <a:ext cx="3713933" cy="3162412"/>
            <a:chOff x="8872439" y="1672166"/>
            <a:chExt cx="2735999" cy="1421863"/>
          </a:xfrm>
        </p:grpSpPr>
        <p:grpSp>
          <p:nvGrpSpPr>
            <p:cNvPr id="150" name="Group 149">
              <a:extLst>
                <a:ext uri="{FF2B5EF4-FFF2-40B4-BE49-F238E27FC236}">
                  <a16:creationId xmlns:a16="http://schemas.microsoft.com/office/drawing/2014/main" id="{44100D0B-C388-0909-6FF0-1783813FA107}"/>
                </a:ext>
              </a:extLst>
            </p:cNvPr>
            <p:cNvGrpSpPr/>
            <p:nvPr/>
          </p:nvGrpSpPr>
          <p:grpSpPr>
            <a:xfrm>
              <a:off x="8872439" y="1681939"/>
              <a:ext cx="2735999" cy="1412090"/>
              <a:chOff x="9550236" y="1507870"/>
              <a:chExt cx="2598597" cy="1373830"/>
            </a:xfrm>
          </p:grpSpPr>
          <p:sp>
            <p:nvSpPr>
              <p:cNvPr id="152" name="Rectangle : coins arrondis 10">
                <a:extLst>
                  <a:ext uri="{FF2B5EF4-FFF2-40B4-BE49-F238E27FC236}">
                    <a16:creationId xmlns:a16="http://schemas.microsoft.com/office/drawing/2014/main" id="{42F44D02-AA34-800F-8A82-CDE15A853020}"/>
                  </a:ext>
                </a:extLst>
              </p:cNvPr>
              <p:cNvSpPr/>
              <p:nvPr/>
            </p:nvSpPr>
            <p:spPr>
              <a:xfrm rot="10800000" flipV="1">
                <a:off x="9550236" y="1512372"/>
                <a:ext cx="2598597" cy="1369328"/>
              </a:xfrm>
              <a:prstGeom prst="roundRect">
                <a:avLst>
                  <a:gd name="adj" fmla="val 263"/>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0" marR="0" lvl="0" indent="0" algn="l" defTabSz="914400" rtl="0" eaLnBrk="1" fontAlgn="auto" latinLnBrk="0" hangingPunct="1">
                  <a:lnSpc>
                    <a:spcPct val="100000"/>
                  </a:lnSpc>
                  <a:spcBef>
                    <a:spcPts val="0"/>
                  </a:spcBef>
                  <a:spcAft>
                    <a:spcPts val="600"/>
                  </a:spcAft>
                  <a:buClrTx/>
                  <a:buSzPct val="100000"/>
                  <a:buFontTx/>
                  <a:buNone/>
                  <a:tabLst/>
                  <a:defRPr/>
                </a:pPr>
                <a:endParaRPr kumimoji="0" lang="en-US" sz="1000" b="0" i="0" u="none" strike="noStrike" kern="0" cap="none" spc="0" normalizeH="0" baseline="0" noProof="0">
                  <a:ln>
                    <a:noFill/>
                  </a:ln>
                  <a:solidFill>
                    <a:srgbClr val="333333"/>
                  </a:solidFill>
                  <a:effectLst/>
                  <a:uLnTx/>
                  <a:uFillTx/>
                  <a:ea typeface="FedEx Sans Light" panose="020B0403020203020204" pitchFamily="34" charset="0"/>
                  <a:cs typeface="FedEx Sans Light" panose="020B0403020203020204" pitchFamily="34" charset="0"/>
                </a:endParaRPr>
              </a:p>
            </p:txBody>
          </p:sp>
          <p:sp>
            <p:nvSpPr>
              <p:cNvPr id="153" name="Rectangle : avec coins arrondis en haut 12">
                <a:extLst>
                  <a:ext uri="{FF2B5EF4-FFF2-40B4-BE49-F238E27FC236}">
                    <a16:creationId xmlns:a16="http://schemas.microsoft.com/office/drawing/2014/main" id="{F965638E-059A-FE39-4291-80C3849813A5}"/>
                  </a:ext>
                </a:extLst>
              </p:cNvPr>
              <p:cNvSpPr/>
              <p:nvPr/>
            </p:nvSpPr>
            <p:spPr>
              <a:xfrm rot="10800000" flipH="1" flipV="1">
                <a:off x="9550237" y="1507870"/>
                <a:ext cx="2594648" cy="172214"/>
              </a:xfrm>
              <a:prstGeom prst="round2SameRect">
                <a:avLst>
                  <a:gd name="adj1" fmla="val 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b="1" i="0" u="none" strike="noStrike" kern="1200" cap="none" spc="0" normalizeH="0" baseline="0" noProof="0">
                    <a:ln>
                      <a:noFill/>
                    </a:ln>
                    <a:solidFill>
                      <a:schemeClr val="bg1"/>
                    </a:solidFill>
                    <a:effectLst/>
                    <a:uLnTx/>
                    <a:uFillTx/>
                    <a:ea typeface="Calibri" pitchFamily="34" charset="-122"/>
                    <a:cs typeface="Calibri" pitchFamily="34" charset="-120"/>
                  </a:rPr>
                  <a:t>2. Action items Status</a:t>
                </a:r>
                <a:endParaRPr kumimoji="0" lang="en-IN" b="1" i="0" u="none" strike="noStrike" kern="1200" cap="none" spc="0" normalizeH="0" baseline="0" noProof="0">
                  <a:ln>
                    <a:noFill/>
                  </a:ln>
                  <a:solidFill>
                    <a:schemeClr val="bg1"/>
                  </a:solidFill>
                  <a:effectLst/>
                  <a:uLnTx/>
                  <a:uFillTx/>
                  <a:ea typeface="Calibri" pitchFamily="34" charset="-122"/>
                  <a:cs typeface="Calibri" pitchFamily="34" charset="-120"/>
                </a:endParaRPr>
              </a:p>
            </p:txBody>
          </p:sp>
        </p:grpSp>
        <p:sp>
          <p:nvSpPr>
            <p:cNvPr id="151" name="Text 10">
              <a:extLst>
                <a:ext uri="{FF2B5EF4-FFF2-40B4-BE49-F238E27FC236}">
                  <a16:creationId xmlns:a16="http://schemas.microsoft.com/office/drawing/2014/main" id="{DBCBFFCE-A66A-60FD-4D12-239D9D6BE762}"/>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endParaRPr>
            </a:p>
          </p:txBody>
        </p:sp>
      </p:grpSp>
      <p:grpSp>
        <p:nvGrpSpPr>
          <p:cNvPr id="155" name="Group 154">
            <a:extLst>
              <a:ext uri="{FF2B5EF4-FFF2-40B4-BE49-F238E27FC236}">
                <a16:creationId xmlns:a16="http://schemas.microsoft.com/office/drawing/2014/main" id="{F5992B06-52F0-6F6F-57FF-C053DC1BDEBA}"/>
              </a:ext>
            </a:extLst>
          </p:cNvPr>
          <p:cNvGrpSpPr/>
          <p:nvPr/>
        </p:nvGrpSpPr>
        <p:grpSpPr>
          <a:xfrm>
            <a:off x="8358908" y="1207764"/>
            <a:ext cx="3280534" cy="3200194"/>
            <a:chOff x="8872437" y="1672166"/>
            <a:chExt cx="2965698" cy="1435383"/>
          </a:xfrm>
        </p:grpSpPr>
        <p:grpSp>
          <p:nvGrpSpPr>
            <p:cNvPr id="156" name="Group 155">
              <a:extLst>
                <a:ext uri="{FF2B5EF4-FFF2-40B4-BE49-F238E27FC236}">
                  <a16:creationId xmlns:a16="http://schemas.microsoft.com/office/drawing/2014/main" id="{3F60FD9D-2DF1-2B39-96A7-7220B4214AE6}"/>
                </a:ext>
              </a:extLst>
            </p:cNvPr>
            <p:cNvGrpSpPr/>
            <p:nvPr/>
          </p:nvGrpSpPr>
          <p:grpSpPr>
            <a:xfrm>
              <a:off x="8872437" y="1686502"/>
              <a:ext cx="2965698" cy="1421047"/>
              <a:chOff x="9550236" y="1512310"/>
              <a:chExt cx="2816761" cy="1382545"/>
            </a:xfrm>
          </p:grpSpPr>
          <p:sp>
            <p:nvSpPr>
              <p:cNvPr id="164" name="Rectangle : coins arrondis 10">
                <a:extLst>
                  <a:ext uri="{FF2B5EF4-FFF2-40B4-BE49-F238E27FC236}">
                    <a16:creationId xmlns:a16="http://schemas.microsoft.com/office/drawing/2014/main" id="{4353F7E3-0307-3BFF-3E55-CA1CF8FFC907}"/>
                  </a:ext>
                </a:extLst>
              </p:cNvPr>
              <p:cNvSpPr/>
              <p:nvPr/>
            </p:nvSpPr>
            <p:spPr>
              <a:xfrm rot="10800000" flipV="1">
                <a:off x="9550236" y="1512372"/>
                <a:ext cx="2816761" cy="1382483"/>
              </a:xfrm>
              <a:prstGeom prst="roundRect">
                <a:avLst>
                  <a:gd name="adj" fmla="val 253"/>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bIns="576000" rtlCol="0" anchor="t"/>
              <a:lstStyle/>
              <a:p>
                <a:pPr marL="228600" marR="0" lvl="0" indent="-228600" algn="l" defTabSz="914400" rtl="0" eaLnBrk="1" fontAlgn="auto" latinLnBrk="0" hangingPunct="1">
                  <a:lnSpc>
                    <a:spcPct val="100000"/>
                  </a:lnSpc>
                  <a:spcBef>
                    <a:spcPts val="0"/>
                  </a:spcBef>
                  <a:spcAft>
                    <a:spcPts val="600"/>
                  </a:spcAft>
                  <a:buClrTx/>
                  <a:buSzPct val="100000"/>
                  <a:buFont typeface="+mj-lt"/>
                  <a:buAutoNum type="arabicPeriod"/>
                  <a:tabLst/>
                  <a:defRPr/>
                </a:pPr>
                <a:endParaRPr kumimoji="0" lang="en-US" sz="1000" b="1" i="0" u="none" strike="noStrike" kern="0" cap="none" spc="0" normalizeH="0" baseline="0" noProof="0">
                  <a:ln>
                    <a:noFill/>
                  </a:ln>
                  <a:solidFill>
                    <a:srgbClr val="333333"/>
                  </a:solidFill>
                  <a:effectLst/>
                  <a:uLnTx/>
                  <a:uFillTx/>
                  <a:ea typeface="FedEx Sans Light" panose="020B0403020203020204" pitchFamily="34" charset="0"/>
                  <a:cs typeface="FedEx Sans Light" panose="020B0403020203020204" pitchFamily="34" charset="0"/>
                </a:endParaRPr>
              </a:p>
            </p:txBody>
          </p:sp>
          <p:sp>
            <p:nvSpPr>
              <p:cNvPr id="165" name="Rectangle : avec coins arrondis en haut 12">
                <a:extLst>
                  <a:ext uri="{FF2B5EF4-FFF2-40B4-BE49-F238E27FC236}">
                    <a16:creationId xmlns:a16="http://schemas.microsoft.com/office/drawing/2014/main" id="{A6174781-AB89-B26B-8069-543E4B730204}"/>
                  </a:ext>
                </a:extLst>
              </p:cNvPr>
              <p:cNvSpPr/>
              <p:nvPr/>
            </p:nvSpPr>
            <p:spPr>
              <a:xfrm rot="10800000" flipH="1" flipV="1">
                <a:off x="9550236" y="1512310"/>
                <a:ext cx="2816761" cy="167774"/>
              </a:xfrm>
              <a:prstGeom prst="round2SameRect">
                <a:avLst>
                  <a:gd name="adj1" fmla="val 6602"/>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b="1" i="0" u="none" strike="noStrike" kern="1200" cap="none" spc="0" normalizeH="0" baseline="0" noProof="0">
                    <a:ln>
                      <a:noFill/>
                    </a:ln>
                    <a:solidFill>
                      <a:prstClr val="white"/>
                    </a:solidFill>
                    <a:effectLst/>
                    <a:uLnTx/>
                    <a:uFillTx/>
                    <a:ea typeface="Calibri" pitchFamily="34" charset="-122"/>
                    <a:cs typeface="Calibri" pitchFamily="34" charset="-120"/>
                  </a:rPr>
                  <a:t>3. Highlights</a:t>
                </a:r>
                <a:endParaRPr kumimoji="0" lang="en-IN" b="1" i="0" u="none" strike="noStrike" kern="1200" cap="none" spc="0" normalizeH="0" baseline="0" noProof="0">
                  <a:ln>
                    <a:noFill/>
                  </a:ln>
                  <a:solidFill>
                    <a:prstClr val="white"/>
                  </a:solidFill>
                  <a:effectLst/>
                  <a:uLnTx/>
                  <a:uFillTx/>
                  <a:ea typeface="Calibri" pitchFamily="34" charset="-122"/>
                  <a:cs typeface="Calibri" pitchFamily="34" charset="-120"/>
                </a:endParaRPr>
              </a:p>
            </p:txBody>
          </p:sp>
        </p:grpSp>
        <p:sp>
          <p:nvSpPr>
            <p:cNvPr id="160" name="Text 10">
              <a:extLst>
                <a:ext uri="{FF2B5EF4-FFF2-40B4-BE49-F238E27FC236}">
                  <a16:creationId xmlns:a16="http://schemas.microsoft.com/office/drawing/2014/main" id="{95BE9CAC-32AD-9926-FFAC-22097D8DF1CC}"/>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endParaRPr>
            </a:p>
          </p:txBody>
        </p:sp>
      </p:grpSp>
      <p:pic>
        <p:nvPicPr>
          <p:cNvPr id="8" name="Graphic 7" descr="Badge Tick with solid fill">
            <a:extLst>
              <a:ext uri="{FF2B5EF4-FFF2-40B4-BE49-F238E27FC236}">
                <a16:creationId xmlns:a16="http://schemas.microsoft.com/office/drawing/2014/main" id="{F302F5CD-F42F-766E-88C5-26FE0A61DB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0741" y="1288999"/>
            <a:ext cx="288000" cy="288000"/>
          </a:xfrm>
          <a:prstGeom prst="rect">
            <a:avLst/>
          </a:prstGeom>
        </p:spPr>
      </p:pic>
      <p:pic>
        <p:nvPicPr>
          <p:cNvPr id="11" name="Graphic 10" descr="Trophy with solid fill">
            <a:extLst>
              <a:ext uri="{FF2B5EF4-FFF2-40B4-BE49-F238E27FC236}">
                <a16:creationId xmlns:a16="http://schemas.microsoft.com/office/drawing/2014/main" id="{F429EB1B-E8BC-37E6-8B22-31B9E8E4C56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7020" y="1316960"/>
            <a:ext cx="288000" cy="217123"/>
          </a:xfrm>
          <a:prstGeom prst="rect">
            <a:avLst/>
          </a:prstGeom>
        </p:spPr>
      </p:pic>
      <p:graphicFrame>
        <p:nvGraphicFramePr>
          <p:cNvPr id="17" name="Table 16">
            <a:extLst>
              <a:ext uri="{FF2B5EF4-FFF2-40B4-BE49-F238E27FC236}">
                <a16:creationId xmlns:a16="http://schemas.microsoft.com/office/drawing/2014/main" id="{C3CF0028-5D83-F1C5-377E-4570F30C2C77}"/>
              </a:ext>
            </a:extLst>
          </p:cNvPr>
          <p:cNvGraphicFramePr>
            <a:graphicFrameLocks noGrp="1"/>
          </p:cNvGraphicFramePr>
          <p:nvPr>
            <p:extLst>
              <p:ext uri="{D42A27DB-BD31-4B8C-83A1-F6EECF244321}">
                <p14:modId xmlns:p14="http://schemas.microsoft.com/office/powerpoint/2010/main" val="3002380022"/>
              </p:ext>
            </p:extLst>
          </p:nvPr>
        </p:nvGraphicFramePr>
        <p:xfrm>
          <a:off x="4761304" y="2266947"/>
          <a:ext cx="3280534" cy="2113280"/>
        </p:xfrm>
        <a:graphic>
          <a:graphicData uri="http://schemas.openxmlformats.org/drawingml/2006/table">
            <a:tbl>
              <a:tblPr>
                <a:tableStyleId>{5C22544A-7EE6-4342-B048-85BDC9FD1C3A}</a:tableStyleId>
              </a:tblPr>
              <a:tblGrid>
                <a:gridCol w="225563">
                  <a:extLst>
                    <a:ext uri="{9D8B030D-6E8A-4147-A177-3AD203B41FA5}">
                      <a16:colId xmlns:a16="http://schemas.microsoft.com/office/drawing/2014/main" val="1793786000"/>
                    </a:ext>
                  </a:extLst>
                </a:gridCol>
                <a:gridCol w="2080683">
                  <a:extLst>
                    <a:ext uri="{9D8B030D-6E8A-4147-A177-3AD203B41FA5}">
                      <a16:colId xmlns:a16="http://schemas.microsoft.com/office/drawing/2014/main" val="3120727726"/>
                    </a:ext>
                  </a:extLst>
                </a:gridCol>
                <a:gridCol w="974288">
                  <a:extLst>
                    <a:ext uri="{9D8B030D-6E8A-4147-A177-3AD203B41FA5}">
                      <a16:colId xmlns:a16="http://schemas.microsoft.com/office/drawing/2014/main" val="1069534392"/>
                    </a:ext>
                  </a:extLst>
                </a:gridCol>
              </a:tblGrid>
              <a:tr h="370840">
                <a:tc>
                  <a:txBody>
                    <a:bodyPr/>
                    <a:lstStyle/>
                    <a:p>
                      <a:r>
                        <a:rPr lang="en-US" b="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95% Case category                              </a:t>
                      </a:r>
                    </a:p>
                    <a:p>
                      <a:r>
                        <a:rPr lang="en-US" b="0"/>
                        <a:t>Inclusion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a:r>
                        <a:rPr lang="en-US">
                          <a:solidFill>
                            <a:srgbClr val="008A00"/>
                          </a:solidFill>
                        </a:rPr>
                        <a:t>Live</a:t>
                      </a: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370840">
                <a:tc>
                  <a:txBody>
                    <a:bodyPr/>
                    <a:lstStyle/>
                    <a:p>
                      <a:r>
                        <a:rPr lang="en-US" b="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Owning Sales Feedback Form Process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370840">
                <a:tc>
                  <a:txBody>
                    <a:bodyPr/>
                    <a:lstStyle/>
                    <a:p>
                      <a:r>
                        <a:rPr lang="en-US" b="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Agents of Change</a:t>
                      </a:r>
                    </a:p>
                    <a:p>
                      <a:r>
                        <a:rPr lang="en-US" b="0"/>
                        <a:t>Workstream (US)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370840">
                <a:tc>
                  <a:txBody>
                    <a:bodyPr/>
                    <a:lstStyle/>
                    <a:p>
                      <a:r>
                        <a:rPr lang="en-US" b="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iSell API integration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370840">
                <a:tc>
                  <a:txBody>
                    <a:bodyPr/>
                    <a:lstStyle/>
                    <a:p>
                      <a:r>
                        <a:rPr lang="en-US" b="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Cloud Hosting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bl>
          </a:graphicData>
        </a:graphic>
      </p:graphicFrame>
      <p:sp>
        <p:nvSpPr>
          <p:cNvPr id="19" name="Oval 18">
            <a:extLst>
              <a:ext uri="{FF2B5EF4-FFF2-40B4-BE49-F238E27FC236}">
                <a16:creationId xmlns:a16="http://schemas.microsoft.com/office/drawing/2014/main" id="{366D86EF-E854-36F5-CDBF-BAA54CE46A65}"/>
              </a:ext>
            </a:extLst>
          </p:cNvPr>
          <p:cNvSpPr/>
          <p:nvPr/>
        </p:nvSpPr>
        <p:spPr>
          <a:xfrm>
            <a:off x="7113455" y="2396290"/>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67CE70C-F160-1CD9-8F56-6170E8F6B2FC}"/>
              </a:ext>
            </a:extLst>
          </p:cNvPr>
          <p:cNvSpPr/>
          <p:nvPr/>
        </p:nvSpPr>
        <p:spPr>
          <a:xfrm>
            <a:off x="7113455" y="2862460"/>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 descr="A person in a suit&#10;&#10;AI-generated content may be incorrect.">
            <a:extLst>
              <a:ext uri="{FF2B5EF4-FFF2-40B4-BE49-F238E27FC236}">
                <a16:creationId xmlns:a16="http://schemas.microsoft.com/office/drawing/2014/main" id="{D5DA2152-E870-D90D-C3DA-CD3FE251CB1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42277"/>
          <a:stretch>
            <a:fillRect/>
          </a:stretch>
        </p:blipFill>
        <p:spPr bwMode="auto">
          <a:xfrm>
            <a:off x="9039792" y="2435067"/>
            <a:ext cx="430570" cy="287845"/>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D623611D-8238-5BD5-8B46-F7D6F3EB9AC7}"/>
              </a:ext>
            </a:extLst>
          </p:cNvPr>
          <p:cNvSpPr txBox="1"/>
          <p:nvPr/>
        </p:nvSpPr>
        <p:spPr>
          <a:xfrm>
            <a:off x="9478114" y="1851235"/>
            <a:ext cx="2107307" cy="792653"/>
          </a:xfrm>
          <a:prstGeom prst="rect">
            <a:avLst/>
          </a:prstGeom>
          <a:noFill/>
        </p:spPr>
        <p:txBody>
          <a:bodyPr wrap="square" lIns="0" tIns="0" rIns="0" bIns="0" rtlCol="0">
            <a:spAutoFit/>
          </a:bodyPr>
          <a:lstStyle/>
          <a:p>
            <a:pPr marL="171450" indent="-171450" algn="l">
              <a:lnSpc>
                <a:spcPct val="130000"/>
              </a:lnSpc>
              <a:buFont typeface="Arial" panose="020B0604020202020204" pitchFamily="34" charset="0"/>
              <a:buChar char="•"/>
            </a:pPr>
            <a:r>
              <a:rPr lang="en-US" sz="1100">
                <a:latin typeface="+mn-lt"/>
              </a:rPr>
              <a:t>GSO Townhall</a:t>
            </a:r>
            <a:r>
              <a:rPr lang="en-US" sz="1100" b="0" i="0">
                <a:latin typeface="+mn-lt"/>
              </a:rPr>
              <a:t> (29/06)</a:t>
            </a:r>
          </a:p>
          <a:p>
            <a:pPr marL="171450" indent="-171450" algn="l">
              <a:lnSpc>
                <a:spcPct val="130000"/>
              </a:lnSpc>
              <a:buFont typeface="Arial" panose="020B0604020202020204" pitchFamily="34" charset="0"/>
              <a:buChar char="•"/>
            </a:pPr>
            <a:r>
              <a:rPr lang="en-US" sz="1100">
                <a:latin typeface="+mn-lt"/>
              </a:rPr>
              <a:t>Mark Colombo (04/06)</a:t>
            </a:r>
          </a:p>
          <a:p>
            <a:pPr marL="171450" indent="-171450" algn="l">
              <a:lnSpc>
                <a:spcPct val="130000"/>
              </a:lnSpc>
              <a:buFont typeface="Arial" panose="020B0604020202020204" pitchFamily="34" charset="0"/>
              <a:buChar char="•"/>
            </a:pPr>
            <a:r>
              <a:rPr lang="en-US" sz="1100">
                <a:latin typeface="+mn-lt"/>
              </a:rPr>
              <a:t>Chris Nicholas (07/05)</a:t>
            </a:r>
          </a:p>
        </p:txBody>
      </p:sp>
      <p:sp>
        <p:nvSpPr>
          <p:cNvPr id="32" name="TextBox 31">
            <a:extLst>
              <a:ext uri="{FF2B5EF4-FFF2-40B4-BE49-F238E27FC236}">
                <a16:creationId xmlns:a16="http://schemas.microsoft.com/office/drawing/2014/main" id="{6CAAF8B9-34D6-BFBF-A276-18AF86F1B9BA}"/>
              </a:ext>
            </a:extLst>
          </p:cNvPr>
          <p:cNvSpPr txBox="1"/>
          <p:nvPr/>
        </p:nvSpPr>
        <p:spPr>
          <a:xfrm>
            <a:off x="9610580" y="2993672"/>
            <a:ext cx="2099386" cy="216662"/>
          </a:xfrm>
          <a:prstGeom prst="rect">
            <a:avLst/>
          </a:prstGeom>
          <a:noFill/>
        </p:spPr>
        <p:txBody>
          <a:bodyPr wrap="square" lIns="0" tIns="0" rIns="0" bIns="0" rtlCol="0">
            <a:spAutoFit/>
          </a:bodyPr>
          <a:lstStyle/>
          <a:p>
            <a:pPr algn="l">
              <a:lnSpc>
                <a:spcPct val="130000"/>
              </a:lnSpc>
            </a:pPr>
            <a:r>
              <a:rPr lang="en-US" sz="1200">
                <a:solidFill>
                  <a:srgbClr val="333333"/>
                </a:solidFill>
                <a:latin typeface="+mn-lt"/>
                <a:ea typeface="FedEx Sans Light" panose="020B0403020203020204" pitchFamily="34" charset="0"/>
                <a:cs typeface="FedEx Sans Light" panose="020B0403020203020204" pitchFamily="34" charset="0"/>
              </a:rPr>
              <a:t>Reached</a:t>
            </a:r>
            <a:r>
              <a:rPr lang="en-US" sz="1200" b="1">
                <a:solidFill>
                  <a:srgbClr val="333333"/>
                </a:solidFill>
                <a:latin typeface="+mn-lt"/>
                <a:ea typeface="FedEx Sans Light" panose="020B0403020203020204" pitchFamily="34" charset="0"/>
                <a:cs typeface="FedEx Sans Light" panose="020B0403020203020204" pitchFamily="34" charset="0"/>
              </a:rPr>
              <a:t> Semi-finals</a:t>
            </a:r>
            <a:endParaRPr lang="en-US" sz="1200" b="0" i="0">
              <a:latin typeface="+mn-lt"/>
            </a:endParaRPr>
          </a:p>
        </p:txBody>
      </p:sp>
      <p:sp>
        <p:nvSpPr>
          <p:cNvPr id="33" name="TextBox 32">
            <a:extLst>
              <a:ext uri="{FF2B5EF4-FFF2-40B4-BE49-F238E27FC236}">
                <a16:creationId xmlns:a16="http://schemas.microsoft.com/office/drawing/2014/main" id="{35453850-F323-C0EA-5927-58BC47A81327}"/>
              </a:ext>
            </a:extLst>
          </p:cNvPr>
          <p:cNvSpPr txBox="1"/>
          <p:nvPr/>
        </p:nvSpPr>
        <p:spPr>
          <a:xfrm>
            <a:off x="9483988" y="3650362"/>
            <a:ext cx="1999560" cy="661720"/>
          </a:xfrm>
          <a:prstGeom prst="rect">
            <a:avLst/>
          </a:prstGeom>
          <a:noFill/>
        </p:spPr>
        <p:txBody>
          <a:bodyPr wrap="square" lIns="0" tIns="0" rIns="0" bIns="0" rtlCol="0">
            <a:spAutoFit/>
          </a:bodyPr>
          <a:lstStyle/>
          <a:p>
            <a:pPr marL="216000" indent="-216000" algn="l">
              <a:buFont typeface="Arial" panose="020B0604020202020204" pitchFamily="34" charset="0"/>
              <a:buChar char="•"/>
            </a:pPr>
            <a:r>
              <a:rPr lang="en-US" sz="1100">
                <a:solidFill>
                  <a:srgbClr val="333333"/>
                </a:solidFill>
                <a:latin typeface="+mn-lt"/>
                <a:ea typeface="FedEx Sans Light" panose="020B0403020203020204" pitchFamily="34" charset="0"/>
                <a:cs typeface="FedEx Sans Light" panose="020B0403020203020204" pitchFamily="34" charset="0"/>
              </a:rPr>
              <a:t>CHM (</a:t>
            </a:r>
            <a:r>
              <a:rPr lang="en-US" sz="1100" err="1">
                <a:solidFill>
                  <a:srgbClr val="333333"/>
                </a:solidFill>
                <a:latin typeface="+mn-lt"/>
                <a:ea typeface="FedEx Sans Light" panose="020B0403020203020204" pitchFamily="34" charset="0"/>
                <a:cs typeface="FedEx Sans Light" panose="020B0403020203020204" pitchFamily="34" charset="0"/>
              </a:rPr>
              <a:t>Streamlit</a:t>
            </a:r>
            <a:r>
              <a:rPr lang="en-US" sz="1100">
                <a:solidFill>
                  <a:srgbClr val="333333"/>
                </a:solidFill>
                <a:latin typeface="+mn-lt"/>
                <a:ea typeface="FedEx Sans Light" panose="020B0403020203020204" pitchFamily="34" charset="0"/>
                <a:cs typeface="FedEx Sans Light" panose="020B0403020203020204" pitchFamily="34" charset="0"/>
              </a:rPr>
              <a:t> expertise)</a:t>
            </a:r>
          </a:p>
          <a:p>
            <a:pPr marL="216000" indent="-216000" algn="l">
              <a:buFont typeface="Arial" panose="020B0604020202020204" pitchFamily="34" charset="0"/>
              <a:buChar char="•"/>
            </a:pPr>
            <a:r>
              <a:rPr lang="en-US" sz="1100">
                <a:solidFill>
                  <a:srgbClr val="333333"/>
                </a:solidFill>
                <a:latin typeface="+mn-lt"/>
                <a:ea typeface="FedEx Sans Light" panose="020B0403020203020204" pitchFamily="34" charset="0"/>
                <a:cs typeface="FedEx Sans Light" panose="020B0403020203020204" pitchFamily="34" charset="0"/>
              </a:rPr>
              <a:t>DART (First process)</a:t>
            </a:r>
          </a:p>
          <a:p>
            <a:pPr marL="216000" indent="-216000" algn="l">
              <a:buFont typeface="Arial" panose="020B0604020202020204" pitchFamily="34" charset="0"/>
              <a:buChar char="•"/>
            </a:pPr>
            <a:r>
              <a:rPr lang="en-US" sz="1100">
                <a:solidFill>
                  <a:srgbClr val="333333"/>
                </a:solidFill>
                <a:latin typeface="+mn-lt"/>
                <a:ea typeface="FedEx Sans Light" panose="020B0403020203020204" pitchFamily="34" charset="0"/>
                <a:cs typeface="FedEx Sans Light" panose="020B0403020203020204" pitchFamily="34" charset="0"/>
              </a:rPr>
              <a:t>APAC (Gemini capabilities)</a:t>
            </a:r>
          </a:p>
        </p:txBody>
      </p:sp>
      <p:pic>
        <p:nvPicPr>
          <p:cNvPr id="35" name="Graphic 34" descr="Meeting with solid fill">
            <a:extLst>
              <a:ext uri="{FF2B5EF4-FFF2-40B4-BE49-F238E27FC236}">
                <a16:creationId xmlns:a16="http://schemas.microsoft.com/office/drawing/2014/main" id="{71563AFE-85CE-C7ED-2D4E-8D1C9D268B3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49350" y="1749642"/>
            <a:ext cx="360000" cy="360000"/>
          </a:xfrm>
          <a:prstGeom prst="rect">
            <a:avLst/>
          </a:prstGeom>
        </p:spPr>
      </p:pic>
      <p:pic>
        <p:nvPicPr>
          <p:cNvPr id="39" name="Graphic 38" descr="Handshake with solid fill">
            <a:extLst>
              <a:ext uri="{FF2B5EF4-FFF2-40B4-BE49-F238E27FC236}">
                <a16:creationId xmlns:a16="http://schemas.microsoft.com/office/drawing/2014/main" id="{548125C6-5AD3-0FE2-D8DD-987E05DCE3A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59956" y="3755085"/>
            <a:ext cx="360000" cy="360000"/>
          </a:xfrm>
          <a:prstGeom prst="rect">
            <a:avLst/>
          </a:prstGeom>
        </p:spPr>
      </p:pic>
      <p:sp>
        <p:nvSpPr>
          <p:cNvPr id="41" name="Oval 40">
            <a:extLst>
              <a:ext uri="{FF2B5EF4-FFF2-40B4-BE49-F238E27FC236}">
                <a16:creationId xmlns:a16="http://schemas.microsoft.com/office/drawing/2014/main" id="{9E3197FB-45AB-E287-EF47-08C818FBE5C8}"/>
              </a:ext>
            </a:extLst>
          </p:cNvPr>
          <p:cNvSpPr/>
          <p:nvPr/>
        </p:nvSpPr>
        <p:spPr>
          <a:xfrm>
            <a:off x="7113455" y="3297297"/>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2FB25B76-2CEC-E0B2-0712-3E21519E5FF8}"/>
              </a:ext>
            </a:extLst>
          </p:cNvPr>
          <p:cNvSpPr/>
          <p:nvPr/>
        </p:nvSpPr>
        <p:spPr>
          <a:xfrm>
            <a:off x="7113455" y="3714774"/>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9957B37-1198-7BF4-0397-CC445DBBA820}"/>
              </a:ext>
            </a:extLst>
          </p:cNvPr>
          <p:cNvSpPr/>
          <p:nvPr/>
        </p:nvSpPr>
        <p:spPr>
          <a:xfrm>
            <a:off x="7113455" y="4093486"/>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c 43" descr="Magnifying glass with solid fill">
            <a:extLst>
              <a:ext uri="{FF2B5EF4-FFF2-40B4-BE49-F238E27FC236}">
                <a16:creationId xmlns:a16="http://schemas.microsoft.com/office/drawing/2014/main" id="{857A490D-B8A5-DEC2-EE7C-1FA2BBF60BF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3340" y="1264627"/>
            <a:ext cx="288000" cy="288000"/>
          </a:xfrm>
          <a:prstGeom prst="rect">
            <a:avLst/>
          </a:prstGeom>
        </p:spPr>
      </p:pic>
      <p:pic>
        <p:nvPicPr>
          <p:cNvPr id="49" name="Graphic 48" descr="Puzzle pieces with solid fill">
            <a:extLst>
              <a:ext uri="{FF2B5EF4-FFF2-40B4-BE49-F238E27FC236}">
                <a16:creationId xmlns:a16="http://schemas.microsoft.com/office/drawing/2014/main" id="{6698027A-F3D8-7960-ABC8-A6394E1431A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34293" y="2898391"/>
            <a:ext cx="288000" cy="288000"/>
          </a:xfrm>
          <a:prstGeom prst="rect">
            <a:avLst/>
          </a:prstGeom>
        </p:spPr>
      </p:pic>
      <p:sp>
        <p:nvSpPr>
          <p:cNvPr id="51" name="TextBox 50">
            <a:extLst>
              <a:ext uri="{FF2B5EF4-FFF2-40B4-BE49-F238E27FC236}">
                <a16:creationId xmlns:a16="http://schemas.microsoft.com/office/drawing/2014/main" id="{4F63BD5C-9F24-9243-9DC7-CF2CC2E2743A}"/>
              </a:ext>
            </a:extLst>
          </p:cNvPr>
          <p:cNvSpPr txBox="1"/>
          <p:nvPr/>
        </p:nvSpPr>
        <p:spPr>
          <a:xfrm>
            <a:off x="1123379" y="3014707"/>
            <a:ext cx="3366503" cy="1354217"/>
          </a:xfrm>
          <a:prstGeom prst="rect">
            <a:avLst/>
          </a:prstGeom>
          <a:noFill/>
        </p:spPr>
        <p:txBody>
          <a:bodyPr wrap="square">
            <a:spAutoFit/>
          </a:bodyPr>
          <a:lstStyle/>
          <a:p>
            <a:pPr marL="171450" indent="-171450">
              <a:buFont typeface="Arial" panose="020B0604020202020204" pitchFamily="34" charset="0"/>
              <a:buChar char="•"/>
            </a:pPr>
            <a:r>
              <a:rPr lang="en-US" sz="1200" b="1">
                <a:latin typeface="+mn-lt"/>
              </a:rPr>
              <a:t>Rule-based Python engine </a:t>
            </a:r>
            <a:r>
              <a:rPr lang="en-US" sz="1200">
                <a:latin typeface="+mn-lt"/>
              </a:rPr>
              <a:t>for intelligent case resolution recommendations.</a:t>
            </a:r>
          </a:p>
          <a:p>
            <a:pPr marL="171450" indent="-171450">
              <a:buFont typeface="Arial" panose="020B0604020202020204" pitchFamily="34" charset="0"/>
              <a:buChar char="•"/>
            </a:pPr>
            <a:r>
              <a:rPr lang="en-US" sz="1200" b="1">
                <a:latin typeface="+mn-lt"/>
              </a:rPr>
              <a:t>AI-powered</a:t>
            </a:r>
            <a:r>
              <a:rPr lang="en-US" sz="1200">
                <a:latin typeface="+mn-lt"/>
              </a:rPr>
              <a:t> third-party research using Gemini.</a:t>
            </a:r>
            <a:endParaRPr lang="en-US" sz="1200" b="0" i="0" u="none" strike="noStrike">
              <a:solidFill>
                <a:srgbClr val="1E1B2E"/>
              </a:solidFill>
              <a:effectLst/>
              <a:latin typeface="+mn-lt"/>
            </a:endParaRPr>
          </a:p>
          <a:p>
            <a:pPr marL="171450" indent="-171450">
              <a:buFont typeface="Arial" panose="020B0604020202020204" pitchFamily="34" charset="0"/>
              <a:buChar char="•"/>
            </a:pPr>
            <a:r>
              <a:rPr lang="en-US" sz="1200" b="1">
                <a:latin typeface="+mn-lt"/>
              </a:rPr>
              <a:t>Automated CSV generation </a:t>
            </a:r>
            <a:r>
              <a:rPr lang="en-US" sz="1200">
                <a:latin typeface="+mn-lt"/>
              </a:rPr>
              <a:t>to complete the resolution workflow.</a:t>
            </a:r>
            <a:endParaRPr lang="en-IN" sz="1200">
              <a:latin typeface="+mn-lt"/>
            </a:endParaRPr>
          </a:p>
        </p:txBody>
      </p:sp>
      <p:sp>
        <p:nvSpPr>
          <p:cNvPr id="52" name="TextBox 51">
            <a:extLst>
              <a:ext uri="{FF2B5EF4-FFF2-40B4-BE49-F238E27FC236}">
                <a16:creationId xmlns:a16="http://schemas.microsoft.com/office/drawing/2014/main" id="{931DB580-3984-E12F-A615-8940CD2E35D2}"/>
              </a:ext>
            </a:extLst>
          </p:cNvPr>
          <p:cNvSpPr txBox="1"/>
          <p:nvPr/>
        </p:nvSpPr>
        <p:spPr>
          <a:xfrm>
            <a:off x="1098059" y="1809477"/>
            <a:ext cx="3297591" cy="1092607"/>
          </a:xfrm>
          <a:prstGeom prst="rect">
            <a:avLst/>
          </a:prstGeom>
          <a:noFill/>
        </p:spPr>
        <p:txBody>
          <a:bodyPr wrap="square">
            <a:spAutoFit/>
          </a:bodyPr>
          <a:lstStyle/>
          <a:p>
            <a:pPr marL="171450" lvl="0" indent="-171450" algn="l" rtl="0">
              <a:buSzPct val="100000"/>
              <a:buFont typeface="Arial" panose="020B0604020202020204" pitchFamily="34" charset="0"/>
              <a:buChar char="•"/>
              <a:defRPr/>
            </a:pPr>
            <a:r>
              <a:rPr lang="en-US" sz="1200" b="1">
                <a:solidFill>
                  <a:schemeClr val="tx1"/>
                </a:solidFill>
                <a:latin typeface="+mn-lt"/>
              </a:rPr>
              <a:t>95%</a:t>
            </a:r>
            <a:r>
              <a:rPr lang="en-US" sz="1200">
                <a:solidFill>
                  <a:schemeClr val="tx1"/>
                </a:solidFill>
                <a:latin typeface="+mn-lt"/>
              </a:rPr>
              <a:t> TP&amp;O cases/month requires multi-system navigation for business rules validation and third party research</a:t>
            </a:r>
          </a:p>
          <a:p>
            <a:pPr marL="171450" lvl="0" indent="-171450" algn="l" rtl="0">
              <a:buSzPct val="100000"/>
              <a:buFont typeface="Arial" panose="020B0604020202020204" pitchFamily="34" charset="0"/>
              <a:buChar char="•"/>
              <a:defRPr/>
            </a:pPr>
            <a:r>
              <a:rPr lang="en-US" sz="1200">
                <a:solidFill>
                  <a:schemeClr val="tx1"/>
                </a:solidFill>
                <a:latin typeface="+mn-lt"/>
              </a:rPr>
              <a:t>Consumes </a:t>
            </a:r>
            <a:r>
              <a:rPr lang="en-US" sz="1200" b="1">
                <a:solidFill>
                  <a:schemeClr val="tx1"/>
                </a:solidFill>
                <a:latin typeface="+mn-lt"/>
              </a:rPr>
              <a:t>5–10 min per case</a:t>
            </a:r>
            <a:r>
              <a:rPr lang="en-US" sz="1200">
                <a:solidFill>
                  <a:schemeClr val="tx1"/>
                </a:solidFill>
                <a:latin typeface="+mn-lt"/>
              </a:rPr>
              <a:t>; manual form-filling drives SLA risk &amp; data errors</a:t>
            </a:r>
            <a:r>
              <a:rPr lang="en-IN" sz="1200">
                <a:solidFill>
                  <a:schemeClr val="tx1"/>
                </a:solidFill>
                <a:latin typeface="+mn-lt"/>
              </a:rPr>
              <a:t>​</a:t>
            </a:r>
          </a:p>
        </p:txBody>
      </p:sp>
      <p:cxnSp>
        <p:nvCxnSpPr>
          <p:cNvPr id="16" name="Straight Connector 15">
            <a:extLst>
              <a:ext uri="{FF2B5EF4-FFF2-40B4-BE49-F238E27FC236}">
                <a16:creationId xmlns:a16="http://schemas.microsoft.com/office/drawing/2014/main" id="{347E9271-6FF5-8B4D-2106-B3251F70174C}"/>
              </a:ext>
            </a:extLst>
          </p:cNvPr>
          <p:cNvCxnSpPr>
            <a:cxnSpLocks/>
          </p:cNvCxnSpPr>
          <p:nvPr/>
        </p:nvCxnSpPr>
        <p:spPr>
          <a:xfrm>
            <a:off x="9093683" y="2808657"/>
            <a:ext cx="2177687" cy="827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DDBBE50-59E2-109D-B0D9-84414AD9A352}"/>
              </a:ext>
            </a:extLst>
          </p:cNvPr>
          <p:cNvCxnSpPr>
            <a:cxnSpLocks/>
          </p:cNvCxnSpPr>
          <p:nvPr/>
        </p:nvCxnSpPr>
        <p:spPr>
          <a:xfrm>
            <a:off x="9169400" y="3460812"/>
            <a:ext cx="2101970" cy="6288"/>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8523E080-73C0-A750-2251-B4E9DE2154AD}"/>
              </a:ext>
            </a:extLst>
          </p:cNvPr>
          <p:cNvSpPr/>
          <p:nvPr/>
        </p:nvSpPr>
        <p:spPr>
          <a:xfrm>
            <a:off x="8365481" y="1656159"/>
            <a:ext cx="523814" cy="11524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645BC309-C2EB-1B6D-C654-E2CB238C2B88}"/>
              </a:ext>
            </a:extLst>
          </p:cNvPr>
          <p:cNvSpPr/>
          <p:nvPr/>
        </p:nvSpPr>
        <p:spPr>
          <a:xfrm>
            <a:off x="9098801" y="2114931"/>
            <a:ext cx="282310" cy="282852"/>
          </a:xfrm>
          <a:prstGeom prst="ellipse">
            <a:avLst/>
          </a:prstGeom>
          <a:blipFill>
            <a:blip r:embed="rId10"/>
            <a:stretch>
              <a:fillRect/>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7" name="object 2">
            <a:extLst>
              <a:ext uri="{FF2B5EF4-FFF2-40B4-BE49-F238E27FC236}">
                <a16:creationId xmlns:a16="http://schemas.microsoft.com/office/drawing/2014/main" id="{6F692029-CEFE-4440-110B-D833A1C4ABC7}"/>
              </a:ext>
            </a:extLst>
          </p:cNvPr>
          <p:cNvPicPr/>
          <p:nvPr/>
        </p:nvPicPr>
        <p:blipFill>
          <a:blip r:embed="rId11" cstate="print"/>
          <a:stretch>
            <a:fillRect/>
          </a:stretch>
        </p:blipFill>
        <p:spPr>
          <a:xfrm>
            <a:off x="9093683" y="2949482"/>
            <a:ext cx="458669" cy="364461"/>
          </a:xfrm>
          <a:prstGeom prst="rect">
            <a:avLst/>
          </a:prstGeom>
        </p:spPr>
      </p:pic>
      <p:sp>
        <p:nvSpPr>
          <p:cNvPr id="24" name="TextBox 23">
            <a:extLst>
              <a:ext uri="{FF2B5EF4-FFF2-40B4-BE49-F238E27FC236}">
                <a16:creationId xmlns:a16="http://schemas.microsoft.com/office/drawing/2014/main" id="{42C99F2B-70E6-FDF4-3230-7A89523BF531}"/>
              </a:ext>
            </a:extLst>
          </p:cNvPr>
          <p:cNvSpPr txBox="1"/>
          <p:nvPr/>
        </p:nvSpPr>
        <p:spPr>
          <a:xfrm rot="16200000">
            <a:off x="8080929" y="2031814"/>
            <a:ext cx="1048320" cy="430887"/>
          </a:xfrm>
          <a:prstGeom prst="rect">
            <a:avLst/>
          </a:prstGeom>
          <a:noFill/>
        </p:spPr>
        <p:txBody>
          <a:bodyPr wrap="square" lIns="0" tIns="0" rIns="0" bIns="0" rtlCol="0">
            <a:spAutoFit/>
          </a:bodyPr>
          <a:lstStyle/>
          <a:p>
            <a:pPr algn="ctr">
              <a:spcAft>
                <a:spcPts val="0"/>
              </a:spcAft>
            </a:pPr>
            <a:r>
              <a:rPr lang="en-US" sz="1400" i="1">
                <a:solidFill>
                  <a:schemeClr val="bg1"/>
                </a:solidFill>
                <a:latin typeface="+mn-lt"/>
                <a:ea typeface="FedEx Sans Light" panose="020B0403020203020204" pitchFamily="34" charset="0"/>
                <a:cs typeface="FedEx Sans Light" panose="020B0403020203020204" pitchFamily="34" charset="0"/>
              </a:rPr>
              <a:t>Demo</a:t>
            </a:r>
            <a:r>
              <a:rPr lang="en-US" sz="1400" i="1">
                <a:solidFill>
                  <a:schemeClr val="bg1"/>
                </a:solidFill>
                <a:latin typeface="+mn-lt"/>
              </a:rPr>
              <a:t> </a:t>
            </a:r>
            <a:r>
              <a:rPr lang="en-US" sz="1400" i="1">
                <a:solidFill>
                  <a:schemeClr val="bg1"/>
                </a:solidFill>
                <a:latin typeface="+mn-lt"/>
                <a:ea typeface="FedEx Sans Light" panose="020B0403020203020204" pitchFamily="34" charset="0"/>
                <a:cs typeface="FedEx Sans Light" panose="020B0403020203020204" pitchFamily="34" charset="0"/>
              </a:rPr>
              <a:t>Session</a:t>
            </a:r>
          </a:p>
        </p:txBody>
      </p:sp>
      <p:sp>
        <p:nvSpPr>
          <p:cNvPr id="166" name="Rectangle 165">
            <a:extLst>
              <a:ext uri="{FF2B5EF4-FFF2-40B4-BE49-F238E27FC236}">
                <a16:creationId xmlns:a16="http://schemas.microsoft.com/office/drawing/2014/main" id="{64BBBF42-CA7C-CF68-00D7-AA1D96C66EF0}"/>
              </a:ext>
            </a:extLst>
          </p:cNvPr>
          <p:cNvSpPr/>
          <p:nvPr/>
        </p:nvSpPr>
        <p:spPr>
          <a:xfrm>
            <a:off x="8363441" y="2835196"/>
            <a:ext cx="523814" cy="6143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79E45DA-C249-6B8F-DED4-21F8DFB2A406}"/>
              </a:ext>
            </a:extLst>
          </p:cNvPr>
          <p:cNvSpPr txBox="1"/>
          <p:nvPr/>
        </p:nvSpPr>
        <p:spPr>
          <a:xfrm rot="16200000">
            <a:off x="8213025" y="3008477"/>
            <a:ext cx="705330" cy="252763"/>
          </a:xfrm>
          <a:prstGeom prst="rect">
            <a:avLst/>
          </a:prstGeom>
          <a:noFill/>
        </p:spPr>
        <p:txBody>
          <a:bodyPr wrap="square" lIns="0" tIns="0" rIns="0" bIns="0" rtlCol="0">
            <a:spAutoFit/>
          </a:bodyPr>
          <a:lstStyle/>
          <a:p>
            <a:pPr algn="ctr">
              <a:lnSpc>
                <a:spcPct val="130000"/>
              </a:lnSpc>
            </a:pPr>
            <a:r>
              <a:rPr lang="en-US" sz="1400" i="1">
                <a:solidFill>
                  <a:schemeClr val="bg1"/>
                </a:solidFill>
                <a:latin typeface="+mn-lt"/>
                <a:ea typeface="FedEx Sans Light" panose="020B0403020203020204" pitchFamily="34" charset="0"/>
                <a:cs typeface="FedEx Sans Light" panose="020B0403020203020204" pitchFamily="34" charset="0"/>
              </a:rPr>
              <a:t>PPQA</a:t>
            </a:r>
          </a:p>
        </p:txBody>
      </p:sp>
      <p:sp>
        <p:nvSpPr>
          <p:cNvPr id="170" name="Rectangle 169">
            <a:extLst>
              <a:ext uri="{FF2B5EF4-FFF2-40B4-BE49-F238E27FC236}">
                <a16:creationId xmlns:a16="http://schemas.microsoft.com/office/drawing/2014/main" id="{FBC88638-2C13-B0A8-5C59-D9363E6394C2}"/>
              </a:ext>
            </a:extLst>
          </p:cNvPr>
          <p:cNvSpPr/>
          <p:nvPr/>
        </p:nvSpPr>
        <p:spPr>
          <a:xfrm>
            <a:off x="8365481" y="3470607"/>
            <a:ext cx="523814" cy="9360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5E9084AE-94DF-F704-D668-A40242C76333}"/>
              </a:ext>
            </a:extLst>
          </p:cNvPr>
          <p:cNvSpPr txBox="1"/>
          <p:nvPr/>
        </p:nvSpPr>
        <p:spPr>
          <a:xfrm rot="16200000">
            <a:off x="8143612" y="3696019"/>
            <a:ext cx="974105" cy="430887"/>
          </a:xfrm>
          <a:prstGeom prst="rect">
            <a:avLst/>
          </a:prstGeom>
          <a:noFill/>
        </p:spPr>
        <p:txBody>
          <a:bodyPr wrap="square" lIns="0" tIns="0" rIns="0" bIns="0" rtlCol="0">
            <a:spAutoFit/>
          </a:bodyPr>
          <a:lstStyle/>
          <a:p>
            <a:pPr algn="ctr">
              <a:spcAft>
                <a:spcPts val="0"/>
              </a:spcAft>
            </a:pPr>
            <a:r>
              <a:rPr lang="en-US" sz="1400" i="1">
                <a:solidFill>
                  <a:schemeClr val="bg1"/>
                </a:solidFill>
                <a:latin typeface="+mn-lt"/>
                <a:ea typeface="FedEx Sans Light" panose="020B0403020203020204" pitchFamily="34" charset="0"/>
                <a:cs typeface="FedEx Sans Light" panose="020B0403020203020204" pitchFamily="34" charset="0"/>
              </a:rPr>
              <a:t>Cross collab</a:t>
            </a:r>
          </a:p>
        </p:txBody>
      </p:sp>
      <p:sp>
        <p:nvSpPr>
          <p:cNvPr id="171" name="TextBox 170">
            <a:extLst>
              <a:ext uri="{FF2B5EF4-FFF2-40B4-BE49-F238E27FC236}">
                <a16:creationId xmlns:a16="http://schemas.microsoft.com/office/drawing/2014/main" id="{37156823-ADD5-09F0-D7CF-D1D602D3B2FB}"/>
              </a:ext>
            </a:extLst>
          </p:cNvPr>
          <p:cNvSpPr txBox="1"/>
          <p:nvPr/>
        </p:nvSpPr>
        <p:spPr>
          <a:xfrm>
            <a:off x="4823811" y="1714010"/>
            <a:ext cx="3199419" cy="456728"/>
          </a:xfrm>
          <a:prstGeom prst="rect">
            <a:avLst/>
          </a:prstGeom>
          <a:noFill/>
        </p:spPr>
        <p:txBody>
          <a:bodyPr wrap="square" lIns="0" tIns="0" rIns="0" bIns="0" rtlCol="0">
            <a:spAutoFit/>
          </a:bodyPr>
          <a:lstStyle/>
          <a:p>
            <a:pPr algn="l">
              <a:lnSpc>
                <a:spcPct val="130000"/>
              </a:lnSpc>
            </a:pPr>
            <a:r>
              <a:rPr lang="en-US" sz="1200">
                <a:latin typeface="+mn-lt"/>
              </a:rPr>
              <a:t>Following action items were identified from </a:t>
            </a:r>
            <a:r>
              <a:rPr lang="en-US" sz="1200" b="1">
                <a:latin typeface="+mn-lt"/>
              </a:rPr>
              <a:t>last meeting (18/3)</a:t>
            </a:r>
          </a:p>
        </p:txBody>
      </p:sp>
      <p:sp>
        <p:nvSpPr>
          <p:cNvPr id="45" name="Arrow: Right 44">
            <a:extLst>
              <a:ext uri="{FF2B5EF4-FFF2-40B4-BE49-F238E27FC236}">
                <a16:creationId xmlns:a16="http://schemas.microsoft.com/office/drawing/2014/main" id="{0C8956AE-AE93-D793-4BDE-51EEE7F5E06B}"/>
              </a:ext>
            </a:extLst>
          </p:cNvPr>
          <p:cNvSpPr/>
          <p:nvPr/>
        </p:nvSpPr>
        <p:spPr>
          <a:xfrm>
            <a:off x="8463652" y="4456075"/>
            <a:ext cx="3156848" cy="423186"/>
          </a:xfrm>
          <a:prstGeom prst="rightArrow">
            <a:avLst>
              <a:gd name="adj1" fmla="val 70585"/>
              <a:gd name="adj2" fmla="val 50000"/>
            </a:avLst>
          </a:prstGeom>
          <a:solidFill>
            <a:srgbClr val="3A0F69"/>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4.0</a:t>
            </a:r>
          </a:p>
        </p:txBody>
      </p:sp>
      <p:sp>
        <p:nvSpPr>
          <p:cNvPr id="40" name="Arrow: Right 39">
            <a:extLst>
              <a:ext uri="{FF2B5EF4-FFF2-40B4-BE49-F238E27FC236}">
                <a16:creationId xmlns:a16="http://schemas.microsoft.com/office/drawing/2014/main" id="{7AA91870-A65B-6C40-B3BE-9978C65648E7}"/>
              </a:ext>
            </a:extLst>
          </p:cNvPr>
          <p:cNvSpPr/>
          <p:nvPr/>
        </p:nvSpPr>
        <p:spPr>
          <a:xfrm>
            <a:off x="5791200" y="4456075"/>
            <a:ext cx="2893820" cy="423186"/>
          </a:xfrm>
          <a:prstGeom prst="rightArrow">
            <a:avLst>
              <a:gd name="adj1" fmla="val 70585"/>
              <a:gd name="adj2" fmla="val 50000"/>
            </a:avLst>
          </a:prstGeom>
          <a:solidFill>
            <a:srgbClr val="9247E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3.0</a:t>
            </a:r>
          </a:p>
        </p:txBody>
      </p:sp>
      <p:sp>
        <p:nvSpPr>
          <p:cNvPr id="38" name="Arrow: Right 37">
            <a:extLst>
              <a:ext uri="{FF2B5EF4-FFF2-40B4-BE49-F238E27FC236}">
                <a16:creationId xmlns:a16="http://schemas.microsoft.com/office/drawing/2014/main" id="{56E77913-85DF-4A3F-DD24-382AE17990D7}"/>
              </a:ext>
            </a:extLst>
          </p:cNvPr>
          <p:cNvSpPr/>
          <p:nvPr/>
        </p:nvSpPr>
        <p:spPr>
          <a:xfrm>
            <a:off x="3303898" y="4456075"/>
            <a:ext cx="2792102" cy="423186"/>
          </a:xfrm>
          <a:prstGeom prst="rightArrow">
            <a:avLst>
              <a:gd name="adj1" fmla="val 70585"/>
              <a:gd name="adj2" fmla="val 50000"/>
            </a:avLst>
          </a:prstGeom>
          <a:solidFill>
            <a:srgbClr val="B685ED"/>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2.0</a:t>
            </a:r>
          </a:p>
        </p:txBody>
      </p:sp>
      <p:sp>
        <p:nvSpPr>
          <p:cNvPr id="37" name="Arrow: Right 36">
            <a:extLst>
              <a:ext uri="{FF2B5EF4-FFF2-40B4-BE49-F238E27FC236}">
                <a16:creationId xmlns:a16="http://schemas.microsoft.com/office/drawing/2014/main" id="{FDA9E3D5-ABBE-5FC7-2D2F-AB3DE1324517}"/>
              </a:ext>
            </a:extLst>
          </p:cNvPr>
          <p:cNvSpPr/>
          <p:nvPr/>
        </p:nvSpPr>
        <p:spPr>
          <a:xfrm>
            <a:off x="1134293" y="4456075"/>
            <a:ext cx="2372689" cy="423186"/>
          </a:xfrm>
          <a:prstGeom prst="rightArrow">
            <a:avLst>
              <a:gd name="adj1" fmla="val 70585"/>
              <a:gd name="adj2" fmla="val 50000"/>
            </a:avLst>
          </a:prstGeom>
          <a:solidFill>
            <a:srgbClr val="E5CFF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OPTIX 1.0</a:t>
            </a:r>
          </a:p>
        </p:txBody>
      </p:sp>
      <p:cxnSp>
        <p:nvCxnSpPr>
          <p:cNvPr id="46" name="Straight Connector 45">
            <a:extLst>
              <a:ext uri="{FF2B5EF4-FFF2-40B4-BE49-F238E27FC236}">
                <a16:creationId xmlns:a16="http://schemas.microsoft.com/office/drawing/2014/main" id="{ABC457C3-E83A-9047-F1A1-56942C540E65}"/>
              </a:ext>
            </a:extLst>
          </p:cNvPr>
          <p:cNvCxnSpPr>
            <a:cxnSpLocks/>
          </p:cNvCxnSpPr>
          <p:nvPr/>
        </p:nvCxnSpPr>
        <p:spPr>
          <a:xfrm>
            <a:off x="1291099" y="2934587"/>
            <a:ext cx="2786872" cy="2002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921A9C24-C1C0-9E28-EE91-BAEDBB4C52DD}"/>
              </a:ext>
            </a:extLst>
          </p:cNvPr>
          <p:cNvSpPr/>
          <p:nvPr/>
        </p:nvSpPr>
        <p:spPr>
          <a:xfrm>
            <a:off x="599742" y="1649048"/>
            <a:ext cx="523814" cy="12843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BAE86428-B8BD-1538-0140-E4E7CC1C2CA3}"/>
              </a:ext>
            </a:extLst>
          </p:cNvPr>
          <p:cNvSpPr txBox="1"/>
          <p:nvPr/>
        </p:nvSpPr>
        <p:spPr>
          <a:xfrm rot="16200000">
            <a:off x="133710" y="2094957"/>
            <a:ext cx="1441227" cy="221657"/>
          </a:xfrm>
          <a:prstGeom prst="rect">
            <a:avLst/>
          </a:prstGeom>
          <a:noFill/>
        </p:spPr>
        <p:txBody>
          <a:bodyPr wrap="square" lIns="0" tIns="0" rIns="0" bIns="0" rtlCol="0">
            <a:spAutoFit/>
          </a:bodyPr>
          <a:lstStyle/>
          <a:p>
            <a:pPr algn="ctr">
              <a:spcAft>
                <a:spcPts val="0"/>
              </a:spcAft>
            </a:pPr>
            <a:r>
              <a:rPr lang="en-US" sz="1400" i="1">
                <a:solidFill>
                  <a:schemeClr val="bg1"/>
                </a:solidFill>
                <a:latin typeface="+mn-lt"/>
                <a:ea typeface="FedEx Sans Light" panose="020B0403020203020204" pitchFamily="34" charset="0"/>
                <a:cs typeface="FedEx Sans Light" panose="020B0403020203020204" pitchFamily="34" charset="0"/>
              </a:rPr>
              <a:t>Problem </a:t>
            </a:r>
          </a:p>
        </p:txBody>
      </p:sp>
      <p:sp>
        <p:nvSpPr>
          <p:cNvPr id="55" name="Rectangle 54">
            <a:extLst>
              <a:ext uri="{FF2B5EF4-FFF2-40B4-BE49-F238E27FC236}">
                <a16:creationId xmlns:a16="http://schemas.microsoft.com/office/drawing/2014/main" id="{1C6A905B-9B90-4887-29F0-883FA01E33F0}"/>
              </a:ext>
            </a:extLst>
          </p:cNvPr>
          <p:cNvSpPr/>
          <p:nvPr/>
        </p:nvSpPr>
        <p:spPr>
          <a:xfrm>
            <a:off x="599742" y="2993671"/>
            <a:ext cx="523814" cy="1384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TextBox 136">
            <a:extLst>
              <a:ext uri="{FF2B5EF4-FFF2-40B4-BE49-F238E27FC236}">
                <a16:creationId xmlns:a16="http://schemas.microsoft.com/office/drawing/2014/main" id="{17DDC0CF-2C82-FC15-0DCD-F6EF386245F2}"/>
              </a:ext>
            </a:extLst>
          </p:cNvPr>
          <p:cNvSpPr txBox="1"/>
          <p:nvPr/>
        </p:nvSpPr>
        <p:spPr>
          <a:xfrm rot="16200000">
            <a:off x="119328" y="3501632"/>
            <a:ext cx="1441227" cy="221657"/>
          </a:xfrm>
          <a:prstGeom prst="rect">
            <a:avLst/>
          </a:prstGeom>
          <a:noFill/>
        </p:spPr>
        <p:txBody>
          <a:bodyPr wrap="square" lIns="0" tIns="0" rIns="0" bIns="0" rtlCol="0">
            <a:spAutoFit/>
          </a:bodyPr>
          <a:lstStyle/>
          <a:p>
            <a:pPr algn="ctr">
              <a:spcAft>
                <a:spcPts val="0"/>
              </a:spcAft>
            </a:pPr>
            <a:r>
              <a:rPr lang="en-US" sz="1400" i="1">
                <a:solidFill>
                  <a:schemeClr val="bg1"/>
                </a:solidFill>
                <a:latin typeface="+mn-lt"/>
                <a:ea typeface="FedEx Sans Light" panose="020B0403020203020204" pitchFamily="34" charset="0"/>
                <a:cs typeface="FedEx Sans Light" panose="020B0403020203020204" pitchFamily="34" charset="0"/>
              </a:rPr>
              <a:t>Solution</a:t>
            </a:r>
          </a:p>
        </p:txBody>
      </p:sp>
      <p:sp>
        <p:nvSpPr>
          <p:cNvPr id="141" name="Rectangle : avec coins arrondis en haut 12">
            <a:extLst>
              <a:ext uri="{FF2B5EF4-FFF2-40B4-BE49-F238E27FC236}">
                <a16:creationId xmlns:a16="http://schemas.microsoft.com/office/drawing/2014/main" id="{1989BB81-DDBD-D406-8AD5-E23A6F152794}"/>
              </a:ext>
            </a:extLst>
          </p:cNvPr>
          <p:cNvSpPr/>
          <p:nvPr/>
        </p:nvSpPr>
        <p:spPr>
          <a:xfrm rot="10800000" flipH="1" flipV="1">
            <a:off x="577230" y="1237948"/>
            <a:ext cx="3906578" cy="381647"/>
          </a:xfrm>
          <a:prstGeom prst="round2SameRect">
            <a:avLst>
              <a:gd name="adj1" fmla="val 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600" b="1" i="0" u="none" strike="noStrike" kern="0" cap="none" spc="0" normalizeH="0" baseline="0" noProof="0">
                <a:ln>
                  <a:noFill/>
                </a:ln>
                <a:solidFill>
                  <a:prstClr val="white"/>
                </a:solidFill>
                <a:effectLst/>
                <a:uLnTx/>
                <a:uFillTx/>
                <a:ea typeface="FedEx Sans Light" panose="020B0403020203020204" pitchFamily="34" charset="0"/>
                <a:cs typeface="FedEx Sans Light" panose="020B0403020203020204" pitchFamily="34" charset="0"/>
              </a:rPr>
              <a:t>1. OPTIX Summary</a:t>
            </a:r>
          </a:p>
        </p:txBody>
      </p:sp>
      <p:sp>
        <p:nvSpPr>
          <p:cNvPr id="4" name="Rectangle 3">
            <a:extLst>
              <a:ext uri="{FF2B5EF4-FFF2-40B4-BE49-F238E27FC236}">
                <a16:creationId xmlns:a16="http://schemas.microsoft.com/office/drawing/2014/main" id="{9C33BD5E-688D-9168-6267-24E113361FCF}"/>
              </a:ext>
            </a:extLst>
          </p:cNvPr>
          <p:cNvSpPr/>
          <p:nvPr/>
        </p:nvSpPr>
        <p:spPr>
          <a:xfrm>
            <a:off x="610854" y="4443155"/>
            <a:ext cx="487205" cy="1569608"/>
          </a:xfrm>
          <a:prstGeom prst="rect">
            <a:avLst/>
          </a:prstGeom>
          <a:solidFill>
            <a:srgbClr val="7D2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4E80442-2EE5-2D0B-13C6-91306A2305CE}"/>
              </a:ext>
            </a:extLst>
          </p:cNvPr>
          <p:cNvSpPr txBox="1"/>
          <p:nvPr/>
        </p:nvSpPr>
        <p:spPr>
          <a:xfrm rot="16200000">
            <a:off x="114179" y="5007535"/>
            <a:ext cx="1441227" cy="246221"/>
          </a:xfrm>
          <a:prstGeom prst="rect">
            <a:avLst/>
          </a:prstGeom>
          <a:noFill/>
        </p:spPr>
        <p:txBody>
          <a:bodyPr wrap="square" lIns="0" tIns="0" rIns="0" bIns="0" rtlCol="0">
            <a:spAutoFit/>
          </a:bodyPr>
          <a:lstStyle/>
          <a:p>
            <a:pPr algn="ctr">
              <a:spcAft>
                <a:spcPts val="0"/>
              </a:spcAft>
            </a:pPr>
            <a:r>
              <a:rPr lang="en-US" b="1">
                <a:solidFill>
                  <a:schemeClr val="bg1"/>
                </a:solidFill>
                <a:latin typeface="+mn-lt"/>
                <a:ea typeface="FedEx Sans Light" panose="020B0403020203020204" pitchFamily="34" charset="0"/>
                <a:cs typeface="FedEx Sans Light" panose="020B0403020203020204" pitchFamily="34" charset="0"/>
              </a:rPr>
              <a:t>4. Version</a:t>
            </a:r>
          </a:p>
        </p:txBody>
      </p:sp>
      <p:pic>
        <p:nvPicPr>
          <p:cNvPr id="6" name="Graphic 5" descr="Puzzle pieces with solid fill">
            <a:extLst>
              <a:ext uri="{FF2B5EF4-FFF2-40B4-BE49-F238E27FC236}">
                <a16:creationId xmlns:a16="http://schemas.microsoft.com/office/drawing/2014/main" id="{81417D6F-C73B-2133-D843-5030D6573D6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3645" y="4026184"/>
            <a:ext cx="288000" cy="288000"/>
          </a:xfrm>
          <a:prstGeom prst="rect">
            <a:avLst/>
          </a:prstGeom>
        </p:spPr>
      </p:pic>
      <p:pic>
        <p:nvPicPr>
          <p:cNvPr id="10" name="Graphic 9" descr="Magnifying glass with solid fill">
            <a:extLst>
              <a:ext uri="{FF2B5EF4-FFF2-40B4-BE49-F238E27FC236}">
                <a16:creationId xmlns:a16="http://schemas.microsoft.com/office/drawing/2014/main" id="{B0D5DAC4-D66D-5DA9-177C-CF2A7E4D4A0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6919" y="2620267"/>
            <a:ext cx="288000" cy="288000"/>
          </a:xfrm>
          <a:prstGeom prst="rect">
            <a:avLst/>
          </a:prstGeom>
        </p:spPr>
      </p:pic>
      <p:pic>
        <p:nvPicPr>
          <p:cNvPr id="13" name="Graphic 12" descr="Robot with solid fill">
            <a:extLst>
              <a:ext uri="{FF2B5EF4-FFF2-40B4-BE49-F238E27FC236}">
                <a16:creationId xmlns:a16="http://schemas.microsoft.com/office/drawing/2014/main" id="{7C4C8085-3BF4-3EEF-3C9A-20D3EA18D84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31796" y="4497122"/>
            <a:ext cx="307996" cy="307996"/>
          </a:xfrm>
          <a:prstGeom prst="rect">
            <a:avLst/>
          </a:prstGeom>
        </p:spPr>
      </p:pic>
      <p:pic>
        <p:nvPicPr>
          <p:cNvPr id="22" name="Graphic 21" descr="Syncing cloud with solid fill">
            <a:extLst>
              <a:ext uri="{FF2B5EF4-FFF2-40B4-BE49-F238E27FC236}">
                <a16:creationId xmlns:a16="http://schemas.microsoft.com/office/drawing/2014/main" id="{438DD56D-6846-43D8-49DD-EC9DC17908C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157107" y="4497266"/>
            <a:ext cx="339351" cy="339351"/>
          </a:xfrm>
          <a:prstGeom prst="rect">
            <a:avLst/>
          </a:prstGeom>
        </p:spPr>
      </p:pic>
      <p:pic>
        <p:nvPicPr>
          <p:cNvPr id="27" name="Graphic 26" descr="Clipboard Mixed with solid fill">
            <a:extLst>
              <a:ext uri="{FF2B5EF4-FFF2-40B4-BE49-F238E27FC236}">
                <a16:creationId xmlns:a16="http://schemas.microsoft.com/office/drawing/2014/main" id="{E1F8597C-9953-F5D8-6EDC-5D4AF892239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553758" y="4533671"/>
            <a:ext cx="266542" cy="266542"/>
          </a:xfrm>
          <a:prstGeom prst="rect">
            <a:avLst/>
          </a:prstGeom>
        </p:spPr>
      </p:pic>
      <p:pic>
        <p:nvPicPr>
          <p:cNvPr id="31" name="Graphic 30" descr="List with solid fill">
            <a:extLst>
              <a:ext uri="{FF2B5EF4-FFF2-40B4-BE49-F238E27FC236}">
                <a16:creationId xmlns:a16="http://schemas.microsoft.com/office/drawing/2014/main" id="{BE837E73-E555-DB17-2FCD-3E47F18B20F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61837" y="1289771"/>
            <a:ext cx="287467" cy="287467"/>
          </a:xfrm>
          <a:prstGeom prst="rect">
            <a:avLst/>
          </a:prstGeom>
        </p:spPr>
      </p:pic>
      <p:pic>
        <p:nvPicPr>
          <p:cNvPr id="36" name="Graphic 35" descr="Flowchart with solid fill">
            <a:extLst>
              <a:ext uri="{FF2B5EF4-FFF2-40B4-BE49-F238E27FC236}">
                <a16:creationId xmlns:a16="http://schemas.microsoft.com/office/drawing/2014/main" id="{6397C892-7B69-B530-7153-C4ED2C18715D}"/>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172500" y="4533671"/>
            <a:ext cx="249793" cy="249793"/>
          </a:xfrm>
          <a:prstGeom prst="rect">
            <a:avLst/>
          </a:prstGeom>
        </p:spPr>
      </p:pic>
      <p:pic>
        <p:nvPicPr>
          <p:cNvPr id="12" name="Graphic 11" descr="Circles with lines with solid fill">
            <a:extLst>
              <a:ext uri="{FF2B5EF4-FFF2-40B4-BE49-F238E27FC236}">
                <a16:creationId xmlns:a16="http://schemas.microsoft.com/office/drawing/2014/main" id="{3252A6A8-CE9D-DCE2-C05B-5DA9FDEA525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15460" y="5586082"/>
            <a:ext cx="457200" cy="457200"/>
          </a:xfrm>
          <a:prstGeom prst="rect">
            <a:avLst/>
          </a:prstGeom>
        </p:spPr>
      </p:pic>
      <p:graphicFrame>
        <p:nvGraphicFramePr>
          <p:cNvPr id="9" name="Table 8">
            <a:extLst>
              <a:ext uri="{FF2B5EF4-FFF2-40B4-BE49-F238E27FC236}">
                <a16:creationId xmlns:a16="http://schemas.microsoft.com/office/drawing/2014/main" id="{37B76188-FF15-1B2A-813F-33C3A66AF0C8}"/>
              </a:ext>
            </a:extLst>
          </p:cNvPr>
          <p:cNvGraphicFramePr>
            <a:graphicFrameLocks noGrp="1"/>
          </p:cNvGraphicFramePr>
          <p:nvPr>
            <p:extLst>
              <p:ext uri="{D42A27DB-BD31-4B8C-83A1-F6EECF244321}">
                <p14:modId xmlns:p14="http://schemas.microsoft.com/office/powerpoint/2010/main" val="3533803179"/>
              </p:ext>
            </p:extLst>
          </p:nvPr>
        </p:nvGraphicFramePr>
        <p:xfrm>
          <a:off x="1134292" y="4835936"/>
          <a:ext cx="10324283" cy="1201106"/>
        </p:xfrm>
        <a:graphic>
          <a:graphicData uri="http://schemas.openxmlformats.org/drawingml/2006/table">
            <a:tbl>
              <a:tblPr bandRow="1">
                <a:tableStyleId>{5C22544A-7EE6-4342-B048-85BDC9FD1C3A}</a:tableStyleId>
              </a:tblPr>
              <a:tblGrid>
                <a:gridCol w="2176769">
                  <a:extLst>
                    <a:ext uri="{9D8B030D-6E8A-4147-A177-3AD203B41FA5}">
                      <a16:colId xmlns:a16="http://schemas.microsoft.com/office/drawing/2014/main" val="1609363122"/>
                    </a:ext>
                  </a:extLst>
                </a:gridCol>
                <a:gridCol w="2566012">
                  <a:extLst>
                    <a:ext uri="{9D8B030D-6E8A-4147-A177-3AD203B41FA5}">
                      <a16:colId xmlns:a16="http://schemas.microsoft.com/office/drawing/2014/main" val="2414861354"/>
                    </a:ext>
                  </a:extLst>
                </a:gridCol>
                <a:gridCol w="2676514">
                  <a:extLst>
                    <a:ext uri="{9D8B030D-6E8A-4147-A177-3AD203B41FA5}">
                      <a16:colId xmlns:a16="http://schemas.microsoft.com/office/drawing/2014/main" val="3237403303"/>
                    </a:ext>
                  </a:extLst>
                </a:gridCol>
                <a:gridCol w="2904988">
                  <a:extLst>
                    <a:ext uri="{9D8B030D-6E8A-4147-A177-3AD203B41FA5}">
                      <a16:colId xmlns:a16="http://schemas.microsoft.com/office/drawing/2014/main" val="128837621"/>
                    </a:ext>
                  </a:extLst>
                </a:gridCol>
              </a:tblGrid>
              <a:tr h="234890">
                <a:tc>
                  <a:txBody>
                    <a:bodyPr/>
                    <a:lstStyle/>
                    <a:p>
                      <a:pPr algn="ctr"/>
                      <a:r>
                        <a:rPr lang="en-US" sz="1100" b="0" i="1"/>
                        <a:t>Sep’25- Dec’25</a:t>
                      </a:r>
                    </a:p>
                  </a:txBody>
                  <a:tcPr>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100" b="0" i="1"/>
                        <a:t>Dec’25-Apr’26</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100" b="0" i="1"/>
                        <a:t>Apr’26-Jul’26</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100" b="0" i="1"/>
                        <a:t>Jul’26-TBD</a:t>
                      </a:r>
                    </a:p>
                  </a:txBody>
                  <a:tcPr>
                    <a:lnL w="19050" cap="flat" cmpd="sng" algn="ctr">
                      <a:solidFill>
                        <a:schemeClr val="bg1">
                          <a:lumMod val="85000"/>
                        </a:schemeClr>
                      </a:solidFill>
                      <a:prstDash val="solid"/>
                      <a:round/>
                      <a:headEnd type="none" w="med" len="med"/>
                      <a:tailEnd type="none" w="med" len="med"/>
                    </a:lnL>
                    <a:lnB w="28575" cap="flat" cmpd="sng" algn="ctr">
                      <a:noFill/>
                      <a:prstDash val="solid"/>
                      <a:round/>
                      <a:headEnd type="none" w="med" len="med"/>
                      <a:tailEnd type="none" w="med" len="med"/>
                    </a:lnB>
                    <a:noFill/>
                  </a:tcPr>
                </a:tc>
                <a:extLst>
                  <a:ext uri="{0D108BD9-81ED-4DB2-BD59-A6C34878D82A}">
                    <a16:rowId xmlns:a16="http://schemas.microsoft.com/office/drawing/2014/main" val="413795598"/>
                  </a:ext>
                </a:extLst>
              </a:tr>
              <a:tr h="942026">
                <a:tc>
                  <a:txBody>
                    <a:bodyPr/>
                    <a:lstStyle/>
                    <a:p>
                      <a:pPr marL="171450" indent="-171450">
                        <a:spcAft>
                          <a:spcPts val="600"/>
                        </a:spcAft>
                        <a:buFont typeface="Arial" panose="020B0604020202020204" pitchFamily="34" charset="0"/>
                        <a:buChar char="•"/>
                      </a:pPr>
                      <a:r>
                        <a:rPr lang="en-US" sz="1100" b="0">
                          <a:latin typeface="+mn-lt"/>
                        </a:rPr>
                        <a:t>Live for </a:t>
                      </a:r>
                      <a:r>
                        <a:rPr lang="en-US" sz="1100" b="1">
                          <a:latin typeface="+mn-lt"/>
                        </a:rPr>
                        <a:t>Prospecting and ATC cases</a:t>
                      </a:r>
                    </a:p>
                  </a:txBody>
                  <a:tcPr>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0">
                          <a:latin typeface="+mn-lt"/>
                        </a:rPr>
                        <a:t>Live for </a:t>
                      </a:r>
                      <a:r>
                        <a:rPr kumimoji="0" lang="en-US" sz="1100" b="1"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DM/HQ, OOB, USI field, Attribute updates</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 (preliminary)</a:t>
                      </a:r>
                      <a:endParaRPr kumimoji="0" lang="en-US" sz="1100" b="0" i="0" u="none" strike="noStrike" kern="0" cap="none" spc="0" normalizeH="0" baseline="3000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 </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(partial)</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GE Agents </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for OOB, DM/HQ, Attribute &amp; WWS seg update</a:t>
                      </a:r>
                      <a:endPar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indent="-171450">
                        <a:spcAft>
                          <a:spcPts val="600"/>
                        </a:spcAft>
                        <a:buFont typeface="Arial" panose="020B0604020202020204" pitchFamily="34" charset="0"/>
                        <a:buChar char="•"/>
                      </a:pPr>
                      <a:r>
                        <a:rPr lang="en-US" sz="1100" b="1">
                          <a:latin typeface="+mn-lt"/>
                        </a:rPr>
                        <a:t>OPTIX cloud hosting</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Integrate </a:t>
                      </a: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Gemini API</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 into OPTIX code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Zero-touch resolution </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via iSell Chatbot with Human-in-the-Loop governance</a:t>
                      </a:r>
                    </a:p>
                  </a:txBody>
                  <a:tcPr>
                    <a:lnL w="19050" cap="flat" cmpd="sng" algn="ctr">
                      <a:solidFill>
                        <a:schemeClr val="bg1">
                          <a:lumMod val="85000"/>
                        </a:schemeClr>
                      </a:solidFill>
                      <a:prstDash val="solid"/>
                      <a:round/>
                      <a:headEnd type="none" w="med" len="med"/>
                      <a:tailEnd type="none" w="med" len="med"/>
                    </a:lnL>
                    <a:lnT w="28575" cap="flat" cmpd="sng" algn="ctr">
                      <a:noFill/>
                      <a:prstDash val="solid"/>
                      <a:round/>
                      <a:headEnd type="none" w="med" len="med"/>
                      <a:tailEnd type="none" w="med" len="med"/>
                    </a:lnT>
                    <a:noFill/>
                  </a:tcPr>
                </a:tc>
                <a:extLst>
                  <a:ext uri="{0D108BD9-81ED-4DB2-BD59-A6C34878D82A}">
                    <a16:rowId xmlns:a16="http://schemas.microsoft.com/office/drawing/2014/main" val="631355567"/>
                  </a:ext>
                </a:extLst>
              </a:tr>
            </a:tbl>
          </a:graphicData>
        </a:graphic>
      </p:graphicFrame>
      <p:sp>
        <p:nvSpPr>
          <p:cNvPr id="154" name="Rectangle: Rounded Corners 153">
            <a:extLst>
              <a:ext uri="{FF2B5EF4-FFF2-40B4-BE49-F238E27FC236}">
                <a16:creationId xmlns:a16="http://schemas.microsoft.com/office/drawing/2014/main" id="{B6366CB9-4CBC-2904-2F81-E97908E3AF0D}"/>
              </a:ext>
            </a:extLst>
          </p:cNvPr>
          <p:cNvSpPr/>
          <p:nvPr/>
        </p:nvSpPr>
        <p:spPr>
          <a:xfrm>
            <a:off x="599742" y="4450193"/>
            <a:ext cx="11020758" cy="1569607"/>
          </a:xfrm>
          <a:prstGeom prst="roundRect">
            <a:avLst>
              <a:gd name="adj" fmla="val 0"/>
            </a:avLst>
          </a:prstGeom>
          <a:noFill/>
          <a:ln>
            <a:solidFill>
              <a:srgbClr val="E7E6E6"/>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56000" tIns="38100" rIns="88900" bIns="381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1" i="0" u="none" strike="noStrike" kern="0" cap="none" spc="0" normalizeH="0" baseline="0" noProof="0">
              <a:ln>
                <a:noFill/>
              </a:ln>
              <a:solidFill>
                <a:srgbClr val="333333"/>
              </a:solidFill>
              <a:effectLst/>
              <a:uLnTx/>
              <a:uFillTx/>
              <a:ea typeface="+mn-ea"/>
              <a:cs typeface="+mn-cs"/>
            </a:endParaRPr>
          </a:p>
        </p:txBody>
      </p:sp>
    </p:spTree>
    <p:extLst>
      <p:ext uri="{BB962C8B-B14F-4D97-AF65-F5344CB8AC3E}">
        <p14:creationId xmlns:p14="http://schemas.microsoft.com/office/powerpoint/2010/main" val="2722600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50E7B43-CE69-4A56-773D-985FE27C261C}"/>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61DFD6EA-2F8B-960B-9B9A-175AA07BA8A4}"/>
              </a:ext>
            </a:extLst>
          </p:cNvPr>
          <p:cNvSpPr/>
          <p:nvPr/>
        </p:nvSpPr>
        <p:spPr>
          <a:xfrm>
            <a:off x="525258" y="1145393"/>
            <a:ext cx="11067915" cy="4979022"/>
          </a:xfrm>
          <a:prstGeom prst="roundRect">
            <a:avLst>
              <a:gd name="adj" fmla="val 1490"/>
            </a:avLst>
          </a:prstGeom>
          <a:solidFill>
            <a:srgbClr val="F2F2F2"/>
          </a:solidFill>
          <a:ln>
            <a:solidFill>
              <a:srgbClr val="E7E6E6"/>
            </a:solidFill>
          </a:ln>
        </p:spPr>
        <p:style>
          <a:lnRef idx="2">
            <a:schemeClr val="accent1">
              <a:shade val="15000"/>
            </a:schemeClr>
          </a:lnRef>
          <a:fillRef idx="1">
            <a:schemeClr val="accent1"/>
          </a:fillRef>
          <a:effectRef idx="0">
            <a:schemeClr val="accent1"/>
          </a:effectRef>
          <a:fontRef idx="minor">
            <a:schemeClr val="lt1"/>
          </a:fontRef>
        </p:style>
        <p:txBody>
          <a:bodyPr lIns="1656000" rtlCol="0" anchor="ct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333333"/>
              </a:solidFill>
              <a:effectLst/>
              <a:uLnTx/>
              <a:uFillTx/>
              <a:latin typeface="FedEx Sans Regular"/>
              <a:ea typeface="+mn-ea"/>
              <a:cs typeface="+mn-cs"/>
            </a:endParaRPr>
          </a:p>
        </p:txBody>
      </p:sp>
      <p:sp>
        <p:nvSpPr>
          <p:cNvPr id="2" name="Title 1">
            <a:extLst>
              <a:ext uri="{FF2B5EF4-FFF2-40B4-BE49-F238E27FC236}">
                <a16:creationId xmlns:a16="http://schemas.microsoft.com/office/drawing/2014/main" id="{5FA720F9-66A1-0311-3F27-FA51F24DF422}"/>
              </a:ext>
            </a:extLst>
          </p:cNvPr>
          <p:cNvSpPr>
            <a:spLocks noGrp="1"/>
          </p:cNvSpPr>
          <p:nvPr>
            <p:ph type="title"/>
          </p:nvPr>
        </p:nvSpPr>
        <p:spPr>
          <a:xfrm>
            <a:off x="552584" y="43349"/>
            <a:ext cx="9176766" cy="605028"/>
          </a:xfrm>
        </p:spPr>
        <p:txBody>
          <a:bodyPr/>
          <a:lstStyle/>
          <a:p>
            <a:r>
              <a:rPr lang="en-US" b="1"/>
              <a:t>OPTIX Recap:    </a:t>
            </a:r>
            <a:r>
              <a:rPr lang="en-US"/>
              <a:t> </a:t>
            </a:r>
            <a:endParaRPr lang="en-IN"/>
          </a:p>
        </p:txBody>
      </p:sp>
      <p:sp>
        <p:nvSpPr>
          <p:cNvPr id="3" name="Slide Number Placeholder 11">
            <a:extLst>
              <a:ext uri="{FF2B5EF4-FFF2-40B4-BE49-F238E27FC236}">
                <a16:creationId xmlns:a16="http://schemas.microsoft.com/office/drawing/2014/main" id="{2F8C7762-6347-9CA4-3E96-BF3D7ED20AE2}"/>
              </a:ext>
            </a:extLst>
          </p:cNvPr>
          <p:cNvSpPr txBox="1">
            <a:spLocks/>
          </p:cNvSpPr>
          <p:nvPr/>
        </p:nvSpPr>
        <p:spPr>
          <a:xfrm>
            <a:off x="9982200" y="6374928"/>
            <a:ext cx="1638300" cy="219635"/>
          </a:xfrm>
          <a:prstGeom prst="rect">
            <a:avLst/>
          </a:prstGeom>
        </p:spPr>
        <p:txBody>
          <a:bodyPr vert="horz" lIns="0" tIns="0" rIns="0" bIns="0" rtlCol="0" anchor="ctr" anchorCtr="0"/>
          <a:lstStyle>
            <a:defPPr>
              <a:defRPr lang="en-US"/>
            </a:defPPr>
            <a:lvl1pPr algn="r">
              <a:defRPr sz="800">
                <a:solidFill>
                  <a:schemeClr val="bg1"/>
                </a:solidFill>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pPr marL="0" marR="0" lvl="0" indent="0" algn="r" defTabSz="914400" rtl="0" eaLnBrk="1" fontAlgn="auto" latinLnBrk="0" hangingPunct="1">
              <a:lnSpc>
                <a:spcPct val="100000"/>
              </a:lnSpc>
              <a:spcBef>
                <a:spcPts val="0"/>
              </a:spcBef>
              <a:spcAft>
                <a:spcPts val="600"/>
              </a:spcAft>
              <a:buClrTx/>
              <a:buSzTx/>
              <a:buFontTx/>
              <a:buNone/>
              <a:tabLst/>
              <a:defRPr/>
            </a:pPr>
            <a:fld id="{64B53FD8-04EE-4F67-B5CA-77D45BC12F90}" type="slidenum">
              <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4" name="Text Placeholder 6">
            <a:extLst>
              <a:ext uri="{FF2B5EF4-FFF2-40B4-BE49-F238E27FC236}">
                <a16:creationId xmlns:a16="http://schemas.microsoft.com/office/drawing/2014/main" id="{7F020F5A-8A4A-1134-51F6-E247FA9D554D}"/>
              </a:ext>
            </a:extLst>
          </p:cNvPr>
          <p:cNvSpPr txBox="1">
            <a:spLocks/>
          </p:cNvSpPr>
          <p:nvPr/>
        </p:nvSpPr>
        <p:spPr>
          <a:xfrm>
            <a:off x="6494529" y="6113810"/>
            <a:ext cx="5477573" cy="72038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800" b="1"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Note :</a:t>
            </a:r>
            <a:endParaRPr kumimoji="0" lang="en-US" sz="800" b="0"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0" cap="none" spc="0" normalizeH="0" baseline="0" noProof="0">
                <a:ln>
                  <a:noFill/>
                </a:ln>
                <a:solidFill>
                  <a:srgbClr val="333333"/>
                </a:solidFill>
                <a:effectLst/>
                <a:uLnTx/>
                <a:uFillTx/>
                <a:latin typeface="FedEx Sans Regular"/>
                <a:ea typeface="FedEx Sans" panose="020B0603020203020204" pitchFamily="34" charset="0"/>
                <a:cs typeface="FedEx Sans" panose="020B0603020203020204" pitchFamily="34" charset="0"/>
              </a:rPr>
              <a:t>Optix code undergoing updates post TP&amp;O policy and case intake form changes</a:t>
            </a: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0" cap="none" spc="0" normalizeH="0" baseline="0" noProof="0">
                <a:ln>
                  <a:noFill/>
                </a:ln>
                <a:solidFill>
                  <a:srgbClr val="333333"/>
                </a:solidFill>
                <a:effectLst/>
                <a:uLnTx/>
                <a:uFillTx/>
                <a:latin typeface="FedEx Sans Regular"/>
                <a:ea typeface="FedEx Sans" panose="020B0603020203020204" pitchFamily="34" charset="0"/>
                <a:cs typeface="FedEx Sans" panose="020B0603020203020204" pitchFamily="34" charset="0"/>
              </a:rPr>
              <a:t>These case categories are live for </a:t>
            </a:r>
            <a:r>
              <a:rPr kumimoji="0" lang="en-US" sz="8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research-only processing, with end-to-end resolution enabled after Gemini-API integration</a:t>
            </a: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Efficiency gain calculated for only Prospecting and Adjust Potential cases in Dec’25</a:t>
            </a: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0" cap="none" spc="0" normalizeH="0" baseline="0" noProof="0">
                <a:ln>
                  <a:noFill/>
                </a:ln>
                <a:solidFill>
                  <a:srgbClr val="333333"/>
                </a:solidFill>
                <a:effectLst/>
                <a:uLnTx/>
                <a:uFillTx/>
                <a:latin typeface="FedEx Sans Regular"/>
                <a:ea typeface="FedEx Sans" panose="020B0603020203020204" pitchFamily="34" charset="0"/>
                <a:cs typeface="FedEx Sans" panose="020B0603020203020204" pitchFamily="34" charset="0"/>
              </a:rPr>
              <a:t>Gemini API integration dependent on AI-UC prioritization</a:t>
            </a: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a:t>
            </a:r>
            <a:endParaRPr kumimoji="0" lang="en-IN" sz="1000" b="0"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54" name="Rectangle: Rounded Corners 153">
            <a:extLst>
              <a:ext uri="{FF2B5EF4-FFF2-40B4-BE49-F238E27FC236}">
                <a16:creationId xmlns:a16="http://schemas.microsoft.com/office/drawing/2014/main" id="{979539CB-92EB-A1EA-921B-33B9CB37933B}"/>
              </a:ext>
            </a:extLst>
          </p:cNvPr>
          <p:cNvSpPr/>
          <p:nvPr/>
        </p:nvSpPr>
        <p:spPr>
          <a:xfrm>
            <a:off x="592852" y="4450194"/>
            <a:ext cx="10909371" cy="1620386"/>
          </a:xfrm>
          <a:prstGeom prst="roundRect">
            <a:avLst>
              <a:gd name="adj" fmla="val 8213"/>
            </a:avLst>
          </a:prstGeom>
          <a:solidFill>
            <a:schemeClr val="bg1"/>
          </a:solidFill>
          <a:ln>
            <a:solidFill>
              <a:srgbClr val="E7E6E6"/>
            </a:solidFill>
          </a:ln>
        </p:spPr>
        <p:style>
          <a:lnRef idx="2">
            <a:schemeClr val="accent1">
              <a:shade val="15000"/>
            </a:schemeClr>
          </a:lnRef>
          <a:fillRef idx="1">
            <a:schemeClr val="accent1"/>
          </a:fillRef>
          <a:effectRef idx="0">
            <a:schemeClr val="accent1"/>
          </a:effectRef>
          <a:fontRef idx="minor">
            <a:schemeClr val="lt1"/>
          </a:fontRef>
        </p:style>
        <p:txBody>
          <a:bodyPr lIns="756000" tIns="38100" rIns="88900" bIns="381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1" i="0" u="none" strike="noStrike" kern="0" cap="none" spc="0" normalizeH="0" baseline="0" noProof="0">
              <a:ln>
                <a:noFill/>
              </a:ln>
              <a:solidFill>
                <a:srgbClr val="333333"/>
              </a:solidFill>
              <a:effectLst/>
              <a:uLnTx/>
              <a:uFillTx/>
              <a:latin typeface="FedEx Sans Regular"/>
              <a:ea typeface="+mn-ea"/>
              <a:cs typeface="+mn-cs"/>
            </a:endParaRPr>
          </a:p>
        </p:txBody>
      </p:sp>
      <p:sp>
        <p:nvSpPr>
          <p:cNvPr id="158" name="Text Placeholder 105">
            <a:extLst>
              <a:ext uri="{FF2B5EF4-FFF2-40B4-BE49-F238E27FC236}">
                <a16:creationId xmlns:a16="http://schemas.microsoft.com/office/drawing/2014/main" id="{7022349F-93AB-6855-5553-BC361D7A70ED}"/>
              </a:ext>
            </a:extLst>
          </p:cNvPr>
          <p:cNvSpPr txBox="1">
            <a:spLocks/>
          </p:cNvSpPr>
          <p:nvPr/>
        </p:nvSpPr>
        <p:spPr>
          <a:xfrm>
            <a:off x="877036" y="5358984"/>
            <a:ext cx="715980"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Optix Kick Off</a:t>
            </a:r>
          </a:p>
        </p:txBody>
      </p:sp>
      <p:sp>
        <p:nvSpPr>
          <p:cNvPr id="159" name="TextBox 158">
            <a:extLst>
              <a:ext uri="{FF2B5EF4-FFF2-40B4-BE49-F238E27FC236}">
                <a16:creationId xmlns:a16="http://schemas.microsoft.com/office/drawing/2014/main" id="{77C021C1-1FDE-BC03-D088-22CDB3389591}"/>
              </a:ext>
            </a:extLst>
          </p:cNvPr>
          <p:cNvSpPr txBox="1"/>
          <p:nvPr/>
        </p:nvSpPr>
        <p:spPr>
          <a:xfrm>
            <a:off x="942105" y="4850163"/>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Sep’25</a:t>
            </a:r>
          </a:p>
        </p:txBody>
      </p:sp>
      <p:sp>
        <p:nvSpPr>
          <p:cNvPr id="161" name="TextBox 160">
            <a:extLst>
              <a:ext uri="{FF2B5EF4-FFF2-40B4-BE49-F238E27FC236}">
                <a16:creationId xmlns:a16="http://schemas.microsoft.com/office/drawing/2014/main" id="{23DFB57A-197F-9BAA-8584-40EC39955F4A}"/>
              </a:ext>
            </a:extLst>
          </p:cNvPr>
          <p:cNvSpPr txBox="1"/>
          <p:nvPr/>
        </p:nvSpPr>
        <p:spPr>
          <a:xfrm>
            <a:off x="3025990" y="4842692"/>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Dec’25</a:t>
            </a:r>
          </a:p>
        </p:txBody>
      </p:sp>
      <p:sp>
        <p:nvSpPr>
          <p:cNvPr id="162" name="Text Placeholder 105">
            <a:extLst>
              <a:ext uri="{FF2B5EF4-FFF2-40B4-BE49-F238E27FC236}">
                <a16:creationId xmlns:a16="http://schemas.microsoft.com/office/drawing/2014/main" id="{10325839-B5E2-BF11-5008-58A908A096B1}"/>
              </a:ext>
            </a:extLst>
          </p:cNvPr>
          <p:cNvSpPr txBox="1">
            <a:spLocks/>
          </p:cNvSpPr>
          <p:nvPr/>
        </p:nvSpPr>
        <p:spPr>
          <a:xfrm>
            <a:off x="3609701" y="5366340"/>
            <a:ext cx="1432488"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 for cases</a:t>
            </a:r>
            <a:r>
              <a:rPr kumimoji="0" lang="en-US" sz="1000" b="0" i="0" u="none" strike="noStrike" kern="1200" cap="none" spc="0" normalizeH="0" baseline="3200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2</a:t>
            </a: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DM/HQ, OOB, USI field, Attribute updates</a:t>
            </a:r>
            <a:r>
              <a:rPr kumimoji="0" lang="en-US" sz="1000" b="1" i="0" u="none" strike="noStrike" kern="0" cap="none" spc="0" normalizeH="0" baseline="3000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 </a:t>
            </a:r>
            <a:endParaRPr kumimoji="0" lang="en-US" sz="1000" b="1"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63" name="TextBox 162">
            <a:extLst>
              <a:ext uri="{FF2B5EF4-FFF2-40B4-BE49-F238E27FC236}">
                <a16:creationId xmlns:a16="http://schemas.microsoft.com/office/drawing/2014/main" id="{58DB98A2-05D0-D8D0-46F0-ABCAF998DCC2}"/>
              </a:ext>
            </a:extLst>
          </p:cNvPr>
          <p:cNvSpPr txBox="1"/>
          <p:nvPr/>
        </p:nvSpPr>
        <p:spPr>
          <a:xfrm>
            <a:off x="5102147" y="4861868"/>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Apr’26</a:t>
            </a:r>
          </a:p>
        </p:txBody>
      </p:sp>
      <p:sp>
        <p:nvSpPr>
          <p:cNvPr id="172" name="Text Placeholder 105">
            <a:extLst>
              <a:ext uri="{FF2B5EF4-FFF2-40B4-BE49-F238E27FC236}">
                <a16:creationId xmlns:a16="http://schemas.microsoft.com/office/drawing/2014/main" id="{7733DD1D-4AD5-E53D-AFBF-AF2CD8BE13E0}"/>
              </a:ext>
            </a:extLst>
          </p:cNvPr>
          <p:cNvSpPr txBox="1">
            <a:spLocks/>
          </p:cNvSpPr>
          <p:nvPr/>
        </p:nvSpPr>
        <p:spPr>
          <a:xfrm>
            <a:off x="7088191" y="5316074"/>
            <a:ext cx="1188385"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Cloud Hosting: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Deployment of Optix on python server</a:t>
            </a:r>
            <a:endParaRPr kumimoji="0" lang="en-US" sz="1000" b="0"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78" name="TextBox 177">
            <a:extLst>
              <a:ext uri="{FF2B5EF4-FFF2-40B4-BE49-F238E27FC236}">
                <a16:creationId xmlns:a16="http://schemas.microsoft.com/office/drawing/2014/main" id="{6D7B6634-CCFE-EC51-86C6-3FE5F612848D}"/>
              </a:ext>
            </a:extLst>
          </p:cNvPr>
          <p:cNvSpPr txBox="1"/>
          <p:nvPr/>
        </p:nvSpPr>
        <p:spPr>
          <a:xfrm>
            <a:off x="3977291" y="4857336"/>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Regular"/>
                <a:ea typeface="+mn-ea"/>
                <a:cs typeface="+mn-cs"/>
              </a:rPr>
              <a:t>Mar</a:t>
            </a: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’26</a:t>
            </a:r>
          </a:p>
        </p:txBody>
      </p:sp>
      <p:sp>
        <p:nvSpPr>
          <p:cNvPr id="179" name="Text Placeholder 105">
            <a:extLst>
              <a:ext uri="{FF2B5EF4-FFF2-40B4-BE49-F238E27FC236}">
                <a16:creationId xmlns:a16="http://schemas.microsoft.com/office/drawing/2014/main" id="{641251F1-AFB1-A219-26F8-357C2E9B1CF7}"/>
              </a:ext>
            </a:extLst>
          </p:cNvPr>
          <p:cNvSpPr txBox="1">
            <a:spLocks/>
          </p:cNvSpPr>
          <p:nvPr/>
        </p:nvSpPr>
        <p:spPr>
          <a:xfrm>
            <a:off x="1801282" y="5351697"/>
            <a:ext cx="960109"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 for </a:t>
            </a: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Prospecting cases</a:t>
            </a:r>
            <a:endPar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80" name="Text Placeholder 105">
            <a:extLst>
              <a:ext uri="{FF2B5EF4-FFF2-40B4-BE49-F238E27FC236}">
                <a16:creationId xmlns:a16="http://schemas.microsoft.com/office/drawing/2014/main" id="{6290DB64-103D-B252-2D2C-B506888EA756}"/>
              </a:ext>
            </a:extLst>
          </p:cNvPr>
          <p:cNvSpPr txBox="1">
            <a:spLocks/>
          </p:cNvSpPr>
          <p:nvPr/>
        </p:nvSpPr>
        <p:spPr>
          <a:xfrm>
            <a:off x="4893217" y="5361850"/>
            <a:ext cx="1112120"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Feedback Form &amp; AUR Automation </a:t>
            </a:r>
            <a:endParaRPr kumimoji="0" lang="en-US" sz="1000" b="0"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84" name="TextBox 183">
            <a:extLst>
              <a:ext uri="{FF2B5EF4-FFF2-40B4-BE49-F238E27FC236}">
                <a16:creationId xmlns:a16="http://schemas.microsoft.com/office/drawing/2014/main" id="{1503C2B2-EC12-7901-2667-D2096A72332E}"/>
              </a:ext>
            </a:extLst>
          </p:cNvPr>
          <p:cNvSpPr txBox="1"/>
          <p:nvPr/>
        </p:nvSpPr>
        <p:spPr>
          <a:xfrm>
            <a:off x="7389666" y="4845256"/>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Jul’26</a:t>
            </a:r>
          </a:p>
        </p:txBody>
      </p:sp>
      <p:sp>
        <p:nvSpPr>
          <p:cNvPr id="185" name="Text Placeholder 105">
            <a:extLst>
              <a:ext uri="{FF2B5EF4-FFF2-40B4-BE49-F238E27FC236}">
                <a16:creationId xmlns:a16="http://schemas.microsoft.com/office/drawing/2014/main" id="{61CD9DE1-4635-23F6-03A6-F09670E83F14}"/>
              </a:ext>
            </a:extLst>
          </p:cNvPr>
          <p:cNvSpPr txBox="1">
            <a:spLocks/>
          </p:cNvSpPr>
          <p:nvPr/>
        </p:nvSpPr>
        <p:spPr>
          <a:xfrm>
            <a:off x="2813443" y="5351513"/>
            <a:ext cx="814784"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 for </a:t>
            </a: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Adjust Potential cases</a:t>
            </a:r>
            <a:endPar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86" name="TextBox 185">
            <a:extLst>
              <a:ext uri="{FF2B5EF4-FFF2-40B4-BE49-F238E27FC236}">
                <a16:creationId xmlns:a16="http://schemas.microsoft.com/office/drawing/2014/main" id="{4F28BC11-1142-C901-C92A-756CA062227E}"/>
              </a:ext>
            </a:extLst>
          </p:cNvPr>
          <p:cNvSpPr txBox="1"/>
          <p:nvPr/>
        </p:nvSpPr>
        <p:spPr>
          <a:xfrm>
            <a:off x="1940090" y="4842876"/>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Nov’25</a:t>
            </a:r>
          </a:p>
        </p:txBody>
      </p:sp>
      <p:sp>
        <p:nvSpPr>
          <p:cNvPr id="6" name="Rectangle 5">
            <a:extLst>
              <a:ext uri="{FF2B5EF4-FFF2-40B4-BE49-F238E27FC236}">
                <a16:creationId xmlns:a16="http://schemas.microsoft.com/office/drawing/2014/main" id="{380683AC-0E64-F491-A6DA-E3513DA205BF}"/>
              </a:ext>
            </a:extLst>
          </p:cNvPr>
          <p:cNvSpPr/>
          <p:nvPr/>
        </p:nvSpPr>
        <p:spPr>
          <a:xfrm>
            <a:off x="684266" y="5943125"/>
            <a:ext cx="76992" cy="61645"/>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7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0" name="Text Placeholder 105">
            <a:extLst>
              <a:ext uri="{FF2B5EF4-FFF2-40B4-BE49-F238E27FC236}">
                <a16:creationId xmlns:a16="http://schemas.microsoft.com/office/drawing/2014/main" id="{FBD6DAC1-B75D-5A77-9D9B-86C0D3117CFB}"/>
              </a:ext>
            </a:extLst>
          </p:cNvPr>
          <p:cNvSpPr txBox="1">
            <a:spLocks/>
          </p:cNvSpPr>
          <p:nvPr/>
        </p:nvSpPr>
        <p:spPr>
          <a:xfrm>
            <a:off x="717201" y="5877250"/>
            <a:ext cx="960109" cy="24261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a:t>
            </a:r>
          </a:p>
        </p:txBody>
      </p:sp>
      <p:sp>
        <p:nvSpPr>
          <p:cNvPr id="12" name="Rectangle 11">
            <a:extLst>
              <a:ext uri="{FF2B5EF4-FFF2-40B4-BE49-F238E27FC236}">
                <a16:creationId xmlns:a16="http://schemas.microsoft.com/office/drawing/2014/main" id="{4A02BE5C-FC53-797D-25E7-35A59A1B954C}"/>
              </a:ext>
            </a:extLst>
          </p:cNvPr>
          <p:cNvSpPr/>
          <p:nvPr/>
        </p:nvSpPr>
        <p:spPr>
          <a:xfrm>
            <a:off x="1069469" y="5943125"/>
            <a:ext cx="76992" cy="616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7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5" name="Text Placeholder 105">
            <a:extLst>
              <a:ext uri="{FF2B5EF4-FFF2-40B4-BE49-F238E27FC236}">
                <a16:creationId xmlns:a16="http://schemas.microsoft.com/office/drawing/2014/main" id="{F61CC5A2-0810-990D-30DC-15A521169521}"/>
              </a:ext>
            </a:extLst>
          </p:cNvPr>
          <p:cNvSpPr txBox="1">
            <a:spLocks/>
          </p:cNvSpPr>
          <p:nvPr/>
        </p:nvSpPr>
        <p:spPr>
          <a:xfrm>
            <a:off x="1096130" y="5877250"/>
            <a:ext cx="960109" cy="24261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In Progress</a:t>
            </a:r>
          </a:p>
        </p:txBody>
      </p:sp>
      <p:sp>
        <p:nvSpPr>
          <p:cNvPr id="18" name="TextBox 17">
            <a:extLst>
              <a:ext uri="{FF2B5EF4-FFF2-40B4-BE49-F238E27FC236}">
                <a16:creationId xmlns:a16="http://schemas.microsoft.com/office/drawing/2014/main" id="{890D6483-F62F-875F-3E70-F3823C0C1667}"/>
              </a:ext>
            </a:extLst>
          </p:cNvPr>
          <p:cNvSpPr txBox="1"/>
          <p:nvPr/>
        </p:nvSpPr>
        <p:spPr>
          <a:xfrm>
            <a:off x="577229" y="566852"/>
            <a:ext cx="11182449"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1" u="none" strike="noStrike" kern="1200" cap="none" spc="0" normalizeH="0" baseline="0" noProof="0">
                <a:ln>
                  <a:noFill/>
                </a:ln>
                <a:solidFill>
                  <a:srgbClr val="333333"/>
                </a:solidFill>
                <a:effectLst/>
                <a:uLnTx/>
                <a:uFillTx/>
                <a:latin typeface="FedEx Sans Regular"/>
                <a:ea typeface="+mn-ea"/>
                <a:cs typeface="+mn-cs"/>
              </a:rPr>
              <a:t>“do more with </a:t>
            </a:r>
            <a:r>
              <a:rPr kumimoji="0" lang="en-US" sz="1100" b="0" i="1" u="none" strike="noStrike" kern="1200" cap="none" spc="0" normalizeH="0" baseline="0" noProof="0" err="1">
                <a:ln>
                  <a:noFill/>
                </a:ln>
                <a:solidFill>
                  <a:srgbClr val="333333"/>
                </a:solidFill>
                <a:effectLst/>
                <a:uLnTx/>
                <a:uFillTx/>
                <a:latin typeface="FedEx Sans Regular"/>
                <a:ea typeface="+mn-ea"/>
                <a:cs typeface="+mn-cs"/>
              </a:rPr>
              <a:t>lesss</a:t>
            </a:r>
            <a:r>
              <a:rPr kumimoji="0" lang="en-US" sz="1100" b="0" i="1" u="none" strike="noStrike" kern="1200" cap="none" spc="0" normalizeH="0" baseline="0" noProof="0">
                <a:ln>
                  <a:noFill/>
                </a:ln>
                <a:solidFill>
                  <a:srgbClr val="333333"/>
                </a:solidFill>
                <a:effectLst/>
                <a:uLnTx/>
                <a:uFillTx/>
                <a:latin typeface="FedEx Sans Regular"/>
                <a:ea typeface="+mn-ea"/>
                <a:cs typeface="+mn-cs"/>
              </a:rPr>
              <a:t>” “elevate”</a:t>
            </a:r>
          </a:p>
        </p:txBody>
      </p:sp>
      <p:sp>
        <p:nvSpPr>
          <p:cNvPr id="5" name="Rectangle 4">
            <a:extLst>
              <a:ext uri="{FF2B5EF4-FFF2-40B4-BE49-F238E27FC236}">
                <a16:creationId xmlns:a16="http://schemas.microsoft.com/office/drawing/2014/main" id="{49F452D4-DC25-E629-08D2-A80A9F11C615}"/>
              </a:ext>
            </a:extLst>
          </p:cNvPr>
          <p:cNvSpPr/>
          <p:nvPr/>
        </p:nvSpPr>
        <p:spPr>
          <a:xfrm>
            <a:off x="9718224" y="4473637"/>
            <a:ext cx="1776321" cy="1594663"/>
          </a:xfrm>
          <a:prstGeom prst="rect">
            <a:avLst/>
          </a:prstGeom>
          <a:solidFill>
            <a:schemeClr val="bg1">
              <a:lumMod val="95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pic>
        <p:nvPicPr>
          <p:cNvPr id="22" name="Graphic 21" descr="Race Flag with solid fill">
            <a:extLst>
              <a:ext uri="{FF2B5EF4-FFF2-40B4-BE49-F238E27FC236}">
                <a16:creationId xmlns:a16="http://schemas.microsoft.com/office/drawing/2014/main" id="{10AC57C6-4E67-28D4-9EFB-06E751BA54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51795" y="4678748"/>
            <a:ext cx="518762" cy="518762"/>
          </a:xfrm>
          <a:prstGeom prst="rect">
            <a:avLst/>
          </a:prstGeom>
        </p:spPr>
      </p:pic>
      <p:sp>
        <p:nvSpPr>
          <p:cNvPr id="27" name="TextBox 26">
            <a:extLst>
              <a:ext uri="{FF2B5EF4-FFF2-40B4-BE49-F238E27FC236}">
                <a16:creationId xmlns:a16="http://schemas.microsoft.com/office/drawing/2014/main" id="{77CD07F2-1C9D-5DDF-9930-373239070F87}"/>
              </a:ext>
            </a:extLst>
          </p:cNvPr>
          <p:cNvSpPr txBox="1"/>
          <p:nvPr/>
        </p:nvSpPr>
        <p:spPr>
          <a:xfrm>
            <a:off x="10340132" y="4829054"/>
            <a:ext cx="931238"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1" i="0" u="none" strike="noStrike" kern="1200" cap="none" spc="0" normalizeH="0" baseline="0" noProof="0">
                <a:ln>
                  <a:noFill/>
                </a:ln>
                <a:solidFill>
                  <a:srgbClr val="333333"/>
                </a:solidFill>
                <a:effectLst/>
                <a:uLnTx/>
                <a:uFillTx/>
                <a:latin typeface="FedEx Sans Regular"/>
                <a:ea typeface="+mn-ea"/>
                <a:cs typeface="+mn-cs"/>
              </a:rPr>
              <a:t>TBD</a:t>
            </a:r>
            <a:endPar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4" name="TextBox 13">
            <a:extLst>
              <a:ext uri="{FF2B5EF4-FFF2-40B4-BE49-F238E27FC236}">
                <a16:creationId xmlns:a16="http://schemas.microsoft.com/office/drawing/2014/main" id="{8D287FA2-CC69-30D8-9256-6914201E5933}"/>
              </a:ext>
            </a:extLst>
          </p:cNvPr>
          <p:cNvSpPr txBox="1"/>
          <p:nvPr/>
        </p:nvSpPr>
        <p:spPr>
          <a:xfrm>
            <a:off x="9840475" y="5316074"/>
            <a:ext cx="15757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Zero-touch resolution </a:t>
            </a: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via iSell Chatbot with Human-in-the-Loop governance</a:t>
            </a:r>
          </a:p>
        </p:txBody>
      </p:sp>
      <p:sp>
        <p:nvSpPr>
          <p:cNvPr id="157" name="Text Placeholder 71">
            <a:extLst>
              <a:ext uri="{FF2B5EF4-FFF2-40B4-BE49-F238E27FC236}">
                <a16:creationId xmlns:a16="http://schemas.microsoft.com/office/drawing/2014/main" id="{EFACC33E-00B1-CC8D-24FA-DB33963B730B}"/>
              </a:ext>
            </a:extLst>
          </p:cNvPr>
          <p:cNvSpPr txBox="1">
            <a:spLocks/>
          </p:cNvSpPr>
          <p:nvPr/>
        </p:nvSpPr>
        <p:spPr>
          <a:xfrm>
            <a:off x="587896" y="5215777"/>
            <a:ext cx="10957673" cy="45719"/>
          </a:xfrm>
          <a:prstGeom prst="rect">
            <a:avLst/>
          </a:prstGeom>
          <a:solidFill>
            <a:schemeClr val="bg1">
              <a:lumMod val="85000"/>
            </a:schemeClr>
          </a:solidFill>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200"/>
              </a:spcAft>
              <a:buClrTx/>
              <a:buSzTx/>
              <a:buFont typeface="Arial" panose="020B0604020202020204" pitchFamily="34" charset="0"/>
              <a:buNone/>
              <a:tabLst/>
              <a:defRPr/>
            </a:pPr>
            <a:endParaRPr kumimoji="0" lang="en-US" sz="22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73" name="Isosceles Triangle 172">
            <a:extLst>
              <a:ext uri="{FF2B5EF4-FFF2-40B4-BE49-F238E27FC236}">
                <a16:creationId xmlns:a16="http://schemas.microsoft.com/office/drawing/2014/main" id="{A98EAB9D-E9ED-092C-6FF9-155AEB0892CB}"/>
              </a:ext>
            </a:extLst>
          </p:cNvPr>
          <p:cNvSpPr/>
          <p:nvPr/>
        </p:nvSpPr>
        <p:spPr>
          <a:xfrm rot="5400000">
            <a:off x="7499670" y="5141119"/>
            <a:ext cx="253918" cy="190479"/>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83" name="Isosceles Triangle 182">
            <a:extLst>
              <a:ext uri="{FF2B5EF4-FFF2-40B4-BE49-F238E27FC236}">
                <a16:creationId xmlns:a16="http://schemas.microsoft.com/office/drawing/2014/main" id="{76B098EB-3836-EA5B-9255-23DF1F39B7D8}"/>
              </a:ext>
            </a:extLst>
          </p:cNvPr>
          <p:cNvSpPr/>
          <p:nvPr/>
        </p:nvSpPr>
        <p:spPr>
          <a:xfrm rot="5400000">
            <a:off x="5243519" y="5154478"/>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77" name="Isosceles Triangle 176">
            <a:extLst>
              <a:ext uri="{FF2B5EF4-FFF2-40B4-BE49-F238E27FC236}">
                <a16:creationId xmlns:a16="http://schemas.microsoft.com/office/drawing/2014/main" id="{8F46057B-5A09-F0EC-0C1F-F834EEAB5B3F}"/>
              </a:ext>
            </a:extLst>
          </p:cNvPr>
          <p:cNvSpPr/>
          <p:nvPr/>
        </p:nvSpPr>
        <p:spPr>
          <a:xfrm rot="5400000">
            <a:off x="4072440" y="5158968"/>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76" name="Isosceles Triangle 175">
            <a:extLst>
              <a:ext uri="{FF2B5EF4-FFF2-40B4-BE49-F238E27FC236}">
                <a16:creationId xmlns:a16="http://schemas.microsoft.com/office/drawing/2014/main" id="{9441EA69-579F-70A6-9CF1-D1FF950E9BF4}"/>
              </a:ext>
            </a:extLst>
          </p:cNvPr>
          <p:cNvSpPr/>
          <p:nvPr/>
        </p:nvSpPr>
        <p:spPr>
          <a:xfrm rot="5400000">
            <a:off x="3073435" y="5144141"/>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75" name="Isosceles Triangle 174">
            <a:extLst>
              <a:ext uri="{FF2B5EF4-FFF2-40B4-BE49-F238E27FC236}">
                <a16:creationId xmlns:a16="http://schemas.microsoft.com/office/drawing/2014/main" id="{A193BC3B-9FA4-CF38-7DE4-FC14A0FB02B0}"/>
              </a:ext>
            </a:extLst>
          </p:cNvPr>
          <p:cNvSpPr/>
          <p:nvPr/>
        </p:nvSpPr>
        <p:spPr>
          <a:xfrm rot="5400000">
            <a:off x="1046718" y="5151612"/>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87" name="Isosceles Triangle 186">
            <a:extLst>
              <a:ext uri="{FF2B5EF4-FFF2-40B4-BE49-F238E27FC236}">
                <a16:creationId xmlns:a16="http://schemas.microsoft.com/office/drawing/2014/main" id="{49D61A99-A05B-0450-8350-BEE09ABB5AED}"/>
              </a:ext>
            </a:extLst>
          </p:cNvPr>
          <p:cNvSpPr/>
          <p:nvPr/>
        </p:nvSpPr>
        <p:spPr>
          <a:xfrm rot="5400000">
            <a:off x="2016119" y="5144325"/>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3" name="TextBox 12">
            <a:extLst>
              <a:ext uri="{FF2B5EF4-FFF2-40B4-BE49-F238E27FC236}">
                <a16:creationId xmlns:a16="http://schemas.microsoft.com/office/drawing/2014/main" id="{618A6FA0-09C8-770F-04A5-BE339053AE6A}"/>
              </a:ext>
            </a:extLst>
          </p:cNvPr>
          <p:cNvSpPr txBox="1"/>
          <p:nvPr/>
        </p:nvSpPr>
        <p:spPr>
          <a:xfrm>
            <a:off x="8620317" y="5336052"/>
            <a:ext cx="1203357"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Integrate </a:t>
            </a: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Gemini API</a:t>
            </a: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 into OPTIX code</a:t>
            </a:r>
          </a:p>
        </p:txBody>
      </p:sp>
      <p:sp>
        <p:nvSpPr>
          <p:cNvPr id="28" name="Isosceles Triangle 27">
            <a:extLst>
              <a:ext uri="{FF2B5EF4-FFF2-40B4-BE49-F238E27FC236}">
                <a16:creationId xmlns:a16="http://schemas.microsoft.com/office/drawing/2014/main" id="{BFE94A2A-56E4-39D4-0B0A-CFAA21301BC4}"/>
              </a:ext>
            </a:extLst>
          </p:cNvPr>
          <p:cNvSpPr/>
          <p:nvPr/>
        </p:nvSpPr>
        <p:spPr>
          <a:xfrm rot="5400000">
            <a:off x="10386432" y="5131302"/>
            <a:ext cx="253918" cy="19047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31" name="Isosceles Triangle 30">
            <a:extLst>
              <a:ext uri="{FF2B5EF4-FFF2-40B4-BE49-F238E27FC236}">
                <a16:creationId xmlns:a16="http://schemas.microsoft.com/office/drawing/2014/main" id="{05ED7491-BC5B-2E94-155A-295690DAE8DC}"/>
              </a:ext>
            </a:extLst>
          </p:cNvPr>
          <p:cNvSpPr/>
          <p:nvPr/>
        </p:nvSpPr>
        <p:spPr>
          <a:xfrm rot="5400000">
            <a:off x="8871484" y="5137627"/>
            <a:ext cx="253918" cy="19047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60" name="TextBox 59">
            <a:extLst>
              <a:ext uri="{FF2B5EF4-FFF2-40B4-BE49-F238E27FC236}">
                <a16:creationId xmlns:a16="http://schemas.microsoft.com/office/drawing/2014/main" id="{5B14B38C-E29E-2966-BA2C-0771835ADA41}"/>
              </a:ext>
            </a:extLst>
          </p:cNvPr>
          <p:cNvSpPr txBox="1"/>
          <p:nvPr/>
        </p:nvSpPr>
        <p:spPr>
          <a:xfrm>
            <a:off x="8787793" y="4831791"/>
            <a:ext cx="702059"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1" i="0" u="none" strike="noStrike" kern="1200" cap="none" spc="0" normalizeH="0" baseline="0" noProof="0">
                <a:ln>
                  <a:noFill/>
                </a:ln>
                <a:solidFill>
                  <a:srgbClr val="333333"/>
                </a:solidFill>
                <a:effectLst/>
                <a:uLnTx/>
                <a:uFillTx/>
                <a:latin typeface="FedEx Sans Regular"/>
                <a:ea typeface="+mn-ea"/>
                <a:cs typeface="+mn-cs"/>
              </a:rPr>
              <a:t>TBD</a:t>
            </a:r>
            <a:endPar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62" name="Rectangle 61">
            <a:extLst>
              <a:ext uri="{FF2B5EF4-FFF2-40B4-BE49-F238E27FC236}">
                <a16:creationId xmlns:a16="http://schemas.microsoft.com/office/drawing/2014/main" id="{FB58108C-F30A-80E4-952F-232F80F05D1C}"/>
              </a:ext>
            </a:extLst>
          </p:cNvPr>
          <p:cNvSpPr/>
          <p:nvPr/>
        </p:nvSpPr>
        <p:spPr>
          <a:xfrm>
            <a:off x="1700805" y="5945198"/>
            <a:ext cx="76992" cy="616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7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63" name="Text Placeholder 105">
            <a:extLst>
              <a:ext uri="{FF2B5EF4-FFF2-40B4-BE49-F238E27FC236}">
                <a16:creationId xmlns:a16="http://schemas.microsoft.com/office/drawing/2014/main" id="{C84A80E8-EE3A-E21C-4B5E-CB402AF50644}"/>
              </a:ext>
            </a:extLst>
          </p:cNvPr>
          <p:cNvSpPr txBox="1">
            <a:spLocks/>
          </p:cNvSpPr>
          <p:nvPr/>
        </p:nvSpPr>
        <p:spPr>
          <a:xfrm>
            <a:off x="1737502" y="5893087"/>
            <a:ext cx="960109" cy="24261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Not Started</a:t>
            </a:r>
          </a:p>
        </p:txBody>
      </p:sp>
      <p:grpSp>
        <p:nvGrpSpPr>
          <p:cNvPr id="131" name="Group 130">
            <a:extLst>
              <a:ext uri="{FF2B5EF4-FFF2-40B4-BE49-F238E27FC236}">
                <a16:creationId xmlns:a16="http://schemas.microsoft.com/office/drawing/2014/main" id="{5D77853C-1A69-8D5F-C664-6B2A4C426EE5}"/>
              </a:ext>
            </a:extLst>
          </p:cNvPr>
          <p:cNvGrpSpPr/>
          <p:nvPr/>
        </p:nvGrpSpPr>
        <p:grpSpPr>
          <a:xfrm>
            <a:off x="610852" y="1206220"/>
            <a:ext cx="3878851" cy="3176701"/>
            <a:chOff x="8872440" y="1672166"/>
            <a:chExt cx="2736000" cy="1435383"/>
          </a:xfrm>
        </p:grpSpPr>
        <p:grpSp>
          <p:nvGrpSpPr>
            <p:cNvPr id="132" name="Group 131">
              <a:extLst>
                <a:ext uri="{FF2B5EF4-FFF2-40B4-BE49-F238E27FC236}">
                  <a16:creationId xmlns:a16="http://schemas.microsoft.com/office/drawing/2014/main" id="{32DBE23C-BEF3-EF51-2C69-4D4BBFE9938E}"/>
                </a:ext>
              </a:extLst>
            </p:cNvPr>
            <p:cNvGrpSpPr/>
            <p:nvPr/>
          </p:nvGrpSpPr>
          <p:grpSpPr>
            <a:xfrm>
              <a:off x="8872440" y="1686502"/>
              <a:ext cx="2736000" cy="1421047"/>
              <a:chOff x="9550237" y="1512310"/>
              <a:chExt cx="2598598" cy="1382545"/>
            </a:xfrm>
          </p:grpSpPr>
          <p:sp>
            <p:nvSpPr>
              <p:cNvPr id="134" name="Rectangle : coins arrondis 10">
                <a:extLst>
                  <a:ext uri="{FF2B5EF4-FFF2-40B4-BE49-F238E27FC236}">
                    <a16:creationId xmlns:a16="http://schemas.microsoft.com/office/drawing/2014/main" id="{06204B9D-5359-DB55-A98B-0A8E7A4C88D3}"/>
                  </a:ext>
                </a:extLst>
              </p:cNvPr>
              <p:cNvSpPr/>
              <p:nvPr/>
            </p:nvSpPr>
            <p:spPr>
              <a:xfrm rot="10800000" flipV="1">
                <a:off x="9550238" y="1512372"/>
                <a:ext cx="2598597"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lvl="0" algn="l" rtl="0">
                  <a:spcAft>
                    <a:spcPts val="0"/>
                  </a:spcAft>
                  <a:buSzPct val="100000"/>
                  <a:defRPr/>
                </a:pPr>
                <a:br>
                  <a:rPr lang="en-IN" sz="1200">
                    <a:solidFill>
                      <a:schemeClr val="tx1"/>
                    </a:solidFill>
                  </a:rPr>
                </a:br>
                <a:endParaRPr kumimoji="0" lang="en-US" sz="1200" b="0" i="0" u="none" strike="noStrike" kern="0" cap="none" spc="0" normalizeH="0" baseline="0" noProof="0">
                  <a:ln>
                    <a:noFill/>
                  </a:ln>
                  <a:solidFill>
                    <a:schemeClr val="tx1"/>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35" name="Rectangle : avec coins arrondis en haut 12">
                <a:extLst>
                  <a:ext uri="{FF2B5EF4-FFF2-40B4-BE49-F238E27FC236}">
                    <a16:creationId xmlns:a16="http://schemas.microsoft.com/office/drawing/2014/main" id="{B380E4AB-90BE-DB4B-443B-E01DF0E03375}"/>
                  </a:ext>
                </a:extLst>
              </p:cNvPr>
              <p:cNvSpPr/>
              <p:nvPr/>
            </p:nvSpPr>
            <p:spPr>
              <a:xfrm rot="10800000" flipH="1" flipV="1">
                <a:off x="9550237" y="1512310"/>
                <a:ext cx="2594648"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IN" sz="1600" b="0" i="0" u="none" strike="noStrike" kern="0" cap="none" spc="0" normalizeH="0" baseline="0" noProof="0">
                  <a:ln>
                    <a:noFill/>
                  </a:ln>
                  <a:solidFill>
                    <a:prstClr val="white"/>
                  </a:solidFill>
                  <a:effectLst/>
                  <a:uLnTx/>
                  <a:uFillTx/>
                  <a:latin typeface="FedEx Sans Regular"/>
                  <a:ea typeface="FedEx Sans Light" panose="020B0403020203020204" pitchFamily="34" charset="0"/>
                  <a:cs typeface="FedEx Sans Light" panose="020B0403020203020204" pitchFamily="34" charset="0"/>
                </a:endParaRPr>
              </a:p>
            </p:txBody>
          </p:sp>
        </p:grpSp>
        <p:sp>
          <p:nvSpPr>
            <p:cNvPr id="133" name="Text 10">
              <a:extLst>
                <a:ext uri="{FF2B5EF4-FFF2-40B4-BE49-F238E27FC236}">
                  <a16:creationId xmlns:a16="http://schemas.microsoft.com/office/drawing/2014/main" id="{A316120E-905C-D907-191B-8C3300F18EC6}"/>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Problem</a:t>
              </a:r>
              <a:r>
                <a:rPr kumimoji="0" lang="en-US" sz="1400" b="1" i="0" u="none" strike="noStrike" kern="1200" cap="none" spc="0" normalizeH="0" baseline="0" noProof="0">
                  <a:ln>
                    <a:noFill/>
                  </a:ln>
                  <a:solidFill>
                    <a:prstClr val="white"/>
                  </a:solidFill>
                  <a:effectLst/>
                  <a:uLnTx/>
                  <a:uFillTx/>
                  <a:latin typeface="FedEx Sans Regular"/>
                  <a:ea typeface="+mn-ea"/>
                  <a:cs typeface="+mn-cs"/>
                </a:rPr>
                <a:t> </a:t>
              </a: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Statement</a:t>
              </a:r>
            </a:p>
          </p:txBody>
        </p:sp>
      </p:grpSp>
      <p:grpSp>
        <p:nvGrpSpPr>
          <p:cNvPr id="148" name="Group 147">
            <a:extLst>
              <a:ext uri="{FF2B5EF4-FFF2-40B4-BE49-F238E27FC236}">
                <a16:creationId xmlns:a16="http://schemas.microsoft.com/office/drawing/2014/main" id="{64A30511-3E37-1751-8C9E-1AA648FF0D3E}"/>
              </a:ext>
            </a:extLst>
          </p:cNvPr>
          <p:cNvGrpSpPr/>
          <p:nvPr/>
        </p:nvGrpSpPr>
        <p:grpSpPr>
          <a:xfrm>
            <a:off x="4571339" y="1216212"/>
            <a:ext cx="3652608" cy="3192482"/>
            <a:chOff x="8872439" y="1672166"/>
            <a:chExt cx="2735999" cy="1435383"/>
          </a:xfrm>
        </p:grpSpPr>
        <p:grpSp>
          <p:nvGrpSpPr>
            <p:cNvPr id="150" name="Group 149">
              <a:extLst>
                <a:ext uri="{FF2B5EF4-FFF2-40B4-BE49-F238E27FC236}">
                  <a16:creationId xmlns:a16="http://schemas.microsoft.com/office/drawing/2014/main" id="{FEB0F49D-42DC-C971-4D53-6C047BA23C6A}"/>
                </a:ext>
              </a:extLst>
            </p:cNvPr>
            <p:cNvGrpSpPr/>
            <p:nvPr/>
          </p:nvGrpSpPr>
          <p:grpSpPr>
            <a:xfrm>
              <a:off x="8872439" y="1686502"/>
              <a:ext cx="2735999" cy="1421047"/>
              <a:chOff x="9550236" y="1512310"/>
              <a:chExt cx="2598597" cy="1382545"/>
            </a:xfrm>
          </p:grpSpPr>
          <p:sp>
            <p:nvSpPr>
              <p:cNvPr id="152" name="Rectangle : coins arrondis 10">
                <a:extLst>
                  <a:ext uri="{FF2B5EF4-FFF2-40B4-BE49-F238E27FC236}">
                    <a16:creationId xmlns:a16="http://schemas.microsoft.com/office/drawing/2014/main" id="{A3C91595-7130-E14A-3E6A-0A2226AFFA15}"/>
                  </a:ext>
                </a:extLst>
              </p:cNvPr>
              <p:cNvSpPr/>
              <p:nvPr/>
            </p:nvSpPr>
            <p:spPr>
              <a:xfrm rot="10800000" flipV="1">
                <a:off x="9550236" y="1512372"/>
                <a:ext cx="2598597"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0" marR="0" lvl="0" indent="0" algn="l" defTabSz="914400" rtl="0" eaLnBrk="1" fontAlgn="auto" latinLnBrk="0" hangingPunct="1">
                  <a:lnSpc>
                    <a:spcPct val="100000"/>
                  </a:lnSpc>
                  <a:spcBef>
                    <a:spcPts val="0"/>
                  </a:spcBef>
                  <a:spcAft>
                    <a:spcPts val="600"/>
                  </a:spcAft>
                  <a:buClrTx/>
                  <a:buSzPct val="100000"/>
                  <a:buFontTx/>
                  <a:buNone/>
                  <a:tabLst/>
                  <a:defRPr/>
                </a:pPr>
                <a:endPar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53" name="Rectangle : avec coins arrondis en haut 12">
                <a:extLst>
                  <a:ext uri="{FF2B5EF4-FFF2-40B4-BE49-F238E27FC236}">
                    <a16:creationId xmlns:a16="http://schemas.microsoft.com/office/drawing/2014/main" id="{40DD1CC9-854B-D958-703A-B47E16905393}"/>
                  </a:ext>
                </a:extLst>
              </p:cNvPr>
              <p:cNvSpPr/>
              <p:nvPr/>
            </p:nvSpPr>
            <p:spPr>
              <a:xfrm rot="10800000" flipH="1" flipV="1">
                <a:off x="9550237" y="1512310"/>
                <a:ext cx="2594648"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chemeClr val="bg1"/>
                    </a:solidFill>
                    <a:effectLst/>
                    <a:uLnTx/>
                    <a:uFillTx/>
                    <a:latin typeface="FedEx Sans Regular"/>
                    <a:ea typeface="Calibri" pitchFamily="34" charset="-122"/>
                    <a:cs typeface="Calibri" pitchFamily="34" charset="-120"/>
                  </a:rPr>
                  <a:t>Action items Status</a:t>
                </a:r>
                <a:endParaRPr kumimoji="0" lang="en-IN" sz="1400" b="1" i="0" u="none" strike="noStrike" kern="1200" cap="none" spc="0" normalizeH="0" baseline="0" noProof="0">
                  <a:ln>
                    <a:noFill/>
                  </a:ln>
                  <a:solidFill>
                    <a:schemeClr val="bg1"/>
                  </a:solidFill>
                  <a:effectLst/>
                  <a:uLnTx/>
                  <a:uFillTx/>
                  <a:latin typeface="FedEx Sans Regular"/>
                  <a:ea typeface="Calibri" pitchFamily="34" charset="-122"/>
                  <a:cs typeface="Calibri" pitchFamily="34" charset="-120"/>
                </a:endParaRPr>
              </a:p>
            </p:txBody>
          </p:sp>
        </p:grpSp>
        <p:sp>
          <p:nvSpPr>
            <p:cNvPr id="151" name="Text 10">
              <a:extLst>
                <a:ext uri="{FF2B5EF4-FFF2-40B4-BE49-F238E27FC236}">
                  <a16:creationId xmlns:a16="http://schemas.microsoft.com/office/drawing/2014/main" id="{A61722A0-A9D0-F2C7-95F5-12E37FCC5536}"/>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grpSp>
        <p:nvGrpSpPr>
          <p:cNvPr id="155" name="Group 154">
            <a:extLst>
              <a:ext uri="{FF2B5EF4-FFF2-40B4-BE49-F238E27FC236}">
                <a16:creationId xmlns:a16="http://schemas.microsoft.com/office/drawing/2014/main" id="{F6AB1882-3D1F-4864-BA35-0F1CE0877A9A}"/>
              </a:ext>
            </a:extLst>
          </p:cNvPr>
          <p:cNvGrpSpPr/>
          <p:nvPr/>
        </p:nvGrpSpPr>
        <p:grpSpPr>
          <a:xfrm>
            <a:off x="8358908" y="1207764"/>
            <a:ext cx="3156848" cy="3200194"/>
            <a:chOff x="8872437" y="1672166"/>
            <a:chExt cx="2965698" cy="1435383"/>
          </a:xfrm>
        </p:grpSpPr>
        <p:grpSp>
          <p:nvGrpSpPr>
            <p:cNvPr id="156" name="Group 155">
              <a:extLst>
                <a:ext uri="{FF2B5EF4-FFF2-40B4-BE49-F238E27FC236}">
                  <a16:creationId xmlns:a16="http://schemas.microsoft.com/office/drawing/2014/main" id="{2A174B0D-04C8-17D1-6C69-E325D23C3B9B}"/>
                </a:ext>
              </a:extLst>
            </p:cNvPr>
            <p:cNvGrpSpPr/>
            <p:nvPr/>
          </p:nvGrpSpPr>
          <p:grpSpPr>
            <a:xfrm>
              <a:off x="8872437" y="1686502"/>
              <a:ext cx="2965698" cy="1421047"/>
              <a:chOff x="9550236" y="1512310"/>
              <a:chExt cx="2816761" cy="1382545"/>
            </a:xfrm>
          </p:grpSpPr>
          <p:sp>
            <p:nvSpPr>
              <p:cNvPr id="164" name="Rectangle : coins arrondis 10">
                <a:extLst>
                  <a:ext uri="{FF2B5EF4-FFF2-40B4-BE49-F238E27FC236}">
                    <a16:creationId xmlns:a16="http://schemas.microsoft.com/office/drawing/2014/main" id="{E27DA21C-0505-2272-399C-FB3E2667FE57}"/>
                  </a:ext>
                </a:extLst>
              </p:cNvPr>
              <p:cNvSpPr/>
              <p:nvPr/>
            </p:nvSpPr>
            <p:spPr>
              <a:xfrm rot="10800000" flipV="1">
                <a:off x="9550236" y="1512372"/>
                <a:ext cx="2816761"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bIns="576000" rtlCol="0" anchor="t"/>
              <a:lstStyle/>
              <a:p>
                <a:pPr marL="228600" marR="0" lvl="0" indent="-228600" algn="l" defTabSz="914400" rtl="0" eaLnBrk="1" fontAlgn="auto" latinLnBrk="0" hangingPunct="1">
                  <a:lnSpc>
                    <a:spcPct val="100000"/>
                  </a:lnSpc>
                  <a:spcBef>
                    <a:spcPts val="0"/>
                  </a:spcBef>
                  <a:spcAft>
                    <a:spcPts val="600"/>
                  </a:spcAft>
                  <a:buClrTx/>
                  <a:buSzPct val="100000"/>
                  <a:buFont typeface="+mj-lt"/>
                  <a:buAutoNum type="arabicPeriod"/>
                  <a:tabLst/>
                  <a:defRPr/>
                </a:pPr>
                <a:endPar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65" name="Rectangle : avec coins arrondis en haut 12">
                <a:extLst>
                  <a:ext uri="{FF2B5EF4-FFF2-40B4-BE49-F238E27FC236}">
                    <a16:creationId xmlns:a16="http://schemas.microsoft.com/office/drawing/2014/main" id="{DFCD8DF0-89A2-82E4-72B8-CE117C29B7C8}"/>
                  </a:ext>
                </a:extLst>
              </p:cNvPr>
              <p:cNvSpPr/>
              <p:nvPr/>
            </p:nvSpPr>
            <p:spPr>
              <a:xfrm rot="10800000" flipH="1" flipV="1">
                <a:off x="9550236" y="1512310"/>
                <a:ext cx="2816761"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Highlights</a:t>
                </a:r>
                <a:endParaRPr kumimoji="0" lang="en-IN"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sp>
          <p:nvSpPr>
            <p:cNvPr id="160" name="Text 10">
              <a:extLst>
                <a:ext uri="{FF2B5EF4-FFF2-40B4-BE49-F238E27FC236}">
                  <a16:creationId xmlns:a16="http://schemas.microsoft.com/office/drawing/2014/main" id="{A4B473FD-F78F-00FF-F499-6DA403DD516A}"/>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pic>
        <p:nvPicPr>
          <p:cNvPr id="8" name="Graphic 7" descr="Badge Tick with solid fill">
            <a:extLst>
              <a:ext uri="{FF2B5EF4-FFF2-40B4-BE49-F238E27FC236}">
                <a16:creationId xmlns:a16="http://schemas.microsoft.com/office/drawing/2014/main" id="{BDDAA683-B3C2-7A2C-A6F2-755AF395F3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20437" y="1316950"/>
            <a:ext cx="288000" cy="288000"/>
          </a:xfrm>
          <a:prstGeom prst="rect">
            <a:avLst/>
          </a:prstGeom>
        </p:spPr>
      </p:pic>
      <p:pic>
        <p:nvPicPr>
          <p:cNvPr id="11" name="Graphic 10" descr="Trophy with solid fill">
            <a:extLst>
              <a:ext uri="{FF2B5EF4-FFF2-40B4-BE49-F238E27FC236}">
                <a16:creationId xmlns:a16="http://schemas.microsoft.com/office/drawing/2014/main" id="{C0839D7E-B1E8-63A3-DF0D-E2A2BCC4BE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02927" y="1316950"/>
            <a:ext cx="288000" cy="217123"/>
          </a:xfrm>
          <a:prstGeom prst="rect">
            <a:avLst/>
          </a:prstGeom>
        </p:spPr>
      </p:pic>
      <p:graphicFrame>
        <p:nvGraphicFramePr>
          <p:cNvPr id="17" name="Table 16">
            <a:extLst>
              <a:ext uri="{FF2B5EF4-FFF2-40B4-BE49-F238E27FC236}">
                <a16:creationId xmlns:a16="http://schemas.microsoft.com/office/drawing/2014/main" id="{0058C651-692A-1B72-70BE-FF7DF7B31D5C}"/>
              </a:ext>
            </a:extLst>
          </p:cNvPr>
          <p:cNvGraphicFramePr>
            <a:graphicFrameLocks noGrp="1"/>
          </p:cNvGraphicFramePr>
          <p:nvPr>
            <p:extLst>
              <p:ext uri="{D42A27DB-BD31-4B8C-83A1-F6EECF244321}">
                <p14:modId xmlns:p14="http://schemas.microsoft.com/office/powerpoint/2010/main" val="3823424968"/>
              </p:ext>
            </p:extLst>
          </p:nvPr>
        </p:nvGraphicFramePr>
        <p:xfrm>
          <a:off x="4761304" y="2266947"/>
          <a:ext cx="3280534" cy="2113280"/>
        </p:xfrm>
        <a:graphic>
          <a:graphicData uri="http://schemas.openxmlformats.org/drawingml/2006/table">
            <a:tbl>
              <a:tblPr>
                <a:tableStyleId>{5C22544A-7EE6-4342-B048-85BDC9FD1C3A}</a:tableStyleId>
              </a:tblPr>
              <a:tblGrid>
                <a:gridCol w="225563">
                  <a:extLst>
                    <a:ext uri="{9D8B030D-6E8A-4147-A177-3AD203B41FA5}">
                      <a16:colId xmlns:a16="http://schemas.microsoft.com/office/drawing/2014/main" val="1793786000"/>
                    </a:ext>
                  </a:extLst>
                </a:gridCol>
                <a:gridCol w="2080683">
                  <a:extLst>
                    <a:ext uri="{9D8B030D-6E8A-4147-A177-3AD203B41FA5}">
                      <a16:colId xmlns:a16="http://schemas.microsoft.com/office/drawing/2014/main" val="3120727726"/>
                    </a:ext>
                  </a:extLst>
                </a:gridCol>
                <a:gridCol w="974288">
                  <a:extLst>
                    <a:ext uri="{9D8B030D-6E8A-4147-A177-3AD203B41FA5}">
                      <a16:colId xmlns:a16="http://schemas.microsoft.com/office/drawing/2014/main" val="1069534392"/>
                    </a:ext>
                  </a:extLst>
                </a:gridCol>
              </a:tblGrid>
              <a:tr h="370840">
                <a:tc>
                  <a:txBody>
                    <a:bodyPr/>
                    <a:lstStyle/>
                    <a:p>
                      <a:r>
                        <a:rPr lang="en-US" b="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95% Case category                              </a:t>
                      </a:r>
                    </a:p>
                    <a:p>
                      <a:r>
                        <a:rPr lang="en-US" b="0"/>
                        <a:t>Inclusion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a:r>
                        <a:rPr lang="en-US">
                          <a:solidFill>
                            <a:srgbClr val="008A00"/>
                          </a:solidFill>
                        </a:rPr>
                        <a:t>Live</a:t>
                      </a: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370840">
                <a:tc>
                  <a:txBody>
                    <a:bodyPr/>
                    <a:lstStyle/>
                    <a:p>
                      <a:r>
                        <a:rPr lang="en-US" b="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Owning Sales Feedback Form Process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370840">
                <a:tc>
                  <a:txBody>
                    <a:bodyPr/>
                    <a:lstStyle/>
                    <a:p>
                      <a:r>
                        <a:rPr lang="en-US" b="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Agents of Change</a:t>
                      </a:r>
                    </a:p>
                    <a:p>
                      <a:r>
                        <a:rPr lang="en-US" b="0"/>
                        <a:t>Workstream (US)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370840">
                <a:tc>
                  <a:txBody>
                    <a:bodyPr/>
                    <a:lstStyle/>
                    <a:p>
                      <a:r>
                        <a:rPr lang="en-US" b="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iSell API integration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370840">
                <a:tc>
                  <a:txBody>
                    <a:bodyPr/>
                    <a:lstStyle/>
                    <a:p>
                      <a:r>
                        <a:rPr lang="en-US" b="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Cloud Hosting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bl>
          </a:graphicData>
        </a:graphic>
      </p:graphicFrame>
      <p:sp>
        <p:nvSpPr>
          <p:cNvPr id="19" name="Oval 18">
            <a:extLst>
              <a:ext uri="{FF2B5EF4-FFF2-40B4-BE49-F238E27FC236}">
                <a16:creationId xmlns:a16="http://schemas.microsoft.com/office/drawing/2014/main" id="{E066BF46-60C7-EB90-38EF-92D10180ACB6}"/>
              </a:ext>
            </a:extLst>
          </p:cNvPr>
          <p:cNvSpPr/>
          <p:nvPr/>
        </p:nvSpPr>
        <p:spPr>
          <a:xfrm>
            <a:off x="7113455" y="2396290"/>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6F40F16-4A50-1711-4A26-2294CFB6A931}"/>
              </a:ext>
            </a:extLst>
          </p:cNvPr>
          <p:cNvSpPr/>
          <p:nvPr/>
        </p:nvSpPr>
        <p:spPr>
          <a:xfrm>
            <a:off x="7113455" y="2862460"/>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 descr="A person in a suit&#10;&#10;AI-generated content may be incorrect.">
            <a:extLst>
              <a:ext uri="{FF2B5EF4-FFF2-40B4-BE49-F238E27FC236}">
                <a16:creationId xmlns:a16="http://schemas.microsoft.com/office/drawing/2014/main" id="{6E4C392A-F395-6265-C894-6F649658D66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b="42277"/>
          <a:stretch>
            <a:fillRect/>
          </a:stretch>
        </p:blipFill>
        <p:spPr bwMode="auto">
          <a:xfrm>
            <a:off x="9039792" y="2435067"/>
            <a:ext cx="430570" cy="287845"/>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17AE0395-1FEA-69CE-4CB6-629250FCDA1F}"/>
              </a:ext>
            </a:extLst>
          </p:cNvPr>
          <p:cNvSpPr txBox="1"/>
          <p:nvPr/>
        </p:nvSpPr>
        <p:spPr>
          <a:xfrm>
            <a:off x="9478114" y="1851235"/>
            <a:ext cx="2107307" cy="792653"/>
          </a:xfrm>
          <a:prstGeom prst="rect">
            <a:avLst/>
          </a:prstGeom>
          <a:noFill/>
        </p:spPr>
        <p:txBody>
          <a:bodyPr wrap="square" lIns="0" tIns="0" rIns="0" bIns="0" rtlCol="0">
            <a:spAutoFit/>
          </a:bodyPr>
          <a:lstStyle/>
          <a:p>
            <a:pPr marL="171450" indent="-171450" algn="l">
              <a:lnSpc>
                <a:spcPct val="130000"/>
              </a:lnSpc>
              <a:buFont typeface="Arial" panose="020B0604020202020204" pitchFamily="34" charset="0"/>
              <a:buChar char="•"/>
            </a:pPr>
            <a:r>
              <a:rPr lang="en-US" sz="1100"/>
              <a:t>GSO Townhall</a:t>
            </a:r>
            <a:r>
              <a:rPr lang="en-US" sz="1100" b="0" i="0">
                <a:latin typeface="FedEx Sans" panose="020B0603020203020204" pitchFamily="34" charset="0"/>
                <a:ea typeface="FedEx Sans" panose="020B0603020203020204" pitchFamily="34" charset="0"/>
                <a:cs typeface="FedEx Sans" panose="020B0603020203020204" pitchFamily="34" charset="0"/>
              </a:rPr>
              <a:t> (29/06)</a:t>
            </a:r>
          </a:p>
          <a:p>
            <a:pPr marL="171450" indent="-171450" algn="l">
              <a:lnSpc>
                <a:spcPct val="130000"/>
              </a:lnSpc>
              <a:buFont typeface="Arial" panose="020B0604020202020204" pitchFamily="34" charset="0"/>
              <a:buChar char="•"/>
            </a:pPr>
            <a:r>
              <a:rPr lang="en-US" sz="1100"/>
              <a:t>Mark Colombo (04/06)</a:t>
            </a:r>
          </a:p>
          <a:p>
            <a:pPr marL="171450" indent="-171450" algn="l">
              <a:lnSpc>
                <a:spcPct val="130000"/>
              </a:lnSpc>
              <a:buFont typeface="Arial" panose="020B0604020202020204" pitchFamily="34" charset="0"/>
              <a:buChar char="•"/>
            </a:pPr>
            <a:r>
              <a:rPr lang="en-US" sz="1100"/>
              <a:t>Chris Nicholas (07/05)</a:t>
            </a:r>
          </a:p>
        </p:txBody>
      </p:sp>
      <p:sp>
        <p:nvSpPr>
          <p:cNvPr id="32" name="TextBox 31">
            <a:extLst>
              <a:ext uri="{FF2B5EF4-FFF2-40B4-BE49-F238E27FC236}">
                <a16:creationId xmlns:a16="http://schemas.microsoft.com/office/drawing/2014/main" id="{E1B10D32-C646-609E-0F58-DF096E18130C}"/>
              </a:ext>
            </a:extLst>
          </p:cNvPr>
          <p:cNvSpPr txBox="1"/>
          <p:nvPr/>
        </p:nvSpPr>
        <p:spPr>
          <a:xfrm>
            <a:off x="9610580" y="2993672"/>
            <a:ext cx="2099386" cy="216662"/>
          </a:xfrm>
          <a:prstGeom prst="rect">
            <a:avLst/>
          </a:prstGeom>
          <a:noFill/>
        </p:spPr>
        <p:txBody>
          <a:bodyPr wrap="square" lIns="0" tIns="0" rIns="0" bIns="0" rtlCol="0">
            <a:spAutoFit/>
          </a:bodyPr>
          <a:lstStyle/>
          <a:p>
            <a:pPr algn="l">
              <a:lnSpc>
                <a:spcPct val="130000"/>
              </a:lnSpc>
            </a:pPr>
            <a:r>
              <a:rPr lang="en-US" sz="1200">
                <a:solidFill>
                  <a:srgbClr val="333333"/>
                </a:solidFill>
                <a:latin typeface="FedEx Sans Regular"/>
                <a:ea typeface="FedEx Sans Light" panose="020B0403020203020204" pitchFamily="34" charset="0"/>
                <a:cs typeface="FedEx Sans Light" panose="020B0403020203020204" pitchFamily="34" charset="0"/>
              </a:rPr>
              <a:t>Reached</a:t>
            </a:r>
            <a:r>
              <a:rPr lang="en-US" sz="1200" b="1">
                <a:solidFill>
                  <a:srgbClr val="333333"/>
                </a:solidFill>
                <a:latin typeface="FedEx Sans Regular"/>
                <a:ea typeface="FedEx Sans Light" panose="020B0403020203020204" pitchFamily="34" charset="0"/>
                <a:cs typeface="FedEx Sans Light" panose="020B0403020203020204" pitchFamily="34" charset="0"/>
              </a:rPr>
              <a:t> Semi-finals</a:t>
            </a:r>
            <a:endParaRPr lang="en-US" sz="1200" b="0" i="0">
              <a:latin typeface="FedEx Sans" panose="020B0603020203020204" pitchFamily="34" charset="0"/>
              <a:ea typeface="FedEx Sans" panose="020B0603020203020204" pitchFamily="34" charset="0"/>
              <a:cs typeface="FedEx Sans" panose="020B0603020203020204" pitchFamily="34" charset="0"/>
            </a:endParaRPr>
          </a:p>
        </p:txBody>
      </p:sp>
      <p:sp>
        <p:nvSpPr>
          <p:cNvPr id="33" name="TextBox 32">
            <a:extLst>
              <a:ext uri="{FF2B5EF4-FFF2-40B4-BE49-F238E27FC236}">
                <a16:creationId xmlns:a16="http://schemas.microsoft.com/office/drawing/2014/main" id="{63490CBC-55C8-673B-89F0-983CCE440444}"/>
              </a:ext>
            </a:extLst>
          </p:cNvPr>
          <p:cNvSpPr txBox="1"/>
          <p:nvPr/>
        </p:nvSpPr>
        <p:spPr>
          <a:xfrm>
            <a:off x="9483988" y="3650362"/>
            <a:ext cx="1999560" cy="661720"/>
          </a:xfrm>
          <a:prstGeom prst="rect">
            <a:avLst/>
          </a:prstGeom>
          <a:noFill/>
        </p:spPr>
        <p:txBody>
          <a:bodyPr wrap="square" lIns="0" tIns="0" rIns="0" bIns="0" rtlCol="0">
            <a:spAutoFit/>
          </a:bodyPr>
          <a:lstStyle/>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CHM (</a:t>
            </a:r>
            <a:r>
              <a:rPr lang="en-US" sz="1100" err="1">
                <a:solidFill>
                  <a:srgbClr val="333333"/>
                </a:solidFill>
                <a:latin typeface="FedEx Sans Regular"/>
                <a:ea typeface="FedEx Sans Light" panose="020B0403020203020204" pitchFamily="34" charset="0"/>
                <a:cs typeface="FedEx Sans Light" panose="020B0403020203020204" pitchFamily="34" charset="0"/>
              </a:rPr>
              <a:t>Streamlit</a:t>
            </a:r>
            <a:r>
              <a:rPr lang="en-US" sz="1100">
                <a:solidFill>
                  <a:srgbClr val="333333"/>
                </a:solidFill>
                <a:latin typeface="FedEx Sans Regular"/>
                <a:ea typeface="FedEx Sans Light" panose="020B0403020203020204" pitchFamily="34" charset="0"/>
                <a:cs typeface="FedEx Sans Light" panose="020B0403020203020204" pitchFamily="34" charset="0"/>
              </a:rPr>
              <a:t> expertise)</a:t>
            </a:r>
          </a:p>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DART (First process)</a:t>
            </a:r>
          </a:p>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APAC (Gemini capabilities)</a:t>
            </a:r>
          </a:p>
        </p:txBody>
      </p:sp>
      <p:pic>
        <p:nvPicPr>
          <p:cNvPr id="35" name="Graphic 34" descr="Meeting with solid fill">
            <a:extLst>
              <a:ext uri="{FF2B5EF4-FFF2-40B4-BE49-F238E27FC236}">
                <a16:creationId xmlns:a16="http://schemas.microsoft.com/office/drawing/2014/main" id="{C3B65491-87C9-BF7C-2977-9C385BC9759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49350" y="1749642"/>
            <a:ext cx="360000" cy="360000"/>
          </a:xfrm>
          <a:prstGeom prst="rect">
            <a:avLst/>
          </a:prstGeom>
        </p:spPr>
      </p:pic>
      <p:pic>
        <p:nvPicPr>
          <p:cNvPr id="39" name="Graphic 38" descr="Handshake with solid fill">
            <a:extLst>
              <a:ext uri="{FF2B5EF4-FFF2-40B4-BE49-F238E27FC236}">
                <a16:creationId xmlns:a16="http://schemas.microsoft.com/office/drawing/2014/main" id="{D486D781-1787-AC0B-742B-98CAB765514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59956" y="3755085"/>
            <a:ext cx="360000" cy="360000"/>
          </a:xfrm>
          <a:prstGeom prst="rect">
            <a:avLst/>
          </a:prstGeom>
        </p:spPr>
      </p:pic>
      <p:sp>
        <p:nvSpPr>
          <p:cNvPr id="41" name="Oval 40">
            <a:extLst>
              <a:ext uri="{FF2B5EF4-FFF2-40B4-BE49-F238E27FC236}">
                <a16:creationId xmlns:a16="http://schemas.microsoft.com/office/drawing/2014/main" id="{858A9B86-12ED-1468-0ECB-E2F8128690CA}"/>
              </a:ext>
            </a:extLst>
          </p:cNvPr>
          <p:cNvSpPr/>
          <p:nvPr/>
        </p:nvSpPr>
        <p:spPr>
          <a:xfrm>
            <a:off x="7113455" y="3297297"/>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3774D04-CC7F-082A-5E12-4E5F6DBCB17E}"/>
              </a:ext>
            </a:extLst>
          </p:cNvPr>
          <p:cNvSpPr/>
          <p:nvPr/>
        </p:nvSpPr>
        <p:spPr>
          <a:xfrm>
            <a:off x="7113455" y="3714774"/>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A0EE3A85-C510-5277-46FD-268C84DD0CA0}"/>
              </a:ext>
            </a:extLst>
          </p:cNvPr>
          <p:cNvSpPr/>
          <p:nvPr/>
        </p:nvSpPr>
        <p:spPr>
          <a:xfrm>
            <a:off x="7113455" y="4093486"/>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c 43" descr="Magnifying glass with solid fill">
            <a:extLst>
              <a:ext uri="{FF2B5EF4-FFF2-40B4-BE49-F238E27FC236}">
                <a16:creationId xmlns:a16="http://schemas.microsoft.com/office/drawing/2014/main" id="{5020CA56-5E5F-F6AB-CB44-7642ED9CA33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13340" y="1264627"/>
            <a:ext cx="288000" cy="288000"/>
          </a:xfrm>
          <a:prstGeom prst="rect">
            <a:avLst/>
          </a:prstGeom>
        </p:spPr>
      </p:pic>
      <p:sp>
        <p:nvSpPr>
          <p:cNvPr id="47" name="Rectangle : avec coins arrondis en haut 12">
            <a:extLst>
              <a:ext uri="{FF2B5EF4-FFF2-40B4-BE49-F238E27FC236}">
                <a16:creationId xmlns:a16="http://schemas.microsoft.com/office/drawing/2014/main" id="{A1D4C8E5-DAB6-441F-75A5-8C4C0C7F7353}"/>
              </a:ext>
            </a:extLst>
          </p:cNvPr>
          <p:cNvSpPr/>
          <p:nvPr/>
        </p:nvSpPr>
        <p:spPr>
          <a:xfrm rot="10800000" flipH="1" flipV="1">
            <a:off x="606386" y="2862795"/>
            <a:ext cx="3857567" cy="361509"/>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IN" sz="1600" b="0" i="0" u="none" strike="noStrike" kern="0" cap="none" spc="0" normalizeH="0" baseline="0" noProof="0">
              <a:ln>
                <a:noFill/>
              </a:ln>
              <a:solidFill>
                <a:prstClr val="white"/>
              </a:solidFill>
              <a:effectLst/>
              <a:uLnTx/>
              <a:uFillTx/>
              <a:latin typeface="FedEx Sans Regular"/>
              <a:ea typeface="FedEx Sans Light" panose="020B0403020203020204" pitchFamily="34" charset="0"/>
              <a:cs typeface="FedEx Sans Light" panose="020B0403020203020204" pitchFamily="34" charset="0"/>
            </a:endParaRPr>
          </a:p>
        </p:txBody>
      </p:sp>
      <p:sp>
        <p:nvSpPr>
          <p:cNvPr id="48" name="Text 10">
            <a:extLst>
              <a:ext uri="{FF2B5EF4-FFF2-40B4-BE49-F238E27FC236}">
                <a16:creationId xmlns:a16="http://schemas.microsoft.com/office/drawing/2014/main" id="{138D98C4-B19F-0E85-B36E-D9C87A7CD5E9}"/>
              </a:ext>
            </a:extLst>
          </p:cNvPr>
          <p:cNvSpPr/>
          <p:nvPr/>
        </p:nvSpPr>
        <p:spPr>
          <a:xfrm>
            <a:off x="1512624" y="2846891"/>
            <a:ext cx="2099386" cy="372930"/>
          </a:xfrm>
          <a:prstGeom prst="rect">
            <a:avLst/>
          </a:prstGeom>
          <a:noFill/>
          <a:ln/>
        </p:spPr>
        <p:txBody>
          <a:bodyPr wrap="square" lIns="0" tIns="10160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Solutions Implemented</a:t>
            </a:r>
          </a:p>
        </p:txBody>
      </p:sp>
      <p:pic>
        <p:nvPicPr>
          <p:cNvPr id="49" name="Graphic 48" descr="Puzzle pieces with solid fill">
            <a:extLst>
              <a:ext uri="{FF2B5EF4-FFF2-40B4-BE49-F238E27FC236}">
                <a16:creationId xmlns:a16="http://schemas.microsoft.com/office/drawing/2014/main" id="{2AB1031F-5FC0-0F17-6D59-ABA18FE2A62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34293" y="2898391"/>
            <a:ext cx="288000" cy="288000"/>
          </a:xfrm>
          <a:prstGeom prst="rect">
            <a:avLst/>
          </a:prstGeom>
        </p:spPr>
      </p:pic>
      <p:sp>
        <p:nvSpPr>
          <p:cNvPr id="51" name="TextBox 50">
            <a:extLst>
              <a:ext uri="{FF2B5EF4-FFF2-40B4-BE49-F238E27FC236}">
                <a16:creationId xmlns:a16="http://schemas.microsoft.com/office/drawing/2014/main" id="{AE8AFC9A-C64A-5C0E-CAD8-2DEC9EA59510}"/>
              </a:ext>
            </a:extLst>
          </p:cNvPr>
          <p:cNvSpPr txBox="1"/>
          <p:nvPr/>
        </p:nvSpPr>
        <p:spPr>
          <a:xfrm>
            <a:off x="677182" y="3227285"/>
            <a:ext cx="3786771" cy="1169551"/>
          </a:xfrm>
          <a:prstGeom prst="rect">
            <a:avLst/>
          </a:prstGeom>
          <a:noFill/>
        </p:spPr>
        <p:txBody>
          <a:bodyPr wrap="square">
            <a:spAutoFit/>
          </a:bodyPr>
          <a:lstStyle/>
          <a:p>
            <a:pPr marL="171450" indent="-171450">
              <a:buFont typeface="Arial" panose="020B0604020202020204" pitchFamily="34" charset="0"/>
              <a:buChar char="•"/>
            </a:pPr>
            <a:r>
              <a:rPr lang="en-US" sz="1200" b="1"/>
              <a:t>Rule-based Python engine </a:t>
            </a:r>
            <a:r>
              <a:rPr lang="en-US" sz="1200"/>
              <a:t>for intelligent case resolution recommendations.</a:t>
            </a:r>
          </a:p>
          <a:p>
            <a:pPr marL="171450" indent="-171450">
              <a:buFont typeface="Arial" panose="020B0604020202020204" pitchFamily="34" charset="0"/>
              <a:buChar char="•"/>
            </a:pPr>
            <a:r>
              <a:rPr lang="en-US" sz="1200" b="1"/>
              <a:t>AI-powered</a:t>
            </a:r>
            <a:r>
              <a:rPr lang="en-US" sz="1200"/>
              <a:t> third-party research using Gemini.</a:t>
            </a:r>
            <a:endParaRPr lang="en-US" sz="1200" b="0" i="0" u="none" strike="noStrike">
              <a:solidFill>
                <a:srgbClr val="1E1B2E"/>
              </a:solidFill>
              <a:effectLst/>
              <a:latin typeface="+mn-lt"/>
            </a:endParaRPr>
          </a:p>
          <a:p>
            <a:pPr marL="171450" indent="-171450">
              <a:buFont typeface="Arial" panose="020B0604020202020204" pitchFamily="34" charset="0"/>
              <a:buChar char="•"/>
            </a:pPr>
            <a:r>
              <a:rPr lang="en-US" sz="1200" b="1"/>
              <a:t>Automated CSV generation </a:t>
            </a:r>
            <a:r>
              <a:rPr lang="en-US" sz="1200"/>
              <a:t>to complete the resolution workflow.</a:t>
            </a:r>
            <a:endParaRPr lang="en-IN" sz="1200">
              <a:latin typeface="+mn-lt"/>
            </a:endParaRPr>
          </a:p>
        </p:txBody>
      </p:sp>
      <p:sp>
        <p:nvSpPr>
          <p:cNvPr id="52" name="TextBox 51">
            <a:extLst>
              <a:ext uri="{FF2B5EF4-FFF2-40B4-BE49-F238E27FC236}">
                <a16:creationId xmlns:a16="http://schemas.microsoft.com/office/drawing/2014/main" id="{2E33398B-39D1-8167-5120-0599D1F5671E}"/>
              </a:ext>
            </a:extLst>
          </p:cNvPr>
          <p:cNvSpPr txBox="1"/>
          <p:nvPr/>
        </p:nvSpPr>
        <p:spPr>
          <a:xfrm>
            <a:off x="680461" y="1644884"/>
            <a:ext cx="3562883" cy="1092607"/>
          </a:xfrm>
          <a:prstGeom prst="rect">
            <a:avLst/>
          </a:prstGeom>
          <a:noFill/>
        </p:spPr>
        <p:txBody>
          <a:bodyPr wrap="square">
            <a:spAutoFit/>
          </a:bodyPr>
          <a:lstStyle/>
          <a:p>
            <a:pPr marL="171450" lvl="0" indent="-171450" algn="l" rtl="0">
              <a:buSzPct val="100000"/>
              <a:buFont typeface="Arial" panose="020B0604020202020204" pitchFamily="34" charset="0"/>
              <a:buChar char="•"/>
              <a:defRPr/>
            </a:pPr>
            <a:r>
              <a:rPr lang="en-US" sz="1200" b="1">
                <a:solidFill>
                  <a:schemeClr val="tx1"/>
                </a:solidFill>
              </a:rPr>
              <a:t>95%</a:t>
            </a:r>
            <a:r>
              <a:rPr lang="en-US" sz="1200">
                <a:solidFill>
                  <a:schemeClr val="tx1"/>
                </a:solidFill>
              </a:rPr>
              <a:t> TP&amp;O cases/month requires multi-system navigation for business rules validation and third party research</a:t>
            </a:r>
          </a:p>
          <a:p>
            <a:pPr marL="171450" lvl="0" indent="-171450" algn="l" rtl="0">
              <a:buSzPct val="100000"/>
              <a:buFont typeface="Arial" panose="020B0604020202020204" pitchFamily="34" charset="0"/>
              <a:buChar char="•"/>
              <a:defRPr/>
            </a:pPr>
            <a:r>
              <a:rPr lang="en-US" sz="1200">
                <a:solidFill>
                  <a:schemeClr val="tx1"/>
                </a:solidFill>
              </a:rPr>
              <a:t>Consumes </a:t>
            </a:r>
            <a:r>
              <a:rPr lang="en-US" sz="1200" b="1">
                <a:solidFill>
                  <a:schemeClr val="tx1"/>
                </a:solidFill>
              </a:rPr>
              <a:t>5–10 min per case</a:t>
            </a:r>
            <a:r>
              <a:rPr lang="en-US" sz="1200">
                <a:solidFill>
                  <a:schemeClr val="tx1"/>
                </a:solidFill>
              </a:rPr>
              <a:t>; manual form-filling drives SLA risk &amp; data errors</a:t>
            </a:r>
            <a:r>
              <a:rPr lang="en-IN" sz="1200">
                <a:solidFill>
                  <a:schemeClr val="tx1"/>
                </a:solidFill>
              </a:rPr>
              <a:t>​</a:t>
            </a:r>
          </a:p>
        </p:txBody>
      </p:sp>
      <p:sp>
        <p:nvSpPr>
          <p:cNvPr id="56" name="Right Brace 55">
            <a:extLst>
              <a:ext uri="{FF2B5EF4-FFF2-40B4-BE49-F238E27FC236}">
                <a16:creationId xmlns:a16="http://schemas.microsoft.com/office/drawing/2014/main" id="{EC7E1EE1-B1B2-E322-AFC3-962F05A42E82}"/>
              </a:ext>
            </a:extLst>
          </p:cNvPr>
          <p:cNvSpPr/>
          <p:nvPr/>
        </p:nvSpPr>
        <p:spPr>
          <a:xfrm rot="16200000">
            <a:off x="2116147" y="3686343"/>
            <a:ext cx="144000" cy="2196000"/>
          </a:xfrm>
          <a:prstGeom prst="rightBrace">
            <a:avLst>
              <a:gd name="adj1" fmla="val 8333"/>
              <a:gd name="adj2" fmla="val 50394"/>
            </a:avLst>
          </a:prstGeom>
          <a:ln>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7" name="Text 10">
            <a:extLst>
              <a:ext uri="{FF2B5EF4-FFF2-40B4-BE49-F238E27FC236}">
                <a16:creationId xmlns:a16="http://schemas.microsoft.com/office/drawing/2014/main" id="{FCDEB6EC-A126-2E23-F02E-4F2A4EDFE656}"/>
              </a:ext>
            </a:extLst>
          </p:cNvPr>
          <p:cNvSpPr/>
          <p:nvPr/>
        </p:nvSpPr>
        <p:spPr>
          <a:xfrm>
            <a:off x="1190600" y="4447182"/>
            <a:ext cx="2099386" cy="372930"/>
          </a:xfrm>
          <a:prstGeom prst="rect">
            <a:avLst/>
          </a:prstGeom>
          <a:noFill/>
          <a:ln/>
        </p:spPr>
        <p:txBody>
          <a:bodyPr wrap="square" lIns="0" tIns="101600" rIns="0" bIns="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chemeClr val="bg2"/>
                </a:solidFill>
                <a:effectLst/>
                <a:uLnTx/>
                <a:uFillTx/>
                <a:latin typeface="FedEx Sans Regular"/>
                <a:ea typeface="Calibri" pitchFamily="34" charset="-122"/>
                <a:cs typeface="Calibri" pitchFamily="34" charset="-120"/>
              </a:rPr>
              <a:t>Optix 1.0</a:t>
            </a:r>
          </a:p>
        </p:txBody>
      </p:sp>
      <p:sp>
        <p:nvSpPr>
          <p:cNvPr id="58" name="Text 10">
            <a:extLst>
              <a:ext uri="{FF2B5EF4-FFF2-40B4-BE49-F238E27FC236}">
                <a16:creationId xmlns:a16="http://schemas.microsoft.com/office/drawing/2014/main" id="{68085548-9987-6921-9634-661F569A1100}"/>
              </a:ext>
            </a:extLst>
          </p:cNvPr>
          <p:cNvSpPr/>
          <p:nvPr/>
        </p:nvSpPr>
        <p:spPr>
          <a:xfrm>
            <a:off x="663932" y="4396354"/>
            <a:ext cx="1293763" cy="444438"/>
          </a:xfrm>
          <a:prstGeom prst="rect">
            <a:avLst/>
          </a:prstGeom>
          <a:noFill/>
          <a:ln/>
        </p:spPr>
        <p:txBody>
          <a:bodyPr wrap="square" lIns="0" tIns="10160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chemeClr val="tx1"/>
                </a:solidFill>
                <a:effectLst/>
                <a:uLnTx/>
                <a:uFillTx/>
                <a:latin typeface="FedEx Sans Regular"/>
                <a:ea typeface="Calibri" pitchFamily="34" charset="-122"/>
                <a:cs typeface="Calibri" pitchFamily="34" charset="-120"/>
              </a:rPr>
              <a:t>Progress </a:t>
            </a:r>
            <a:r>
              <a:rPr kumimoji="0" lang="en-US" sz="1050" b="1" i="0" u="none" strike="noStrike" kern="1200" cap="none" spc="0" normalizeH="0" baseline="0" noProof="0">
                <a:ln>
                  <a:noFill/>
                </a:ln>
                <a:solidFill>
                  <a:schemeClr val="tx1"/>
                </a:solidFill>
                <a:effectLst/>
                <a:uLnTx/>
                <a:uFillTx/>
                <a:latin typeface="FedEx Sans Regular"/>
                <a:ea typeface="Calibri" pitchFamily="34" charset="-122"/>
                <a:cs typeface="Calibri" pitchFamily="34" charset="-120"/>
              </a:rPr>
              <a:t>Timeline</a:t>
            </a:r>
            <a:endParaRPr kumimoji="0" lang="en-US" sz="1100" b="1" i="0" u="none" strike="noStrike" kern="1200" cap="none" spc="0" normalizeH="0" baseline="0" noProof="0">
              <a:ln>
                <a:noFill/>
              </a:ln>
              <a:solidFill>
                <a:schemeClr val="tx1"/>
              </a:solidFill>
              <a:effectLst/>
              <a:uLnTx/>
              <a:uFillTx/>
              <a:latin typeface="FedEx Sans Regular"/>
              <a:ea typeface="Calibri" pitchFamily="34" charset="-122"/>
              <a:cs typeface="Calibri" pitchFamily="34" charset="-120"/>
            </a:endParaRPr>
          </a:p>
        </p:txBody>
      </p:sp>
      <p:sp>
        <p:nvSpPr>
          <p:cNvPr id="59" name="Right Brace 58">
            <a:extLst>
              <a:ext uri="{FF2B5EF4-FFF2-40B4-BE49-F238E27FC236}">
                <a16:creationId xmlns:a16="http://schemas.microsoft.com/office/drawing/2014/main" id="{4B7D5C53-9B29-415F-DEF8-A69A3F7CED00}"/>
              </a:ext>
            </a:extLst>
          </p:cNvPr>
          <p:cNvSpPr/>
          <p:nvPr/>
        </p:nvSpPr>
        <p:spPr>
          <a:xfrm rot="16200000">
            <a:off x="4269812" y="3787250"/>
            <a:ext cx="162869" cy="1995006"/>
          </a:xfrm>
          <a:prstGeom prst="rightBrace">
            <a:avLst>
              <a:gd name="adj1" fmla="val 8333"/>
              <a:gd name="adj2" fmla="val 50394"/>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schemeClr val="accent2"/>
              </a:solidFill>
            </a:endParaRPr>
          </a:p>
        </p:txBody>
      </p:sp>
      <p:sp>
        <p:nvSpPr>
          <p:cNvPr id="61" name="Text 10">
            <a:extLst>
              <a:ext uri="{FF2B5EF4-FFF2-40B4-BE49-F238E27FC236}">
                <a16:creationId xmlns:a16="http://schemas.microsoft.com/office/drawing/2014/main" id="{E35E99F7-A501-B4CF-DD1B-9D2F3EC07259}"/>
              </a:ext>
            </a:extLst>
          </p:cNvPr>
          <p:cNvSpPr/>
          <p:nvPr/>
        </p:nvSpPr>
        <p:spPr>
          <a:xfrm>
            <a:off x="3469136" y="4439418"/>
            <a:ext cx="2099386" cy="372930"/>
          </a:xfrm>
          <a:prstGeom prst="rect">
            <a:avLst/>
          </a:prstGeom>
          <a:noFill/>
          <a:ln/>
        </p:spPr>
        <p:txBody>
          <a:bodyPr wrap="square" lIns="0" tIns="101600" rIns="0" bIns="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chemeClr val="accent2"/>
                </a:solidFill>
                <a:effectLst/>
                <a:uLnTx/>
                <a:uFillTx/>
                <a:latin typeface="FedEx Sans Regular"/>
                <a:ea typeface="Calibri" pitchFamily="34" charset="-122"/>
                <a:cs typeface="Calibri" pitchFamily="34" charset="-120"/>
              </a:rPr>
              <a:t>Optix 2.0</a:t>
            </a:r>
          </a:p>
        </p:txBody>
      </p:sp>
      <p:sp>
        <p:nvSpPr>
          <p:cNvPr id="129" name="Right Brace 128">
            <a:extLst>
              <a:ext uri="{FF2B5EF4-FFF2-40B4-BE49-F238E27FC236}">
                <a16:creationId xmlns:a16="http://schemas.microsoft.com/office/drawing/2014/main" id="{4E861FB1-6933-F850-612D-8E9EC8ECC932}"/>
              </a:ext>
            </a:extLst>
          </p:cNvPr>
          <p:cNvSpPr/>
          <p:nvPr/>
        </p:nvSpPr>
        <p:spPr>
          <a:xfrm rot="16200000">
            <a:off x="8907254" y="3318036"/>
            <a:ext cx="144000" cy="2916000"/>
          </a:xfrm>
          <a:prstGeom prst="rightBrace">
            <a:avLst>
              <a:gd name="adj1" fmla="val 8333"/>
              <a:gd name="adj2" fmla="val 50394"/>
            </a:avLst>
          </a:prstGeom>
          <a:ln>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schemeClr val="accent2"/>
              </a:solidFill>
            </a:endParaRPr>
          </a:p>
        </p:txBody>
      </p:sp>
      <p:sp>
        <p:nvSpPr>
          <p:cNvPr id="130" name="Text 10">
            <a:extLst>
              <a:ext uri="{FF2B5EF4-FFF2-40B4-BE49-F238E27FC236}">
                <a16:creationId xmlns:a16="http://schemas.microsoft.com/office/drawing/2014/main" id="{C430676E-FB13-9B99-C038-E2737D1B24E2}"/>
              </a:ext>
            </a:extLst>
          </p:cNvPr>
          <p:cNvSpPr/>
          <p:nvPr/>
        </p:nvSpPr>
        <p:spPr>
          <a:xfrm>
            <a:off x="7729037" y="4422906"/>
            <a:ext cx="2099386" cy="372930"/>
          </a:xfrm>
          <a:prstGeom prst="rect">
            <a:avLst/>
          </a:prstGeom>
          <a:noFill/>
          <a:ln/>
        </p:spPr>
        <p:txBody>
          <a:bodyPr wrap="square" lIns="0" tIns="101600" rIns="0" bIns="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chemeClr val="accent3"/>
                </a:solidFill>
                <a:effectLst/>
                <a:uLnTx/>
                <a:uFillTx/>
                <a:latin typeface="FedEx Sans Regular"/>
                <a:ea typeface="Calibri" pitchFamily="34" charset="-122"/>
                <a:cs typeface="Calibri" pitchFamily="34" charset="-120"/>
              </a:rPr>
              <a:t>Optix</a:t>
            </a:r>
            <a:r>
              <a:rPr kumimoji="0" lang="en-US" sz="1100" b="1" i="0" u="none" strike="noStrike" kern="1200" cap="none" spc="0" normalizeH="0" baseline="0" noProof="0">
                <a:ln>
                  <a:noFill/>
                </a:ln>
                <a:solidFill>
                  <a:schemeClr val="accent2"/>
                </a:solidFill>
                <a:effectLst/>
                <a:uLnTx/>
                <a:uFillTx/>
                <a:latin typeface="FedEx Sans Regular"/>
                <a:ea typeface="Calibri" pitchFamily="34" charset="-122"/>
                <a:cs typeface="Calibri" pitchFamily="34" charset="-120"/>
              </a:rPr>
              <a:t> </a:t>
            </a:r>
            <a:r>
              <a:rPr lang="en-US" sz="1100" b="1" kern="1200">
                <a:solidFill>
                  <a:schemeClr val="accent3"/>
                </a:solidFill>
                <a:latin typeface="FedEx Sans Regular"/>
                <a:ea typeface="Calibri" pitchFamily="34" charset="-122"/>
                <a:cs typeface="Calibri" pitchFamily="34" charset="-120"/>
              </a:rPr>
              <a:t>4</a:t>
            </a:r>
            <a:r>
              <a:rPr kumimoji="0" lang="en-US" sz="1100" b="1" i="0" u="none" strike="noStrike" kern="1200" cap="none" spc="0" normalizeH="0" baseline="0" noProof="0">
                <a:ln>
                  <a:noFill/>
                </a:ln>
                <a:solidFill>
                  <a:schemeClr val="accent3"/>
                </a:solidFill>
                <a:effectLst/>
                <a:uLnTx/>
                <a:uFillTx/>
                <a:latin typeface="FedEx Sans Regular"/>
                <a:ea typeface="Calibri" pitchFamily="34" charset="-122"/>
                <a:cs typeface="Calibri" pitchFamily="34" charset="-120"/>
              </a:rPr>
              <a:t>.0</a:t>
            </a:r>
          </a:p>
        </p:txBody>
      </p:sp>
      <p:sp>
        <p:nvSpPr>
          <p:cNvPr id="136" name="TextBox 135">
            <a:extLst>
              <a:ext uri="{FF2B5EF4-FFF2-40B4-BE49-F238E27FC236}">
                <a16:creationId xmlns:a16="http://schemas.microsoft.com/office/drawing/2014/main" id="{1F2762BC-2237-5868-6ECA-D2FE64779899}"/>
              </a:ext>
            </a:extLst>
          </p:cNvPr>
          <p:cNvSpPr txBox="1"/>
          <p:nvPr/>
        </p:nvSpPr>
        <p:spPr>
          <a:xfrm>
            <a:off x="6059215" y="4835279"/>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lang="en-US" sz="1100" kern="1200">
                <a:solidFill>
                  <a:srgbClr val="333333"/>
                </a:solidFill>
              </a:rPr>
              <a:t>May</a:t>
            </a: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’26</a:t>
            </a:r>
          </a:p>
        </p:txBody>
      </p:sp>
      <p:sp>
        <p:nvSpPr>
          <p:cNvPr id="138" name="Text Placeholder 105">
            <a:extLst>
              <a:ext uri="{FF2B5EF4-FFF2-40B4-BE49-F238E27FC236}">
                <a16:creationId xmlns:a16="http://schemas.microsoft.com/office/drawing/2014/main" id="{215F414D-5663-F42C-D4DA-6D30DB82963E}"/>
              </a:ext>
            </a:extLst>
          </p:cNvPr>
          <p:cNvSpPr txBox="1">
            <a:spLocks/>
          </p:cNvSpPr>
          <p:nvPr/>
        </p:nvSpPr>
        <p:spPr>
          <a:xfrm>
            <a:off x="5851019" y="5342982"/>
            <a:ext cx="1306071"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GE Agents for OOB, DM/HQ, Attribute &amp; WWS seg update</a:t>
            </a:r>
            <a:endParaRPr kumimoji="0" lang="en-US" sz="1000" b="0"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39" name="Isosceles Triangle 138">
            <a:extLst>
              <a:ext uri="{FF2B5EF4-FFF2-40B4-BE49-F238E27FC236}">
                <a16:creationId xmlns:a16="http://schemas.microsoft.com/office/drawing/2014/main" id="{BEF7B7BD-EFDF-B3BD-8DA8-C6B0AB3DF00E}"/>
              </a:ext>
            </a:extLst>
          </p:cNvPr>
          <p:cNvSpPr/>
          <p:nvPr/>
        </p:nvSpPr>
        <p:spPr>
          <a:xfrm rot="5400000">
            <a:off x="6201322" y="5135610"/>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40" name="Right Brace 139">
            <a:extLst>
              <a:ext uri="{FF2B5EF4-FFF2-40B4-BE49-F238E27FC236}">
                <a16:creationId xmlns:a16="http://schemas.microsoft.com/office/drawing/2014/main" id="{B10F91C8-57C0-93FC-AF64-7A1DFFE6DFE4}"/>
              </a:ext>
            </a:extLst>
          </p:cNvPr>
          <p:cNvSpPr/>
          <p:nvPr/>
        </p:nvSpPr>
        <p:spPr>
          <a:xfrm rot="16200000">
            <a:off x="6373032" y="3735878"/>
            <a:ext cx="169301" cy="2071629"/>
          </a:xfrm>
          <a:prstGeom prst="rightBrace">
            <a:avLst>
              <a:gd name="adj1" fmla="val 8333"/>
              <a:gd name="adj2" fmla="val 50394"/>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solidFill>
                <a:schemeClr val="accent2"/>
              </a:solidFill>
            </a:endParaRPr>
          </a:p>
        </p:txBody>
      </p:sp>
      <p:sp>
        <p:nvSpPr>
          <p:cNvPr id="142" name="Text 10">
            <a:extLst>
              <a:ext uri="{FF2B5EF4-FFF2-40B4-BE49-F238E27FC236}">
                <a16:creationId xmlns:a16="http://schemas.microsoft.com/office/drawing/2014/main" id="{80143DB5-62F4-B225-BBA0-788FB0A07BB8}"/>
              </a:ext>
            </a:extLst>
          </p:cNvPr>
          <p:cNvSpPr/>
          <p:nvPr/>
        </p:nvSpPr>
        <p:spPr>
          <a:xfrm>
            <a:off x="5407989" y="4396850"/>
            <a:ext cx="2099386" cy="372930"/>
          </a:xfrm>
          <a:prstGeom prst="rect">
            <a:avLst/>
          </a:prstGeom>
          <a:noFill/>
          <a:ln/>
        </p:spPr>
        <p:txBody>
          <a:bodyPr wrap="square" lIns="0" tIns="101600" rIns="0" bIns="0" rtlCol="0" anchor="t"/>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chemeClr val="tx2"/>
                </a:solidFill>
                <a:effectLst/>
                <a:uLnTx/>
                <a:uFillTx/>
                <a:latin typeface="FedEx Sans Regular"/>
                <a:ea typeface="Calibri" pitchFamily="34" charset="-122"/>
                <a:cs typeface="Calibri" pitchFamily="34" charset="-120"/>
              </a:rPr>
              <a:t>Optix 3.0</a:t>
            </a:r>
          </a:p>
        </p:txBody>
      </p:sp>
      <p:cxnSp>
        <p:nvCxnSpPr>
          <p:cNvPr id="16" name="Straight Connector 15">
            <a:extLst>
              <a:ext uri="{FF2B5EF4-FFF2-40B4-BE49-F238E27FC236}">
                <a16:creationId xmlns:a16="http://schemas.microsoft.com/office/drawing/2014/main" id="{C4A73977-6FF5-98DC-C5D9-D8558046E585}"/>
              </a:ext>
            </a:extLst>
          </p:cNvPr>
          <p:cNvCxnSpPr>
            <a:cxnSpLocks/>
          </p:cNvCxnSpPr>
          <p:nvPr/>
        </p:nvCxnSpPr>
        <p:spPr>
          <a:xfrm>
            <a:off x="9093683" y="2808657"/>
            <a:ext cx="2177687" cy="827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FBBAEB6-422C-3890-9D3A-359E6C026A0D}"/>
              </a:ext>
            </a:extLst>
          </p:cNvPr>
          <p:cNvCxnSpPr>
            <a:cxnSpLocks/>
          </p:cNvCxnSpPr>
          <p:nvPr/>
        </p:nvCxnSpPr>
        <p:spPr>
          <a:xfrm>
            <a:off x="9169400" y="3460812"/>
            <a:ext cx="2101970" cy="6288"/>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98292C26-1366-C8EE-097E-82B6B7F342A9}"/>
              </a:ext>
            </a:extLst>
          </p:cNvPr>
          <p:cNvSpPr/>
          <p:nvPr/>
        </p:nvSpPr>
        <p:spPr>
          <a:xfrm>
            <a:off x="8365481" y="1622603"/>
            <a:ext cx="523814" cy="118605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13C3B2A0-DE83-6839-7847-4311F986D3E1}"/>
              </a:ext>
            </a:extLst>
          </p:cNvPr>
          <p:cNvSpPr/>
          <p:nvPr/>
        </p:nvSpPr>
        <p:spPr>
          <a:xfrm>
            <a:off x="9098801" y="2114931"/>
            <a:ext cx="282310" cy="282852"/>
          </a:xfrm>
          <a:prstGeom prst="ellipse">
            <a:avLst/>
          </a:prstGeom>
          <a:blipFill>
            <a:blip r:embed="rId11"/>
            <a:stretch>
              <a:fillRect/>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7" name="object 2">
            <a:extLst>
              <a:ext uri="{FF2B5EF4-FFF2-40B4-BE49-F238E27FC236}">
                <a16:creationId xmlns:a16="http://schemas.microsoft.com/office/drawing/2014/main" id="{3DCFDDB9-737F-A6FF-6F97-0CF019AC8A30}"/>
              </a:ext>
            </a:extLst>
          </p:cNvPr>
          <p:cNvPicPr/>
          <p:nvPr/>
        </p:nvPicPr>
        <p:blipFill>
          <a:blip r:embed="rId12" cstate="print"/>
          <a:stretch>
            <a:fillRect/>
          </a:stretch>
        </p:blipFill>
        <p:spPr>
          <a:xfrm>
            <a:off x="9093683" y="2949482"/>
            <a:ext cx="458669" cy="364461"/>
          </a:xfrm>
          <a:prstGeom prst="rect">
            <a:avLst/>
          </a:prstGeom>
        </p:spPr>
      </p:pic>
      <p:sp>
        <p:nvSpPr>
          <p:cNvPr id="24" name="TextBox 23">
            <a:extLst>
              <a:ext uri="{FF2B5EF4-FFF2-40B4-BE49-F238E27FC236}">
                <a16:creationId xmlns:a16="http://schemas.microsoft.com/office/drawing/2014/main" id="{6B005626-E8D9-3566-E9D6-47B6E7B38D0B}"/>
              </a:ext>
            </a:extLst>
          </p:cNvPr>
          <p:cNvSpPr txBox="1"/>
          <p:nvPr/>
        </p:nvSpPr>
        <p:spPr>
          <a:xfrm rot="16200000">
            <a:off x="8080929" y="2031814"/>
            <a:ext cx="1048320" cy="430887"/>
          </a:xfrm>
          <a:prstGeom prst="rect">
            <a:avLst/>
          </a:prstGeom>
          <a:noFill/>
        </p:spPr>
        <p:txBody>
          <a:bodyPr wrap="square" lIns="0" tIns="0" rIns="0" bIns="0" rtlCol="0">
            <a:spAutoFit/>
          </a:bodyPr>
          <a:lstStyle/>
          <a:p>
            <a:pPr algn="ctr">
              <a:spcAft>
                <a:spcPts val="0"/>
              </a:spcAft>
            </a:pPr>
            <a:r>
              <a:rPr lang="en-US" sz="1400" b="1">
                <a:solidFill>
                  <a:schemeClr val="bg1"/>
                </a:solidFill>
                <a:latin typeface="FedEx Sans Regular"/>
                <a:ea typeface="FedEx Sans Light" panose="020B0403020203020204" pitchFamily="34" charset="0"/>
                <a:cs typeface="FedEx Sans Light" panose="020B0403020203020204" pitchFamily="34" charset="0"/>
              </a:rPr>
              <a:t>Demo</a:t>
            </a:r>
            <a:r>
              <a:rPr lang="en-US" sz="1400" b="0" i="0">
                <a:solidFill>
                  <a:schemeClr val="bg1"/>
                </a:solidFill>
                <a:latin typeface="FedEx Sans" panose="020B0603020203020204" pitchFamily="34" charset="0"/>
                <a:ea typeface="FedEx Sans" panose="020B0603020203020204" pitchFamily="34" charset="0"/>
                <a:cs typeface="FedEx Sans" panose="020B0603020203020204" pitchFamily="34" charset="0"/>
              </a:rPr>
              <a:t> </a:t>
            </a:r>
            <a:r>
              <a:rPr lang="en-US" sz="1400" b="1">
                <a:solidFill>
                  <a:schemeClr val="bg1"/>
                </a:solidFill>
                <a:latin typeface="FedEx Sans Regular"/>
                <a:ea typeface="FedEx Sans Light" panose="020B0403020203020204" pitchFamily="34" charset="0"/>
                <a:cs typeface="FedEx Sans Light" panose="020B0403020203020204" pitchFamily="34" charset="0"/>
              </a:rPr>
              <a:t>Session</a:t>
            </a:r>
          </a:p>
        </p:txBody>
      </p:sp>
      <p:sp>
        <p:nvSpPr>
          <p:cNvPr id="166" name="Rectangle 165">
            <a:extLst>
              <a:ext uri="{FF2B5EF4-FFF2-40B4-BE49-F238E27FC236}">
                <a16:creationId xmlns:a16="http://schemas.microsoft.com/office/drawing/2014/main" id="{3DBCC7B5-E006-4E61-84F4-65DA6671B70D}"/>
              </a:ext>
            </a:extLst>
          </p:cNvPr>
          <p:cNvSpPr/>
          <p:nvPr/>
        </p:nvSpPr>
        <p:spPr>
          <a:xfrm>
            <a:off x="8363441" y="2835196"/>
            <a:ext cx="523814" cy="6143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C1C84DD-6383-07F1-EA62-3751F8ADF4BE}"/>
              </a:ext>
            </a:extLst>
          </p:cNvPr>
          <p:cNvSpPr txBox="1"/>
          <p:nvPr/>
        </p:nvSpPr>
        <p:spPr>
          <a:xfrm rot="16200000">
            <a:off x="8213025" y="3008477"/>
            <a:ext cx="705330" cy="252763"/>
          </a:xfrm>
          <a:prstGeom prst="rect">
            <a:avLst/>
          </a:prstGeom>
          <a:noFill/>
        </p:spPr>
        <p:txBody>
          <a:bodyPr wrap="square" lIns="0" tIns="0" rIns="0" bIns="0" rtlCol="0">
            <a:spAutoFit/>
          </a:bodyPr>
          <a:lstStyle/>
          <a:p>
            <a:pPr algn="ctr">
              <a:lnSpc>
                <a:spcPct val="130000"/>
              </a:lnSpc>
            </a:pPr>
            <a:r>
              <a:rPr lang="en-US" sz="1400" b="1">
                <a:solidFill>
                  <a:schemeClr val="bg1"/>
                </a:solidFill>
                <a:latin typeface="FedEx Sans Regular"/>
                <a:ea typeface="FedEx Sans Light" panose="020B0403020203020204" pitchFamily="34" charset="0"/>
                <a:cs typeface="FedEx Sans Light" panose="020B0403020203020204" pitchFamily="34" charset="0"/>
              </a:rPr>
              <a:t>PPQA</a:t>
            </a:r>
          </a:p>
        </p:txBody>
      </p:sp>
      <p:sp>
        <p:nvSpPr>
          <p:cNvPr id="170" name="Rectangle 169">
            <a:extLst>
              <a:ext uri="{FF2B5EF4-FFF2-40B4-BE49-F238E27FC236}">
                <a16:creationId xmlns:a16="http://schemas.microsoft.com/office/drawing/2014/main" id="{44A009E1-A6C9-F6D0-4085-FB21E781F935}"/>
              </a:ext>
            </a:extLst>
          </p:cNvPr>
          <p:cNvSpPr/>
          <p:nvPr/>
        </p:nvSpPr>
        <p:spPr>
          <a:xfrm>
            <a:off x="8365481" y="3470607"/>
            <a:ext cx="523814" cy="9360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DAD5B63E-FACF-D888-D1E6-8F1C0F38D2A7}"/>
              </a:ext>
            </a:extLst>
          </p:cNvPr>
          <p:cNvSpPr txBox="1"/>
          <p:nvPr/>
        </p:nvSpPr>
        <p:spPr>
          <a:xfrm rot="16200000">
            <a:off x="8143612" y="3696019"/>
            <a:ext cx="974105" cy="430887"/>
          </a:xfrm>
          <a:prstGeom prst="rect">
            <a:avLst/>
          </a:prstGeom>
          <a:noFill/>
        </p:spPr>
        <p:txBody>
          <a:bodyPr wrap="square" lIns="0" tIns="0" rIns="0" bIns="0" rtlCol="0">
            <a:spAutoFit/>
          </a:bodyPr>
          <a:lstStyle/>
          <a:p>
            <a:pPr algn="ctr">
              <a:spcAft>
                <a:spcPts val="0"/>
              </a:spcAft>
            </a:pPr>
            <a:r>
              <a:rPr lang="en-US" sz="1400" b="1">
                <a:solidFill>
                  <a:schemeClr val="bg1"/>
                </a:solidFill>
                <a:latin typeface="FedEx Sans Regular"/>
                <a:ea typeface="FedEx Sans Light" panose="020B0403020203020204" pitchFamily="34" charset="0"/>
                <a:cs typeface="FedEx Sans Light" panose="020B0403020203020204" pitchFamily="34" charset="0"/>
              </a:rPr>
              <a:t>Cross collab</a:t>
            </a:r>
          </a:p>
        </p:txBody>
      </p:sp>
      <p:sp>
        <p:nvSpPr>
          <p:cNvPr id="171" name="TextBox 170">
            <a:extLst>
              <a:ext uri="{FF2B5EF4-FFF2-40B4-BE49-F238E27FC236}">
                <a16:creationId xmlns:a16="http://schemas.microsoft.com/office/drawing/2014/main" id="{0D7CE6F9-9D76-049A-B575-0969E4AD8D50}"/>
              </a:ext>
            </a:extLst>
          </p:cNvPr>
          <p:cNvSpPr txBox="1"/>
          <p:nvPr/>
        </p:nvSpPr>
        <p:spPr>
          <a:xfrm>
            <a:off x="4823811" y="1714010"/>
            <a:ext cx="3199419" cy="456728"/>
          </a:xfrm>
          <a:prstGeom prst="rect">
            <a:avLst/>
          </a:prstGeom>
          <a:noFill/>
        </p:spPr>
        <p:txBody>
          <a:bodyPr wrap="square" lIns="0" tIns="0" rIns="0" bIns="0" rtlCol="0">
            <a:spAutoFit/>
          </a:bodyPr>
          <a:lstStyle/>
          <a:p>
            <a:pPr algn="l">
              <a:lnSpc>
                <a:spcPct val="130000"/>
              </a:lnSpc>
            </a:pPr>
            <a:r>
              <a:rPr lang="en-US" sz="1200"/>
              <a:t>Following action items were identified from </a:t>
            </a:r>
            <a:r>
              <a:rPr lang="en-US" sz="1200" b="1"/>
              <a:t>last meeting (18/3)</a:t>
            </a:r>
          </a:p>
        </p:txBody>
      </p:sp>
    </p:spTree>
    <p:extLst>
      <p:ext uri="{BB962C8B-B14F-4D97-AF65-F5344CB8AC3E}">
        <p14:creationId xmlns:p14="http://schemas.microsoft.com/office/powerpoint/2010/main" val="15984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C146D1-BB27-CBD0-4E6D-E166316B1EFD}"/>
            </a:ext>
          </a:extLst>
        </p:cNvPr>
        <p:cNvGrpSpPr/>
        <p:nvPr/>
      </p:nvGrpSpPr>
      <p:grpSpPr>
        <a:xfrm>
          <a:off x="0" y="0"/>
          <a:ext cx="0" cy="0"/>
          <a:chOff x="0" y="0"/>
          <a:chExt cx="0" cy="0"/>
        </a:xfrm>
      </p:grpSpPr>
      <p:sp>
        <p:nvSpPr>
          <p:cNvPr id="27" name="Footer Placeholder 3">
            <a:extLst>
              <a:ext uri="{FF2B5EF4-FFF2-40B4-BE49-F238E27FC236}">
                <a16:creationId xmlns:a16="http://schemas.microsoft.com/office/drawing/2014/main" id="{AD1E0197-97B5-EC80-9CA6-26249F6B5622}"/>
              </a:ext>
            </a:extLst>
          </p:cNvPr>
          <p:cNvSpPr>
            <a:spLocks noGrp="1"/>
          </p:cNvSpPr>
          <p:nvPr>
            <p:ph type="ftr" sz="quarter" idx="11"/>
          </p:nvPr>
        </p:nvSpPr>
        <p:spPr>
          <a:xfrm>
            <a:off x="571500" y="6374929"/>
            <a:ext cx="3543300" cy="219635"/>
          </a:xfrm>
        </p:spPr>
        <p:txBody>
          <a:bodyPr/>
          <a:lstStyle/>
          <a:p>
            <a:pPr>
              <a:lnSpc>
                <a:spcPct val="90000"/>
              </a:lnSpc>
            </a:pP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17" name="Title 16">
            <a:extLst>
              <a:ext uri="{FF2B5EF4-FFF2-40B4-BE49-F238E27FC236}">
                <a16:creationId xmlns:a16="http://schemas.microsoft.com/office/drawing/2014/main" id="{DF0A1889-E4F5-D8B7-C468-45218A2DC711}"/>
              </a:ext>
            </a:extLst>
          </p:cNvPr>
          <p:cNvSpPr>
            <a:spLocks noGrp="1"/>
          </p:cNvSpPr>
          <p:nvPr>
            <p:ph type="title"/>
          </p:nvPr>
        </p:nvSpPr>
        <p:spPr/>
        <p:txBody>
          <a:bodyPr/>
          <a:lstStyle/>
          <a:p>
            <a:r>
              <a:rPr lang="en-US" sz="2800" b="1"/>
              <a:t>OPTIX Recap:    </a:t>
            </a:r>
            <a:r>
              <a:rPr lang="en-US" sz="2800"/>
              <a:t> </a:t>
            </a:r>
            <a:br>
              <a:rPr lang="en-IN" sz="2800"/>
            </a:br>
            <a:endParaRPr lang="en-US" sz="2800"/>
          </a:p>
        </p:txBody>
      </p:sp>
      <p:sp>
        <p:nvSpPr>
          <p:cNvPr id="31" name="TextBox 30">
            <a:extLst>
              <a:ext uri="{FF2B5EF4-FFF2-40B4-BE49-F238E27FC236}">
                <a16:creationId xmlns:a16="http://schemas.microsoft.com/office/drawing/2014/main" id="{31F9AD03-FDBB-7AD7-156C-F9BF121120A7}"/>
              </a:ext>
            </a:extLst>
          </p:cNvPr>
          <p:cNvSpPr txBox="1"/>
          <p:nvPr/>
        </p:nvSpPr>
        <p:spPr>
          <a:xfrm>
            <a:off x="552584" y="1143316"/>
            <a:ext cx="11182449" cy="456728"/>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0" i="1" u="none" strike="noStrike" kern="1200" cap="none" spc="0" normalizeH="0" baseline="0" noProof="0">
                <a:ln>
                  <a:noFill/>
                </a:ln>
                <a:solidFill>
                  <a:srgbClr val="333333"/>
                </a:solidFill>
                <a:effectLst/>
                <a:uLnTx/>
                <a:uFillTx/>
                <a:latin typeface="+mn-lt"/>
                <a:ea typeface="+mn-ea"/>
                <a:cs typeface="+mn-cs"/>
              </a:rPr>
              <a:t>OPTIX has been selected as a </a:t>
            </a:r>
            <a:r>
              <a:rPr kumimoji="0" lang="en-US" sz="1200" b="1" i="1" u="none" strike="noStrike" kern="1200" cap="none" spc="0" normalizeH="0" baseline="0" noProof="0">
                <a:ln>
                  <a:noFill/>
                </a:ln>
                <a:solidFill>
                  <a:srgbClr val="333333"/>
                </a:solidFill>
                <a:effectLst/>
                <a:uLnTx/>
                <a:uFillTx/>
                <a:latin typeface="+mn-lt"/>
                <a:ea typeface="+mn-ea"/>
                <a:cs typeface="+mn-cs"/>
              </a:rPr>
              <a:t>premiere AI use case for the TP&amp;O team</a:t>
            </a:r>
            <a:r>
              <a:rPr kumimoji="0" lang="en-US" sz="1200" b="0" i="1" u="none" strike="noStrike" kern="1200" cap="none" spc="0" normalizeH="0" baseline="0" noProof="0">
                <a:ln>
                  <a:noFill/>
                </a:ln>
                <a:solidFill>
                  <a:srgbClr val="333333"/>
                </a:solidFill>
                <a:effectLst/>
                <a:uLnTx/>
                <a:uFillTx/>
                <a:latin typeface="+mn-lt"/>
                <a:ea typeface="+mn-ea"/>
                <a:cs typeface="+mn-cs"/>
              </a:rPr>
              <a:t>, directly driving our "</a:t>
            </a:r>
            <a:r>
              <a:rPr kumimoji="0" lang="en-US" sz="1200" b="1" i="1" u="none" strike="noStrike" kern="1200" cap="none" spc="0" normalizeH="0" baseline="0" noProof="0">
                <a:ln>
                  <a:noFill/>
                </a:ln>
                <a:solidFill>
                  <a:srgbClr val="333333"/>
                </a:solidFill>
                <a:effectLst/>
                <a:uLnTx/>
                <a:uFillTx/>
                <a:latin typeface="+mn-lt"/>
                <a:ea typeface="+mn-ea"/>
                <a:cs typeface="+mn-cs"/>
              </a:rPr>
              <a:t>Do More with Less</a:t>
            </a:r>
            <a:r>
              <a:rPr kumimoji="0" lang="en-US" sz="1200" b="0" i="1" u="none" strike="noStrike" kern="1200" cap="none" spc="0" normalizeH="0" baseline="0" noProof="0">
                <a:ln>
                  <a:noFill/>
                </a:ln>
                <a:solidFill>
                  <a:srgbClr val="333333"/>
                </a:solidFill>
                <a:effectLst/>
                <a:uLnTx/>
                <a:uFillTx/>
                <a:latin typeface="+mn-lt"/>
                <a:ea typeface="+mn-ea"/>
                <a:cs typeface="+mn-cs"/>
              </a:rPr>
              <a:t>" strategic mandate. By streamlining TP&amp;O-related workflows to deliver a seamless, superior sales experience, OPTIX actively advances our </a:t>
            </a:r>
            <a:r>
              <a:rPr kumimoji="0" lang="en-US" sz="1200" b="1" i="1" u="none" strike="noStrike" kern="1200" cap="none" spc="0" normalizeH="0" baseline="0" noProof="0">
                <a:ln>
                  <a:noFill/>
                </a:ln>
                <a:solidFill>
                  <a:srgbClr val="333333"/>
                </a:solidFill>
                <a:effectLst/>
                <a:uLnTx/>
                <a:uFillTx/>
                <a:latin typeface="+mn-lt"/>
                <a:ea typeface="+mn-ea"/>
                <a:cs typeface="+mn-cs"/>
              </a:rPr>
              <a:t>Revenue Quality Purple Chip</a:t>
            </a:r>
            <a:r>
              <a:rPr kumimoji="0" lang="en-US" sz="1200" b="0" i="1" u="none" strike="noStrike" kern="1200" cap="none" spc="0" normalizeH="0" baseline="0" noProof="0">
                <a:ln>
                  <a:noFill/>
                </a:ln>
                <a:solidFill>
                  <a:srgbClr val="333333"/>
                </a:solidFill>
                <a:effectLst/>
                <a:uLnTx/>
                <a:uFillTx/>
                <a:latin typeface="+mn-lt"/>
                <a:ea typeface="+mn-ea"/>
                <a:cs typeface="+mn-cs"/>
              </a:rPr>
              <a:t>.</a:t>
            </a:r>
          </a:p>
        </p:txBody>
      </p:sp>
      <p:sp>
        <p:nvSpPr>
          <p:cNvPr id="33" name="Rectangle : coins arrondis 10">
            <a:extLst>
              <a:ext uri="{FF2B5EF4-FFF2-40B4-BE49-F238E27FC236}">
                <a16:creationId xmlns:a16="http://schemas.microsoft.com/office/drawing/2014/main" id="{481874A0-A78C-D7FB-0ACE-17FBEA7E1432}"/>
              </a:ext>
            </a:extLst>
          </p:cNvPr>
          <p:cNvSpPr/>
          <p:nvPr/>
        </p:nvSpPr>
        <p:spPr>
          <a:xfrm rot="10800000" flipV="1">
            <a:off x="586209" y="1627813"/>
            <a:ext cx="3878850" cy="3144832"/>
          </a:xfrm>
          <a:prstGeom prst="roundRect">
            <a:avLst>
              <a:gd name="adj" fmla="val 0"/>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lvl="0" algn="l" rtl="0">
              <a:spcAft>
                <a:spcPts val="0"/>
              </a:spcAft>
              <a:buSzPct val="100000"/>
              <a:defRPr/>
            </a:pPr>
            <a:br>
              <a:rPr lang="en-IN" sz="1200">
                <a:solidFill>
                  <a:schemeClr val="tx1"/>
                </a:solidFill>
              </a:rPr>
            </a:br>
            <a:endParaRPr kumimoji="0" lang="en-US" sz="1200" b="0" i="0" u="none" strike="noStrike" kern="0" cap="none" spc="0" normalizeH="0" baseline="0" noProof="0">
              <a:ln>
                <a:noFill/>
              </a:ln>
              <a:solidFill>
                <a:schemeClr val="tx1"/>
              </a:solidFill>
              <a:effectLst/>
              <a:uLnTx/>
              <a:uFillTx/>
              <a:ea typeface="FedEx Sans Light" panose="020B0403020203020204" pitchFamily="34" charset="0"/>
              <a:cs typeface="FedEx Sans Light" panose="020B0403020203020204" pitchFamily="34" charset="0"/>
            </a:endParaRPr>
          </a:p>
        </p:txBody>
      </p:sp>
      <p:sp>
        <p:nvSpPr>
          <p:cNvPr id="34" name="Text 10">
            <a:extLst>
              <a:ext uri="{FF2B5EF4-FFF2-40B4-BE49-F238E27FC236}">
                <a16:creationId xmlns:a16="http://schemas.microsoft.com/office/drawing/2014/main" id="{CA73AA8B-099C-DF11-6F20-00433B80181C}"/>
              </a:ext>
            </a:extLst>
          </p:cNvPr>
          <p:cNvSpPr/>
          <p:nvPr/>
        </p:nvSpPr>
        <p:spPr>
          <a:xfrm>
            <a:off x="1550574" y="1620463"/>
            <a:ext cx="2584660" cy="366761"/>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rPr>
              <a:t>Problem</a:t>
            </a:r>
            <a:r>
              <a:rPr kumimoji="0" lang="en-US" sz="1400" b="1" i="0" u="none" strike="noStrike" kern="1200" cap="none" spc="0" normalizeH="0" baseline="0" noProof="0">
                <a:ln>
                  <a:noFill/>
                </a:ln>
                <a:solidFill>
                  <a:prstClr val="white"/>
                </a:solidFill>
                <a:effectLst/>
                <a:uLnTx/>
                <a:uFillTx/>
                <a:latin typeface="+mn-lt"/>
                <a:ea typeface="+mn-ea"/>
                <a:cs typeface="+mn-cs"/>
              </a:rPr>
              <a:t> </a:t>
            </a:r>
            <a:r>
              <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rPr>
              <a:t>Statement</a:t>
            </a:r>
          </a:p>
        </p:txBody>
      </p:sp>
      <p:sp>
        <p:nvSpPr>
          <p:cNvPr id="38" name="Rectangle : coins arrondis 10">
            <a:extLst>
              <a:ext uri="{FF2B5EF4-FFF2-40B4-BE49-F238E27FC236}">
                <a16:creationId xmlns:a16="http://schemas.microsoft.com/office/drawing/2014/main" id="{0C480322-265B-4C1D-9D61-1498A1484C2D}"/>
              </a:ext>
            </a:extLst>
          </p:cNvPr>
          <p:cNvSpPr/>
          <p:nvPr/>
        </p:nvSpPr>
        <p:spPr>
          <a:xfrm rot="10800000" flipV="1">
            <a:off x="4546691" y="1627813"/>
            <a:ext cx="3713933" cy="3145535"/>
          </a:xfrm>
          <a:prstGeom prst="roundRect">
            <a:avLst>
              <a:gd name="adj" fmla="val 263"/>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0" marR="0" lvl="0" indent="0" algn="l" defTabSz="914400" rtl="0" eaLnBrk="1" fontAlgn="auto" latinLnBrk="0" hangingPunct="1">
              <a:lnSpc>
                <a:spcPct val="100000"/>
              </a:lnSpc>
              <a:spcBef>
                <a:spcPts val="0"/>
              </a:spcBef>
              <a:spcAft>
                <a:spcPts val="600"/>
              </a:spcAft>
              <a:buClrTx/>
              <a:buSzPct val="100000"/>
              <a:buFontTx/>
              <a:buNone/>
              <a:tabLst/>
              <a:defRPr/>
            </a:pPr>
            <a:endParaRPr kumimoji="0" lang="en-US" sz="1000" b="0" i="0" u="none" strike="noStrike" kern="0" cap="none" spc="0" normalizeH="0" baseline="0" noProof="0">
              <a:ln>
                <a:noFill/>
              </a:ln>
              <a:solidFill>
                <a:srgbClr val="333333"/>
              </a:solidFill>
              <a:effectLst/>
              <a:uLnTx/>
              <a:uFillTx/>
              <a:ea typeface="FedEx Sans Light" panose="020B0403020203020204" pitchFamily="34" charset="0"/>
              <a:cs typeface="FedEx Sans Light" panose="020B0403020203020204" pitchFamily="34" charset="0"/>
            </a:endParaRPr>
          </a:p>
        </p:txBody>
      </p:sp>
      <p:sp>
        <p:nvSpPr>
          <p:cNvPr id="39" name="Rectangle : avec coins arrondis en haut 12">
            <a:extLst>
              <a:ext uri="{FF2B5EF4-FFF2-40B4-BE49-F238E27FC236}">
                <a16:creationId xmlns:a16="http://schemas.microsoft.com/office/drawing/2014/main" id="{C30EB148-C515-E8E2-5295-F654346EB94C}"/>
              </a:ext>
            </a:extLst>
          </p:cNvPr>
          <p:cNvSpPr/>
          <p:nvPr/>
        </p:nvSpPr>
        <p:spPr>
          <a:xfrm rot="10800000" flipH="1" flipV="1">
            <a:off x="4546694" y="1635473"/>
            <a:ext cx="3708289" cy="401692"/>
          </a:xfrm>
          <a:prstGeom prst="round2SameRect">
            <a:avLst>
              <a:gd name="adj1" fmla="val 0"/>
              <a:gd name="adj2"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b="1" i="0" u="none" strike="noStrike" kern="1200" cap="none" spc="0" normalizeH="0" baseline="0" noProof="0">
                <a:ln>
                  <a:noFill/>
                </a:ln>
                <a:solidFill>
                  <a:schemeClr val="tx2"/>
                </a:solidFill>
                <a:effectLst/>
                <a:uLnTx/>
                <a:uFillTx/>
                <a:ea typeface="Calibri" pitchFamily="34" charset="-122"/>
                <a:cs typeface="Calibri" pitchFamily="34" charset="-120"/>
              </a:rPr>
              <a:t>2. Action items Status</a:t>
            </a:r>
            <a:endParaRPr kumimoji="0" lang="en-IN" b="1" i="0" u="none" strike="noStrike" kern="1200" cap="none" spc="0" normalizeH="0" baseline="0" noProof="0">
              <a:ln>
                <a:noFill/>
              </a:ln>
              <a:solidFill>
                <a:schemeClr val="tx2"/>
              </a:solidFill>
              <a:effectLst/>
              <a:uLnTx/>
              <a:uFillTx/>
              <a:ea typeface="Calibri" pitchFamily="34" charset="-122"/>
              <a:cs typeface="Calibri" pitchFamily="34" charset="-120"/>
            </a:endParaRPr>
          </a:p>
        </p:txBody>
      </p:sp>
      <p:sp>
        <p:nvSpPr>
          <p:cNvPr id="37" name="Text 10">
            <a:extLst>
              <a:ext uri="{FF2B5EF4-FFF2-40B4-BE49-F238E27FC236}">
                <a16:creationId xmlns:a16="http://schemas.microsoft.com/office/drawing/2014/main" id="{C65CF4D0-13F0-9DEC-13DF-200930F9618C}"/>
              </a:ext>
            </a:extLst>
          </p:cNvPr>
          <p:cNvSpPr/>
          <p:nvPr/>
        </p:nvSpPr>
        <p:spPr>
          <a:xfrm>
            <a:off x="5470058" y="1620463"/>
            <a:ext cx="2474768" cy="368583"/>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endParaRPr>
          </a:p>
        </p:txBody>
      </p:sp>
      <p:sp>
        <p:nvSpPr>
          <p:cNvPr id="43" name="Rectangle : coins arrondis 10">
            <a:extLst>
              <a:ext uri="{FF2B5EF4-FFF2-40B4-BE49-F238E27FC236}">
                <a16:creationId xmlns:a16="http://schemas.microsoft.com/office/drawing/2014/main" id="{DF5998D8-0083-F2D9-672F-891146E2D3D4}"/>
              </a:ext>
            </a:extLst>
          </p:cNvPr>
          <p:cNvSpPr/>
          <p:nvPr/>
        </p:nvSpPr>
        <p:spPr>
          <a:xfrm rot="10800000" flipV="1">
            <a:off x="8315320" y="1627814"/>
            <a:ext cx="3280534" cy="3145536"/>
          </a:xfrm>
          <a:prstGeom prst="roundRect">
            <a:avLst>
              <a:gd name="adj" fmla="val 253"/>
            </a:avLst>
          </a:prstGeom>
          <a:solidFill>
            <a:schemeClr val="bg1"/>
          </a:solidFill>
          <a:ln>
            <a:solidFill>
              <a:srgbClr val="D9D9D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432000" bIns="576000" rtlCol="0" anchor="t"/>
          <a:lstStyle/>
          <a:p>
            <a:pPr marL="228600" marR="0" lvl="0" indent="-228600" algn="l" defTabSz="914400" rtl="0" eaLnBrk="1" fontAlgn="auto" latinLnBrk="0" hangingPunct="1">
              <a:lnSpc>
                <a:spcPct val="100000"/>
              </a:lnSpc>
              <a:spcBef>
                <a:spcPts val="0"/>
              </a:spcBef>
              <a:spcAft>
                <a:spcPts val="600"/>
              </a:spcAft>
              <a:buClrTx/>
              <a:buSzPct val="100000"/>
              <a:buFont typeface="+mj-lt"/>
              <a:buAutoNum type="arabicPeriod"/>
              <a:tabLst/>
              <a:defRPr/>
            </a:pPr>
            <a:endParaRPr kumimoji="0" lang="en-US" sz="1000" b="1" i="0" u="none" strike="noStrike" kern="0" cap="none" spc="0" normalizeH="0" baseline="0" noProof="0">
              <a:ln>
                <a:noFill/>
              </a:ln>
              <a:solidFill>
                <a:srgbClr val="333333"/>
              </a:solidFill>
              <a:effectLst/>
              <a:uLnTx/>
              <a:uFillTx/>
              <a:ea typeface="FedEx Sans Light" panose="020B0403020203020204" pitchFamily="34" charset="0"/>
              <a:cs typeface="FedEx Sans Light" panose="020B0403020203020204" pitchFamily="34" charset="0"/>
            </a:endParaRPr>
          </a:p>
        </p:txBody>
      </p:sp>
      <p:sp>
        <p:nvSpPr>
          <p:cNvPr id="44" name="Rectangle : avec coins arrondis en haut 12">
            <a:extLst>
              <a:ext uri="{FF2B5EF4-FFF2-40B4-BE49-F238E27FC236}">
                <a16:creationId xmlns:a16="http://schemas.microsoft.com/office/drawing/2014/main" id="{CE5F0253-8D20-2451-5E94-FAEFD2A5F185}"/>
              </a:ext>
            </a:extLst>
          </p:cNvPr>
          <p:cNvSpPr/>
          <p:nvPr/>
        </p:nvSpPr>
        <p:spPr>
          <a:xfrm rot="10800000" flipH="1" flipV="1">
            <a:off x="8315320" y="1635472"/>
            <a:ext cx="3280534" cy="404112"/>
          </a:xfrm>
          <a:prstGeom prst="round2SameRect">
            <a:avLst>
              <a:gd name="adj1" fmla="val 6602"/>
              <a:gd name="adj2"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b="1" i="0" u="none" strike="noStrike" kern="1200" cap="none" spc="0" normalizeH="0" baseline="0" noProof="0">
                <a:ln>
                  <a:noFill/>
                </a:ln>
                <a:solidFill>
                  <a:schemeClr val="tx2"/>
                </a:solidFill>
                <a:effectLst/>
                <a:uLnTx/>
                <a:uFillTx/>
                <a:ea typeface="Calibri" pitchFamily="34" charset="-122"/>
                <a:cs typeface="Calibri" pitchFamily="34" charset="-120"/>
              </a:rPr>
              <a:t>3. Highlights</a:t>
            </a:r>
            <a:endParaRPr kumimoji="0" lang="en-IN" b="1" i="0" u="none" strike="noStrike" kern="1200" cap="none" spc="0" normalizeH="0" baseline="0" noProof="0">
              <a:ln>
                <a:noFill/>
              </a:ln>
              <a:solidFill>
                <a:schemeClr val="tx2"/>
              </a:solidFill>
              <a:effectLst/>
              <a:uLnTx/>
              <a:uFillTx/>
              <a:ea typeface="Calibri" pitchFamily="34" charset="-122"/>
              <a:cs typeface="Calibri" pitchFamily="34" charset="-120"/>
            </a:endParaRPr>
          </a:p>
        </p:txBody>
      </p:sp>
      <p:sp>
        <p:nvSpPr>
          <p:cNvPr id="42" name="Text 10">
            <a:extLst>
              <a:ext uri="{FF2B5EF4-FFF2-40B4-BE49-F238E27FC236}">
                <a16:creationId xmlns:a16="http://schemas.microsoft.com/office/drawing/2014/main" id="{58FD523C-5675-D354-AEA0-4F16454AFD15}"/>
              </a:ext>
            </a:extLst>
          </p:cNvPr>
          <p:cNvSpPr/>
          <p:nvPr/>
        </p:nvSpPr>
        <p:spPr>
          <a:xfrm>
            <a:off x="9067765" y="1573156"/>
            <a:ext cx="2016666" cy="369474"/>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mn-lt"/>
              <a:ea typeface="Calibri" pitchFamily="34" charset="-122"/>
              <a:cs typeface="Calibri" pitchFamily="34" charset="-120"/>
            </a:endParaRPr>
          </a:p>
        </p:txBody>
      </p:sp>
      <p:pic>
        <p:nvPicPr>
          <p:cNvPr id="45" name="Graphic 44" descr="Badge Tick with solid fill">
            <a:extLst>
              <a:ext uri="{FF2B5EF4-FFF2-40B4-BE49-F238E27FC236}">
                <a16:creationId xmlns:a16="http://schemas.microsoft.com/office/drawing/2014/main" id="{3A3D1B7F-2FB4-451B-E1A1-79EEFBF458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86095" y="1703242"/>
            <a:ext cx="288000" cy="288000"/>
          </a:xfrm>
          <a:prstGeom prst="rect">
            <a:avLst/>
          </a:prstGeom>
        </p:spPr>
      </p:pic>
      <p:pic>
        <p:nvPicPr>
          <p:cNvPr id="46" name="Graphic 45" descr="Trophy with solid fill">
            <a:extLst>
              <a:ext uri="{FF2B5EF4-FFF2-40B4-BE49-F238E27FC236}">
                <a16:creationId xmlns:a16="http://schemas.microsoft.com/office/drawing/2014/main" id="{BF1C0614-2467-5CFD-1FAD-8851464D5E0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72374" y="1703242"/>
            <a:ext cx="288000" cy="297881"/>
          </a:xfrm>
          <a:prstGeom prst="rect">
            <a:avLst/>
          </a:prstGeom>
        </p:spPr>
      </p:pic>
      <p:graphicFrame>
        <p:nvGraphicFramePr>
          <p:cNvPr id="47" name="Table 46">
            <a:extLst>
              <a:ext uri="{FF2B5EF4-FFF2-40B4-BE49-F238E27FC236}">
                <a16:creationId xmlns:a16="http://schemas.microsoft.com/office/drawing/2014/main" id="{9D015719-582B-E755-2D47-F72BFB9705AB}"/>
              </a:ext>
            </a:extLst>
          </p:cNvPr>
          <p:cNvGraphicFramePr>
            <a:graphicFrameLocks noGrp="1"/>
          </p:cNvGraphicFramePr>
          <p:nvPr>
            <p:extLst>
              <p:ext uri="{D42A27DB-BD31-4B8C-83A1-F6EECF244321}">
                <p14:modId xmlns:p14="http://schemas.microsoft.com/office/powerpoint/2010/main" val="632932307"/>
              </p:ext>
            </p:extLst>
          </p:nvPr>
        </p:nvGraphicFramePr>
        <p:xfrm>
          <a:off x="4736658" y="2681190"/>
          <a:ext cx="3280534" cy="2058474"/>
        </p:xfrm>
        <a:graphic>
          <a:graphicData uri="http://schemas.openxmlformats.org/drawingml/2006/table">
            <a:tbl>
              <a:tblPr>
                <a:tableStyleId>{5C22544A-7EE6-4342-B048-85BDC9FD1C3A}</a:tableStyleId>
              </a:tblPr>
              <a:tblGrid>
                <a:gridCol w="225563">
                  <a:extLst>
                    <a:ext uri="{9D8B030D-6E8A-4147-A177-3AD203B41FA5}">
                      <a16:colId xmlns:a16="http://schemas.microsoft.com/office/drawing/2014/main" val="1793786000"/>
                    </a:ext>
                  </a:extLst>
                </a:gridCol>
                <a:gridCol w="2080683">
                  <a:extLst>
                    <a:ext uri="{9D8B030D-6E8A-4147-A177-3AD203B41FA5}">
                      <a16:colId xmlns:a16="http://schemas.microsoft.com/office/drawing/2014/main" val="3120727726"/>
                    </a:ext>
                  </a:extLst>
                </a:gridCol>
                <a:gridCol w="974288">
                  <a:extLst>
                    <a:ext uri="{9D8B030D-6E8A-4147-A177-3AD203B41FA5}">
                      <a16:colId xmlns:a16="http://schemas.microsoft.com/office/drawing/2014/main" val="1069534392"/>
                    </a:ext>
                  </a:extLst>
                </a:gridCol>
              </a:tblGrid>
              <a:tr h="439072">
                <a:tc>
                  <a:txBody>
                    <a:bodyPr/>
                    <a:lstStyle/>
                    <a:p>
                      <a:r>
                        <a:rPr lang="en-US" b="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95% Case category                              </a:t>
                      </a:r>
                    </a:p>
                    <a:p>
                      <a:r>
                        <a:rPr lang="en-US" b="0"/>
                        <a:t>Inclusion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a:r>
                        <a:rPr lang="en-US">
                          <a:solidFill>
                            <a:srgbClr val="008A00"/>
                          </a:solidFill>
                        </a:rPr>
                        <a:t>Live</a:t>
                      </a: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439072">
                <a:tc>
                  <a:txBody>
                    <a:bodyPr/>
                    <a:lstStyle/>
                    <a:p>
                      <a:r>
                        <a:rPr lang="en-US" b="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Owning Sales Feedback Form Process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439072">
                <a:tc>
                  <a:txBody>
                    <a:bodyPr/>
                    <a:lstStyle/>
                    <a:p>
                      <a:r>
                        <a:rPr lang="en-US" b="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Agents of Change</a:t>
                      </a:r>
                    </a:p>
                    <a:p>
                      <a:r>
                        <a:rPr lang="en-US" b="0"/>
                        <a:t>Workstream (US)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343437">
                <a:tc>
                  <a:txBody>
                    <a:bodyPr/>
                    <a:lstStyle/>
                    <a:p>
                      <a:r>
                        <a:rPr lang="en-US" b="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iSell API integration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343437">
                <a:tc>
                  <a:txBody>
                    <a:bodyPr/>
                    <a:lstStyle/>
                    <a:p>
                      <a:r>
                        <a:rPr lang="en-US" b="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Cloud Hosting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bl>
          </a:graphicData>
        </a:graphic>
      </p:graphicFrame>
      <p:sp>
        <p:nvSpPr>
          <p:cNvPr id="48" name="Oval 47">
            <a:extLst>
              <a:ext uri="{FF2B5EF4-FFF2-40B4-BE49-F238E27FC236}">
                <a16:creationId xmlns:a16="http://schemas.microsoft.com/office/drawing/2014/main" id="{7D27E6FE-DA9F-BA0B-77E7-A58379003EEA}"/>
              </a:ext>
            </a:extLst>
          </p:cNvPr>
          <p:cNvSpPr/>
          <p:nvPr/>
        </p:nvSpPr>
        <p:spPr>
          <a:xfrm>
            <a:off x="7088809" y="2810533"/>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C8EE1620-3344-B212-18DE-390F9D03AAE7}"/>
              </a:ext>
            </a:extLst>
          </p:cNvPr>
          <p:cNvSpPr/>
          <p:nvPr/>
        </p:nvSpPr>
        <p:spPr>
          <a:xfrm>
            <a:off x="7088809" y="3276703"/>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0" name="Picture 2" descr="A person in a suit&#10;&#10;AI-generated content may be incorrect.">
            <a:extLst>
              <a:ext uri="{FF2B5EF4-FFF2-40B4-BE49-F238E27FC236}">
                <a16:creationId xmlns:a16="http://schemas.microsoft.com/office/drawing/2014/main" id="{60853ACB-4485-65C2-490D-97CDB06AFC3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42277"/>
          <a:stretch>
            <a:fillRect/>
          </a:stretch>
        </p:blipFill>
        <p:spPr bwMode="auto">
          <a:xfrm>
            <a:off x="9015146" y="2849310"/>
            <a:ext cx="430570" cy="287845"/>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C5B18131-B374-771C-6BFC-1E8DB20EE05F}"/>
              </a:ext>
            </a:extLst>
          </p:cNvPr>
          <p:cNvSpPr txBox="1"/>
          <p:nvPr/>
        </p:nvSpPr>
        <p:spPr>
          <a:xfrm>
            <a:off x="9453468" y="2265478"/>
            <a:ext cx="2107307" cy="792653"/>
          </a:xfrm>
          <a:prstGeom prst="rect">
            <a:avLst/>
          </a:prstGeom>
          <a:noFill/>
        </p:spPr>
        <p:txBody>
          <a:bodyPr wrap="square" lIns="0" tIns="0" rIns="0" bIns="0" rtlCol="0">
            <a:spAutoFit/>
          </a:bodyPr>
          <a:lstStyle/>
          <a:p>
            <a:pPr marL="171450" indent="-171450" algn="l">
              <a:lnSpc>
                <a:spcPct val="130000"/>
              </a:lnSpc>
              <a:buFont typeface="Arial" panose="020B0604020202020204" pitchFamily="34" charset="0"/>
              <a:buChar char="•"/>
            </a:pPr>
            <a:r>
              <a:rPr lang="en-US" sz="1100">
                <a:latin typeface="+mn-lt"/>
              </a:rPr>
              <a:t>GSO Townhall</a:t>
            </a:r>
            <a:r>
              <a:rPr lang="en-US" sz="1100" b="0" i="0">
                <a:latin typeface="+mn-lt"/>
              </a:rPr>
              <a:t> (29/06)</a:t>
            </a:r>
          </a:p>
          <a:p>
            <a:pPr marL="171450" indent="-171450" algn="l">
              <a:lnSpc>
                <a:spcPct val="130000"/>
              </a:lnSpc>
              <a:buFont typeface="Arial" panose="020B0604020202020204" pitchFamily="34" charset="0"/>
              <a:buChar char="•"/>
            </a:pPr>
            <a:r>
              <a:rPr lang="en-US" sz="1100">
                <a:latin typeface="+mn-lt"/>
              </a:rPr>
              <a:t>Mark Colombo (04/06)</a:t>
            </a:r>
          </a:p>
          <a:p>
            <a:pPr marL="171450" indent="-171450" algn="l">
              <a:lnSpc>
                <a:spcPct val="130000"/>
              </a:lnSpc>
              <a:buFont typeface="Arial" panose="020B0604020202020204" pitchFamily="34" charset="0"/>
              <a:buChar char="•"/>
            </a:pPr>
            <a:r>
              <a:rPr lang="en-US" sz="1100">
                <a:latin typeface="+mn-lt"/>
              </a:rPr>
              <a:t>Chris Nicholas (07/05)</a:t>
            </a:r>
          </a:p>
        </p:txBody>
      </p:sp>
      <p:sp>
        <p:nvSpPr>
          <p:cNvPr id="52" name="TextBox 51">
            <a:extLst>
              <a:ext uri="{FF2B5EF4-FFF2-40B4-BE49-F238E27FC236}">
                <a16:creationId xmlns:a16="http://schemas.microsoft.com/office/drawing/2014/main" id="{94A04D89-A69D-C0D4-E12D-381B8DFF9AF1}"/>
              </a:ext>
            </a:extLst>
          </p:cNvPr>
          <p:cNvSpPr txBox="1"/>
          <p:nvPr/>
        </p:nvSpPr>
        <p:spPr>
          <a:xfrm>
            <a:off x="9585934" y="3407915"/>
            <a:ext cx="2099386" cy="216662"/>
          </a:xfrm>
          <a:prstGeom prst="rect">
            <a:avLst/>
          </a:prstGeom>
          <a:noFill/>
        </p:spPr>
        <p:txBody>
          <a:bodyPr wrap="square" lIns="0" tIns="0" rIns="0" bIns="0" rtlCol="0">
            <a:spAutoFit/>
          </a:bodyPr>
          <a:lstStyle/>
          <a:p>
            <a:pPr algn="l">
              <a:lnSpc>
                <a:spcPct val="130000"/>
              </a:lnSpc>
            </a:pPr>
            <a:r>
              <a:rPr lang="en-US" sz="1200">
                <a:solidFill>
                  <a:srgbClr val="333333"/>
                </a:solidFill>
                <a:latin typeface="+mn-lt"/>
                <a:ea typeface="FedEx Sans Light" panose="020B0403020203020204" pitchFamily="34" charset="0"/>
                <a:cs typeface="FedEx Sans Light" panose="020B0403020203020204" pitchFamily="34" charset="0"/>
              </a:rPr>
              <a:t>Reached</a:t>
            </a:r>
            <a:r>
              <a:rPr lang="en-US" sz="1200" b="1">
                <a:solidFill>
                  <a:srgbClr val="333333"/>
                </a:solidFill>
                <a:latin typeface="+mn-lt"/>
                <a:ea typeface="FedEx Sans Light" panose="020B0403020203020204" pitchFamily="34" charset="0"/>
                <a:cs typeface="FedEx Sans Light" panose="020B0403020203020204" pitchFamily="34" charset="0"/>
              </a:rPr>
              <a:t> Semi-finals</a:t>
            </a:r>
            <a:endParaRPr lang="en-US" sz="1200" b="0" i="0">
              <a:latin typeface="+mn-lt"/>
            </a:endParaRPr>
          </a:p>
        </p:txBody>
      </p:sp>
      <p:sp>
        <p:nvSpPr>
          <p:cNvPr id="53" name="TextBox 52">
            <a:extLst>
              <a:ext uri="{FF2B5EF4-FFF2-40B4-BE49-F238E27FC236}">
                <a16:creationId xmlns:a16="http://schemas.microsoft.com/office/drawing/2014/main" id="{69FE4976-12CB-D18E-920F-9D3E26CBF03B}"/>
              </a:ext>
            </a:extLst>
          </p:cNvPr>
          <p:cNvSpPr txBox="1"/>
          <p:nvPr/>
        </p:nvSpPr>
        <p:spPr>
          <a:xfrm>
            <a:off x="9459342" y="4064605"/>
            <a:ext cx="1999560" cy="661720"/>
          </a:xfrm>
          <a:prstGeom prst="rect">
            <a:avLst/>
          </a:prstGeom>
          <a:noFill/>
        </p:spPr>
        <p:txBody>
          <a:bodyPr wrap="square" lIns="0" tIns="0" rIns="0" bIns="0" rtlCol="0">
            <a:spAutoFit/>
          </a:bodyPr>
          <a:lstStyle/>
          <a:p>
            <a:pPr marL="216000" indent="-216000" algn="l">
              <a:buFont typeface="Arial" panose="020B0604020202020204" pitchFamily="34" charset="0"/>
              <a:buChar char="•"/>
            </a:pPr>
            <a:r>
              <a:rPr lang="en-US" sz="1100">
                <a:solidFill>
                  <a:srgbClr val="333333"/>
                </a:solidFill>
                <a:latin typeface="+mn-lt"/>
                <a:ea typeface="FedEx Sans Light" panose="020B0403020203020204" pitchFamily="34" charset="0"/>
                <a:cs typeface="FedEx Sans Light" panose="020B0403020203020204" pitchFamily="34" charset="0"/>
              </a:rPr>
              <a:t>CHM (</a:t>
            </a:r>
            <a:r>
              <a:rPr lang="en-US" sz="1100" err="1">
                <a:solidFill>
                  <a:srgbClr val="333333"/>
                </a:solidFill>
                <a:latin typeface="+mn-lt"/>
                <a:ea typeface="FedEx Sans Light" panose="020B0403020203020204" pitchFamily="34" charset="0"/>
                <a:cs typeface="FedEx Sans Light" panose="020B0403020203020204" pitchFamily="34" charset="0"/>
              </a:rPr>
              <a:t>Streamlit</a:t>
            </a:r>
            <a:r>
              <a:rPr lang="en-US" sz="1100">
                <a:solidFill>
                  <a:srgbClr val="333333"/>
                </a:solidFill>
                <a:latin typeface="+mn-lt"/>
                <a:ea typeface="FedEx Sans Light" panose="020B0403020203020204" pitchFamily="34" charset="0"/>
                <a:cs typeface="FedEx Sans Light" panose="020B0403020203020204" pitchFamily="34" charset="0"/>
              </a:rPr>
              <a:t> expertise)</a:t>
            </a:r>
          </a:p>
          <a:p>
            <a:pPr marL="216000" indent="-216000" algn="l">
              <a:buFont typeface="Arial" panose="020B0604020202020204" pitchFamily="34" charset="0"/>
              <a:buChar char="•"/>
            </a:pPr>
            <a:r>
              <a:rPr lang="en-US" sz="1100">
                <a:solidFill>
                  <a:srgbClr val="333333"/>
                </a:solidFill>
                <a:latin typeface="+mn-lt"/>
                <a:ea typeface="FedEx Sans Light" panose="020B0403020203020204" pitchFamily="34" charset="0"/>
                <a:cs typeface="FedEx Sans Light" panose="020B0403020203020204" pitchFamily="34" charset="0"/>
              </a:rPr>
              <a:t>DART (First process)</a:t>
            </a:r>
          </a:p>
          <a:p>
            <a:pPr marL="216000" indent="-216000" algn="l">
              <a:buFont typeface="Arial" panose="020B0604020202020204" pitchFamily="34" charset="0"/>
              <a:buChar char="•"/>
            </a:pPr>
            <a:r>
              <a:rPr lang="en-US" sz="1100">
                <a:solidFill>
                  <a:srgbClr val="333333"/>
                </a:solidFill>
                <a:latin typeface="+mn-lt"/>
                <a:ea typeface="FedEx Sans Light" panose="020B0403020203020204" pitchFamily="34" charset="0"/>
                <a:cs typeface="FedEx Sans Light" panose="020B0403020203020204" pitchFamily="34" charset="0"/>
              </a:rPr>
              <a:t>APAC (Gemini capabilities)</a:t>
            </a:r>
          </a:p>
        </p:txBody>
      </p:sp>
      <p:pic>
        <p:nvPicPr>
          <p:cNvPr id="54" name="Graphic 53" descr="Meeting with solid fill">
            <a:extLst>
              <a:ext uri="{FF2B5EF4-FFF2-40B4-BE49-F238E27FC236}">
                <a16:creationId xmlns:a16="http://schemas.microsoft.com/office/drawing/2014/main" id="{562EAD03-1825-F6AE-045A-1288EB3014E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24704" y="2163885"/>
            <a:ext cx="360000" cy="360000"/>
          </a:xfrm>
          <a:prstGeom prst="rect">
            <a:avLst/>
          </a:prstGeom>
        </p:spPr>
      </p:pic>
      <p:pic>
        <p:nvPicPr>
          <p:cNvPr id="55" name="Graphic 54" descr="Handshake with solid fill">
            <a:extLst>
              <a:ext uri="{FF2B5EF4-FFF2-40B4-BE49-F238E27FC236}">
                <a16:creationId xmlns:a16="http://schemas.microsoft.com/office/drawing/2014/main" id="{ED3664B0-4E64-FB29-78BB-3DCFB02FEDB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35310" y="4169328"/>
            <a:ext cx="360000" cy="360000"/>
          </a:xfrm>
          <a:prstGeom prst="rect">
            <a:avLst/>
          </a:prstGeom>
        </p:spPr>
      </p:pic>
      <p:sp>
        <p:nvSpPr>
          <p:cNvPr id="57" name="Oval 56">
            <a:extLst>
              <a:ext uri="{FF2B5EF4-FFF2-40B4-BE49-F238E27FC236}">
                <a16:creationId xmlns:a16="http://schemas.microsoft.com/office/drawing/2014/main" id="{990484ED-BCB2-0E08-197A-D314886315B9}"/>
              </a:ext>
            </a:extLst>
          </p:cNvPr>
          <p:cNvSpPr/>
          <p:nvPr/>
        </p:nvSpPr>
        <p:spPr>
          <a:xfrm>
            <a:off x="7088809" y="3711540"/>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0BDDC494-141A-B208-8D52-3A899075788A}"/>
              </a:ext>
            </a:extLst>
          </p:cNvPr>
          <p:cNvSpPr/>
          <p:nvPr/>
        </p:nvSpPr>
        <p:spPr>
          <a:xfrm>
            <a:off x="7088809" y="4129017"/>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E1BF1346-97B8-647D-57D1-E9994E373CE4}"/>
              </a:ext>
            </a:extLst>
          </p:cNvPr>
          <p:cNvSpPr/>
          <p:nvPr/>
        </p:nvSpPr>
        <p:spPr>
          <a:xfrm>
            <a:off x="7088809" y="4507729"/>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Graphic 60" descr="Magnifying glass with solid fill">
            <a:extLst>
              <a:ext uri="{FF2B5EF4-FFF2-40B4-BE49-F238E27FC236}">
                <a16:creationId xmlns:a16="http://schemas.microsoft.com/office/drawing/2014/main" id="{6500C920-C7A8-A778-3A33-09569797E90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88694" y="1678870"/>
            <a:ext cx="288000" cy="288000"/>
          </a:xfrm>
          <a:prstGeom prst="rect">
            <a:avLst/>
          </a:prstGeom>
        </p:spPr>
      </p:pic>
      <p:pic>
        <p:nvPicPr>
          <p:cNvPr id="80" name="Graphic 79" descr="Puzzle pieces with solid fill">
            <a:extLst>
              <a:ext uri="{FF2B5EF4-FFF2-40B4-BE49-F238E27FC236}">
                <a16:creationId xmlns:a16="http://schemas.microsoft.com/office/drawing/2014/main" id="{12AABE84-443F-BD83-8DAD-A0663E04A29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09647" y="3312634"/>
            <a:ext cx="288000" cy="288000"/>
          </a:xfrm>
          <a:prstGeom prst="rect">
            <a:avLst/>
          </a:prstGeom>
        </p:spPr>
      </p:pic>
      <p:sp>
        <p:nvSpPr>
          <p:cNvPr id="81" name="TextBox 80">
            <a:extLst>
              <a:ext uri="{FF2B5EF4-FFF2-40B4-BE49-F238E27FC236}">
                <a16:creationId xmlns:a16="http://schemas.microsoft.com/office/drawing/2014/main" id="{5F356053-6249-0142-52DD-13D8366E7263}"/>
              </a:ext>
            </a:extLst>
          </p:cNvPr>
          <p:cNvSpPr txBox="1"/>
          <p:nvPr/>
        </p:nvSpPr>
        <p:spPr>
          <a:xfrm>
            <a:off x="1098733" y="3428950"/>
            <a:ext cx="3366503" cy="1354217"/>
          </a:xfrm>
          <a:prstGeom prst="rect">
            <a:avLst/>
          </a:prstGeom>
          <a:noFill/>
        </p:spPr>
        <p:txBody>
          <a:bodyPr wrap="square">
            <a:spAutoFit/>
          </a:bodyPr>
          <a:lstStyle/>
          <a:p>
            <a:pPr marL="171450" indent="-171450">
              <a:buFont typeface="Arial" panose="020B0604020202020204" pitchFamily="34" charset="0"/>
              <a:buChar char="•"/>
            </a:pPr>
            <a:r>
              <a:rPr lang="en-US" sz="1200" b="1">
                <a:latin typeface="+mn-lt"/>
              </a:rPr>
              <a:t>Rule-based Python engine </a:t>
            </a:r>
            <a:r>
              <a:rPr lang="en-US" sz="1200">
                <a:latin typeface="+mn-lt"/>
              </a:rPr>
              <a:t>for intelligent case resolution recommendations.</a:t>
            </a:r>
          </a:p>
          <a:p>
            <a:pPr marL="171450" indent="-171450">
              <a:buFont typeface="Arial" panose="020B0604020202020204" pitchFamily="34" charset="0"/>
              <a:buChar char="•"/>
            </a:pPr>
            <a:r>
              <a:rPr lang="en-US" sz="1200" b="1">
                <a:latin typeface="+mn-lt"/>
              </a:rPr>
              <a:t>AI-powered</a:t>
            </a:r>
            <a:r>
              <a:rPr lang="en-US" sz="1200">
                <a:latin typeface="+mn-lt"/>
              </a:rPr>
              <a:t> third-party research using Gemini.</a:t>
            </a:r>
            <a:endParaRPr lang="en-US" sz="1200" b="0" i="0" u="none" strike="noStrike">
              <a:solidFill>
                <a:srgbClr val="1E1B2E"/>
              </a:solidFill>
              <a:effectLst/>
              <a:latin typeface="+mn-lt"/>
            </a:endParaRPr>
          </a:p>
          <a:p>
            <a:pPr marL="171450" indent="-171450">
              <a:buFont typeface="Arial" panose="020B0604020202020204" pitchFamily="34" charset="0"/>
              <a:buChar char="•"/>
            </a:pPr>
            <a:r>
              <a:rPr lang="en-US" sz="1200" b="1">
                <a:latin typeface="+mn-lt"/>
              </a:rPr>
              <a:t>Automated CSV generation </a:t>
            </a:r>
            <a:r>
              <a:rPr lang="en-US" sz="1200">
                <a:latin typeface="+mn-lt"/>
              </a:rPr>
              <a:t>to complete the resolution workflow.</a:t>
            </a:r>
            <a:endParaRPr lang="en-IN" sz="1200">
              <a:latin typeface="+mn-lt"/>
            </a:endParaRPr>
          </a:p>
        </p:txBody>
      </p:sp>
      <p:sp>
        <p:nvSpPr>
          <p:cNvPr id="82" name="TextBox 81">
            <a:extLst>
              <a:ext uri="{FF2B5EF4-FFF2-40B4-BE49-F238E27FC236}">
                <a16:creationId xmlns:a16="http://schemas.microsoft.com/office/drawing/2014/main" id="{5C72C8EA-4A18-9F5F-9F6E-34993085589F}"/>
              </a:ext>
            </a:extLst>
          </p:cNvPr>
          <p:cNvSpPr txBox="1"/>
          <p:nvPr/>
        </p:nvSpPr>
        <p:spPr>
          <a:xfrm>
            <a:off x="1073413" y="2223720"/>
            <a:ext cx="3297591" cy="1092607"/>
          </a:xfrm>
          <a:prstGeom prst="rect">
            <a:avLst/>
          </a:prstGeom>
          <a:noFill/>
        </p:spPr>
        <p:txBody>
          <a:bodyPr wrap="square">
            <a:spAutoFit/>
          </a:bodyPr>
          <a:lstStyle/>
          <a:p>
            <a:pPr marL="171450" lvl="0" indent="-171450" algn="l" rtl="0">
              <a:buSzPct val="100000"/>
              <a:buFont typeface="Arial" panose="020B0604020202020204" pitchFamily="34" charset="0"/>
              <a:buChar char="•"/>
              <a:defRPr/>
            </a:pPr>
            <a:r>
              <a:rPr lang="en-US" sz="1200" b="1">
                <a:solidFill>
                  <a:schemeClr val="tx1"/>
                </a:solidFill>
                <a:latin typeface="+mn-lt"/>
              </a:rPr>
              <a:t>95%</a:t>
            </a:r>
            <a:r>
              <a:rPr lang="en-US" sz="1200">
                <a:solidFill>
                  <a:schemeClr val="tx1"/>
                </a:solidFill>
                <a:latin typeface="+mn-lt"/>
              </a:rPr>
              <a:t> TP&amp;O cases/month requires multi-system navigation for business rules validation and third party research</a:t>
            </a:r>
          </a:p>
          <a:p>
            <a:pPr marL="171450" lvl="0" indent="-171450" algn="l" rtl="0">
              <a:buSzPct val="100000"/>
              <a:buFont typeface="Arial" panose="020B0604020202020204" pitchFamily="34" charset="0"/>
              <a:buChar char="•"/>
              <a:defRPr/>
            </a:pPr>
            <a:r>
              <a:rPr lang="en-US" sz="1200">
                <a:solidFill>
                  <a:schemeClr val="tx1"/>
                </a:solidFill>
                <a:latin typeface="+mn-lt"/>
              </a:rPr>
              <a:t>Consumes </a:t>
            </a:r>
            <a:r>
              <a:rPr lang="en-US" sz="1200" b="1">
                <a:solidFill>
                  <a:schemeClr val="tx1"/>
                </a:solidFill>
                <a:latin typeface="+mn-lt"/>
              </a:rPr>
              <a:t>5–10 min per case</a:t>
            </a:r>
            <a:r>
              <a:rPr lang="en-US" sz="1200">
                <a:solidFill>
                  <a:schemeClr val="tx1"/>
                </a:solidFill>
                <a:latin typeface="+mn-lt"/>
              </a:rPr>
              <a:t>; manual form-filling drives SLA risk &amp; data errors</a:t>
            </a:r>
            <a:r>
              <a:rPr lang="en-IN" sz="1200">
                <a:solidFill>
                  <a:schemeClr val="tx1"/>
                </a:solidFill>
                <a:latin typeface="+mn-lt"/>
              </a:rPr>
              <a:t>​</a:t>
            </a:r>
          </a:p>
        </p:txBody>
      </p:sp>
      <p:cxnSp>
        <p:nvCxnSpPr>
          <p:cNvPr id="83" name="Straight Connector 82">
            <a:extLst>
              <a:ext uri="{FF2B5EF4-FFF2-40B4-BE49-F238E27FC236}">
                <a16:creationId xmlns:a16="http://schemas.microsoft.com/office/drawing/2014/main" id="{3DCBAD64-C7A9-1D0A-A98B-B1A699F95E5C}"/>
              </a:ext>
            </a:extLst>
          </p:cNvPr>
          <p:cNvCxnSpPr>
            <a:cxnSpLocks/>
          </p:cNvCxnSpPr>
          <p:nvPr/>
        </p:nvCxnSpPr>
        <p:spPr>
          <a:xfrm>
            <a:off x="9069037" y="3222900"/>
            <a:ext cx="2177687" cy="8270"/>
          </a:xfrm>
          <a:prstGeom prst="line">
            <a:avLst/>
          </a:prstGeom>
          <a:ln w="9525">
            <a:solidFill>
              <a:schemeClr val="bg1">
                <a:lumMod val="6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67AD7B5-96B5-57A6-5242-887307D9AED7}"/>
              </a:ext>
            </a:extLst>
          </p:cNvPr>
          <p:cNvCxnSpPr>
            <a:cxnSpLocks/>
          </p:cNvCxnSpPr>
          <p:nvPr/>
        </p:nvCxnSpPr>
        <p:spPr>
          <a:xfrm>
            <a:off x="9144754" y="3875055"/>
            <a:ext cx="2101970" cy="6288"/>
          </a:xfrm>
          <a:prstGeom prst="line">
            <a:avLst/>
          </a:prstGeom>
          <a:ln w="9525">
            <a:solidFill>
              <a:schemeClr val="bg1">
                <a:lumMod val="6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86" name="Rectangle 85">
            <a:extLst>
              <a:ext uri="{FF2B5EF4-FFF2-40B4-BE49-F238E27FC236}">
                <a16:creationId xmlns:a16="http://schemas.microsoft.com/office/drawing/2014/main" id="{5C945A57-5E66-A1E7-43B9-EEA623FC501F}"/>
              </a:ext>
            </a:extLst>
          </p:cNvPr>
          <p:cNvSpPr/>
          <p:nvPr/>
        </p:nvSpPr>
        <p:spPr>
          <a:xfrm>
            <a:off x="8331310" y="2070402"/>
            <a:ext cx="523814" cy="1152498"/>
          </a:xfrm>
          <a:prstGeom prst="rect">
            <a:avLst/>
          </a:prstGeom>
          <a:solidFill>
            <a:srgbClr val="DBC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3AFE7B1B-9ACF-2B8B-4856-65AD1A820D57}"/>
              </a:ext>
            </a:extLst>
          </p:cNvPr>
          <p:cNvSpPr/>
          <p:nvPr/>
        </p:nvSpPr>
        <p:spPr>
          <a:xfrm>
            <a:off x="9074155" y="2529174"/>
            <a:ext cx="282310" cy="282852"/>
          </a:xfrm>
          <a:prstGeom prst="ellipse">
            <a:avLst/>
          </a:prstGeom>
          <a:blipFill>
            <a:blip r:embed="rId10"/>
            <a:stretch>
              <a:fillRect/>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0" name="object 2">
            <a:extLst>
              <a:ext uri="{FF2B5EF4-FFF2-40B4-BE49-F238E27FC236}">
                <a16:creationId xmlns:a16="http://schemas.microsoft.com/office/drawing/2014/main" id="{1F46FDB7-6A12-4C03-146A-A8EEECC2C523}"/>
              </a:ext>
            </a:extLst>
          </p:cNvPr>
          <p:cNvPicPr/>
          <p:nvPr/>
        </p:nvPicPr>
        <p:blipFill>
          <a:blip r:embed="rId11" cstate="print"/>
          <a:stretch>
            <a:fillRect/>
          </a:stretch>
        </p:blipFill>
        <p:spPr>
          <a:xfrm>
            <a:off x="9069037" y="3363725"/>
            <a:ext cx="458669" cy="364461"/>
          </a:xfrm>
          <a:prstGeom prst="rect">
            <a:avLst/>
          </a:prstGeom>
        </p:spPr>
      </p:pic>
      <p:sp>
        <p:nvSpPr>
          <p:cNvPr id="91" name="TextBox 90">
            <a:extLst>
              <a:ext uri="{FF2B5EF4-FFF2-40B4-BE49-F238E27FC236}">
                <a16:creationId xmlns:a16="http://schemas.microsoft.com/office/drawing/2014/main" id="{3A8F64B9-4B7D-6D41-0BD4-6CA889A4E17B}"/>
              </a:ext>
            </a:extLst>
          </p:cNvPr>
          <p:cNvSpPr txBox="1"/>
          <p:nvPr/>
        </p:nvSpPr>
        <p:spPr>
          <a:xfrm rot="16200000">
            <a:off x="8056283" y="2446057"/>
            <a:ext cx="1048320" cy="430887"/>
          </a:xfrm>
          <a:prstGeom prst="rect">
            <a:avLst/>
          </a:prstGeom>
          <a:solidFill>
            <a:srgbClr val="DBC2F6"/>
          </a:solid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Demo</a:t>
            </a:r>
            <a:r>
              <a:rPr lang="en-US" sz="1400" i="1">
                <a:solidFill>
                  <a:schemeClr val="tx2"/>
                </a:solidFill>
                <a:latin typeface="+mn-lt"/>
              </a:rPr>
              <a:t> </a:t>
            </a:r>
            <a:r>
              <a:rPr lang="en-US" sz="1400" i="1">
                <a:solidFill>
                  <a:schemeClr val="tx2"/>
                </a:solidFill>
                <a:latin typeface="+mn-lt"/>
                <a:ea typeface="FedEx Sans Light" panose="020B0403020203020204" pitchFamily="34" charset="0"/>
                <a:cs typeface="FedEx Sans Light" panose="020B0403020203020204" pitchFamily="34" charset="0"/>
              </a:rPr>
              <a:t>Session</a:t>
            </a:r>
          </a:p>
        </p:txBody>
      </p:sp>
      <p:sp>
        <p:nvSpPr>
          <p:cNvPr id="92" name="Rectangle 91">
            <a:extLst>
              <a:ext uri="{FF2B5EF4-FFF2-40B4-BE49-F238E27FC236}">
                <a16:creationId xmlns:a16="http://schemas.microsoft.com/office/drawing/2014/main" id="{85D96893-98EF-6CC0-6FC7-293AA81CBB18}"/>
              </a:ext>
            </a:extLst>
          </p:cNvPr>
          <p:cNvSpPr/>
          <p:nvPr/>
        </p:nvSpPr>
        <p:spPr>
          <a:xfrm>
            <a:off x="8338795" y="3249439"/>
            <a:ext cx="523814" cy="614326"/>
          </a:xfrm>
          <a:prstGeom prst="rect">
            <a:avLst/>
          </a:prstGeom>
          <a:solidFill>
            <a:srgbClr val="DBC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TextBox 92">
            <a:extLst>
              <a:ext uri="{FF2B5EF4-FFF2-40B4-BE49-F238E27FC236}">
                <a16:creationId xmlns:a16="http://schemas.microsoft.com/office/drawing/2014/main" id="{1D5E7FFC-E634-79E0-243B-E76202C62441}"/>
              </a:ext>
            </a:extLst>
          </p:cNvPr>
          <p:cNvSpPr txBox="1"/>
          <p:nvPr/>
        </p:nvSpPr>
        <p:spPr>
          <a:xfrm rot="16200000">
            <a:off x="8188379" y="3422720"/>
            <a:ext cx="705330" cy="252763"/>
          </a:xfrm>
          <a:prstGeom prst="rect">
            <a:avLst/>
          </a:prstGeom>
          <a:noFill/>
        </p:spPr>
        <p:txBody>
          <a:bodyPr wrap="square" lIns="0" tIns="0" rIns="0" bIns="0" rtlCol="0">
            <a:spAutoFit/>
          </a:bodyPr>
          <a:lstStyle/>
          <a:p>
            <a:pPr algn="ctr">
              <a:lnSpc>
                <a:spcPct val="130000"/>
              </a:lnSpc>
            </a:pPr>
            <a:r>
              <a:rPr lang="en-US" sz="1400" i="1">
                <a:solidFill>
                  <a:schemeClr val="tx2"/>
                </a:solidFill>
                <a:latin typeface="+mn-lt"/>
                <a:ea typeface="FedEx Sans Light" panose="020B0403020203020204" pitchFamily="34" charset="0"/>
                <a:cs typeface="FedEx Sans Light" panose="020B0403020203020204" pitchFamily="34" charset="0"/>
              </a:rPr>
              <a:t>PPQA</a:t>
            </a:r>
          </a:p>
        </p:txBody>
      </p:sp>
      <p:sp>
        <p:nvSpPr>
          <p:cNvPr id="94" name="Rectangle 93">
            <a:extLst>
              <a:ext uri="{FF2B5EF4-FFF2-40B4-BE49-F238E27FC236}">
                <a16:creationId xmlns:a16="http://schemas.microsoft.com/office/drawing/2014/main" id="{32D2C19A-514D-DC4E-0CF1-518F802D74A2}"/>
              </a:ext>
            </a:extLst>
          </p:cNvPr>
          <p:cNvSpPr/>
          <p:nvPr/>
        </p:nvSpPr>
        <p:spPr>
          <a:xfrm>
            <a:off x="8331310" y="3884850"/>
            <a:ext cx="523814" cy="898025"/>
          </a:xfrm>
          <a:prstGeom prst="rect">
            <a:avLst/>
          </a:prstGeom>
          <a:solidFill>
            <a:srgbClr val="DBC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95" name="TextBox 94">
            <a:extLst>
              <a:ext uri="{FF2B5EF4-FFF2-40B4-BE49-F238E27FC236}">
                <a16:creationId xmlns:a16="http://schemas.microsoft.com/office/drawing/2014/main" id="{C91AAE9E-FFB0-EB5E-092A-D68F70451C0B}"/>
              </a:ext>
            </a:extLst>
          </p:cNvPr>
          <p:cNvSpPr txBox="1"/>
          <p:nvPr/>
        </p:nvSpPr>
        <p:spPr>
          <a:xfrm rot="16200000">
            <a:off x="8173543" y="4125429"/>
            <a:ext cx="864951" cy="430887"/>
          </a:xfrm>
          <a:prstGeom prst="rect">
            <a:avLst/>
          </a:prstGeom>
          <a:no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Cross collab</a:t>
            </a:r>
          </a:p>
        </p:txBody>
      </p:sp>
      <p:sp>
        <p:nvSpPr>
          <p:cNvPr id="96" name="TextBox 95">
            <a:extLst>
              <a:ext uri="{FF2B5EF4-FFF2-40B4-BE49-F238E27FC236}">
                <a16:creationId xmlns:a16="http://schemas.microsoft.com/office/drawing/2014/main" id="{138F1D18-BFFF-DCFE-FDC2-B4943E70C291}"/>
              </a:ext>
            </a:extLst>
          </p:cNvPr>
          <p:cNvSpPr txBox="1"/>
          <p:nvPr/>
        </p:nvSpPr>
        <p:spPr>
          <a:xfrm>
            <a:off x="4799165" y="2128253"/>
            <a:ext cx="3199419" cy="456728"/>
          </a:xfrm>
          <a:prstGeom prst="rect">
            <a:avLst/>
          </a:prstGeom>
          <a:noFill/>
        </p:spPr>
        <p:txBody>
          <a:bodyPr wrap="square" lIns="0" tIns="0" rIns="0" bIns="0" rtlCol="0">
            <a:spAutoFit/>
          </a:bodyPr>
          <a:lstStyle/>
          <a:p>
            <a:pPr algn="l">
              <a:lnSpc>
                <a:spcPct val="130000"/>
              </a:lnSpc>
            </a:pPr>
            <a:r>
              <a:rPr lang="en-US" sz="1200">
                <a:latin typeface="+mn-lt"/>
              </a:rPr>
              <a:t>Following action items were identified from </a:t>
            </a:r>
            <a:r>
              <a:rPr lang="en-US" sz="1200" b="1">
                <a:latin typeface="+mn-lt"/>
              </a:rPr>
              <a:t>last meeting (18/3)</a:t>
            </a:r>
          </a:p>
        </p:txBody>
      </p:sp>
      <p:sp>
        <p:nvSpPr>
          <p:cNvPr id="97" name="Arrow: Right 96">
            <a:extLst>
              <a:ext uri="{FF2B5EF4-FFF2-40B4-BE49-F238E27FC236}">
                <a16:creationId xmlns:a16="http://schemas.microsoft.com/office/drawing/2014/main" id="{0EE91884-29CD-202C-982F-5069F8738CF1}"/>
              </a:ext>
            </a:extLst>
          </p:cNvPr>
          <p:cNvSpPr/>
          <p:nvPr/>
        </p:nvSpPr>
        <p:spPr>
          <a:xfrm>
            <a:off x="8439006" y="4870318"/>
            <a:ext cx="3156848" cy="423186"/>
          </a:xfrm>
          <a:prstGeom prst="rightArrow">
            <a:avLst>
              <a:gd name="adj1" fmla="val 70585"/>
              <a:gd name="adj2" fmla="val 50000"/>
            </a:avLst>
          </a:prstGeom>
          <a:solidFill>
            <a:srgbClr val="3A0F69"/>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4.0</a:t>
            </a:r>
          </a:p>
        </p:txBody>
      </p:sp>
      <p:sp>
        <p:nvSpPr>
          <p:cNvPr id="98" name="Arrow: Right 97">
            <a:extLst>
              <a:ext uri="{FF2B5EF4-FFF2-40B4-BE49-F238E27FC236}">
                <a16:creationId xmlns:a16="http://schemas.microsoft.com/office/drawing/2014/main" id="{1CABD054-085D-F9D6-1435-93F9769BECB3}"/>
              </a:ext>
            </a:extLst>
          </p:cNvPr>
          <p:cNvSpPr/>
          <p:nvPr/>
        </p:nvSpPr>
        <p:spPr>
          <a:xfrm>
            <a:off x="5766554" y="4870318"/>
            <a:ext cx="2893820" cy="423186"/>
          </a:xfrm>
          <a:prstGeom prst="rightArrow">
            <a:avLst>
              <a:gd name="adj1" fmla="val 70585"/>
              <a:gd name="adj2" fmla="val 50000"/>
            </a:avLst>
          </a:prstGeom>
          <a:solidFill>
            <a:srgbClr val="9247E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3.0</a:t>
            </a:r>
          </a:p>
        </p:txBody>
      </p:sp>
      <p:sp>
        <p:nvSpPr>
          <p:cNvPr id="99" name="Arrow: Right 98">
            <a:extLst>
              <a:ext uri="{FF2B5EF4-FFF2-40B4-BE49-F238E27FC236}">
                <a16:creationId xmlns:a16="http://schemas.microsoft.com/office/drawing/2014/main" id="{D2CB35B3-8E10-FC2F-6B00-4FB2F7F9974C}"/>
              </a:ext>
            </a:extLst>
          </p:cNvPr>
          <p:cNvSpPr/>
          <p:nvPr/>
        </p:nvSpPr>
        <p:spPr>
          <a:xfrm>
            <a:off x="3279252" y="4870318"/>
            <a:ext cx="2792102" cy="423186"/>
          </a:xfrm>
          <a:prstGeom prst="rightArrow">
            <a:avLst>
              <a:gd name="adj1" fmla="val 70585"/>
              <a:gd name="adj2" fmla="val 50000"/>
            </a:avLst>
          </a:prstGeom>
          <a:solidFill>
            <a:srgbClr val="B685ED"/>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2.0</a:t>
            </a:r>
          </a:p>
        </p:txBody>
      </p:sp>
      <p:sp>
        <p:nvSpPr>
          <p:cNvPr id="100" name="Arrow: Right 99">
            <a:extLst>
              <a:ext uri="{FF2B5EF4-FFF2-40B4-BE49-F238E27FC236}">
                <a16:creationId xmlns:a16="http://schemas.microsoft.com/office/drawing/2014/main" id="{C40CAAE0-EDA4-6DAE-8F93-09E2887DBCA6}"/>
              </a:ext>
            </a:extLst>
          </p:cNvPr>
          <p:cNvSpPr/>
          <p:nvPr/>
        </p:nvSpPr>
        <p:spPr>
          <a:xfrm>
            <a:off x="1109647" y="4870318"/>
            <a:ext cx="2372689" cy="423186"/>
          </a:xfrm>
          <a:prstGeom prst="rightArrow">
            <a:avLst>
              <a:gd name="adj1" fmla="val 70585"/>
              <a:gd name="adj2" fmla="val 50000"/>
            </a:avLst>
          </a:prstGeom>
          <a:solidFill>
            <a:schemeClr val="accent1">
              <a:lumMod val="20000"/>
              <a:lumOff val="8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OPTIX 1.0</a:t>
            </a:r>
          </a:p>
        </p:txBody>
      </p:sp>
      <p:cxnSp>
        <p:nvCxnSpPr>
          <p:cNvPr id="101" name="Straight Connector 100">
            <a:extLst>
              <a:ext uri="{FF2B5EF4-FFF2-40B4-BE49-F238E27FC236}">
                <a16:creationId xmlns:a16="http://schemas.microsoft.com/office/drawing/2014/main" id="{391BBEC6-2D8C-8D17-025F-9035F75BFF17}"/>
              </a:ext>
            </a:extLst>
          </p:cNvPr>
          <p:cNvCxnSpPr>
            <a:cxnSpLocks/>
          </p:cNvCxnSpPr>
          <p:nvPr/>
        </p:nvCxnSpPr>
        <p:spPr>
          <a:xfrm>
            <a:off x="1266453" y="3348830"/>
            <a:ext cx="2786872" cy="20020"/>
          </a:xfrm>
          <a:prstGeom prst="line">
            <a:avLst/>
          </a:prstGeom>
          <a:ln w="9525">
            <a:solidFill>
              <a:schemeClr val="bg1">
                <a:lumMod val="6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02" name="Rectangle 101">
            <a:extLst>
              <a:ext uri="{FF2B5EF4-FFF2-40B4-BE49-F238E27FC236}">
                <a16:creationId xmlns:a16="http://schemas.microsoft.com/office/drawing/2014/main" id="{A260EF31-F8EE-859F-1A0A-6130B91D4DE3}"/>
              </a:ext>
            </a:extLst>
          </p:cNvPr>
          <p:cNvSpPr/>
          <p:nvPr/>
        </p:nvSpPr>
        <p:spPr>
          <a:xfrm>
            <a:off x="575096" y="2063291"/>
            <a:ext cx="523814" cy="1284390"/>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24CB9A5F-2A38-CF14-0901-88B1E46B25B6}"/>
              </a:ext>
            </a:extLst>
          </p:cNvPr>
          <p:cNvSpPr txBox="1"/>
          <p:nvPr/>
        </p:nvSpPr>
        <p:spPr>
          <a:xfrm rot="16200000">
            <a:off x="109064" y="2509200"/>
            <a:ext cx="1441227" cy="221657"/>
          </a:xfrm>
          <a:prstGeom prst="rect">
            <a:avLst/>
          </a:prstGeom>
          <a:no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Problem </a:t>
            </a:r>
          </a:p>
        </p:txBody>
      </p:sp>
      <p:sp>
        <p:nvSpPr>
          <p:cNvPr id="104" name="Rectangle 103">
            <a:extLst>
              <a:ext uri="{FF2B5EF4-FFF2-40B4-BE49-F238E27FC236}">
                <a16:creationId xmlns:a16="http://schemas.microsoft.com/office/drawing/2014/main" id="{FD9BB44F-AD61-BBF1-66A2-258383DAB575}"/>
              </a:ext>
            </a:extLst>
          </p:cNvPr>
          <p:cNvSpPr/>
          <p:nvPr/>
        </p:nvSpPr>
        <p:spPr>
          <a:xfrm>
            <a:off x="575096" y="3407914"/>
            <a:ext cx="523814" cy="13849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a:extLst>
              <a:ext uri="{FF2B5EF4-FFF2-40B4-BE49-F238E27FC236}">
                <a16:creationId xmlns:a16="http://schemas.microsoft.com/office/drawing/2014/main" id="{9BA507C3-02BE-4D32-AE66-52103CC94273}"/>
              </a:ext>
            </a:extLst>
          </p:cNvPr>
          <p:cNvSpPr txBox="1"/>
          <p:nvPr/>
        </p:nvSpPr>
        <p:spPr>
          <a:xfrm rot="16200000">
            <a:off x="94682" y="3915875"/>
            <a:ext cx="1441227" cy="221657"/>
          </a:xfrm>
          <a:prstGeom prst="rect">
            <a:avLst/>
          </a:prstGeom>
          <a:noFill/>
        </p:spPr>
        <p:txBody>
          <a:bodyPr wrap="square" lIns="0" tIns="0" rIns="0" bIns="0" rtlCol="0">
            <a:spAutoFit/>
          </a:bodyPr>
          <a:lstStyle/>
          <a:p>
            <a:pPr algn="ctr">
              <a:spcAft>
                <a:spcPts val="0"/>
              </a:spcAft>
            </a:pPr>
            <a:r>
              <a:rPr lang="en-US" sz="1400" i="1">
                <a:solidFill>
                  <a:schemeClr val="tx2"/>
                </a:solidFill>
                <a:latin typeface="+mn-lt"/>
                <a:ea typeface="FedEx Sans Light" panose="020B0403020203020204" pitchFamily="34" charset="0"/>
                <a:cs typeface="FedEx Sans Light" panose="020B0403020203020204" pitchFamily="34" charset="0"/>
              </a:rPr>
              <a:t>Solution</a:t>
            </a:r>
          </a:p>
        </p:txBody>
      </p:sp>
      <p:sp>
        <p:nvSpPr>
          <p:cNvPr id="106" name="Rectangle : avec coins arrondis en haut 12">
            <a:extLst>
              <a:ext uri="{FF2B5EF4-FFF2-40B4-BE49-F238E27FC236}">
                <a16:creationId xmlns:a16="http://schemas.microsoft.com/office/drawing/2014/main" id="{247E0A44-07D6-C3F1-47E2-D82DA9B3C073}"/>
              </a:ext>
            </a:extLst>
          </p:cNvPr>
          <p:cNvSpPr/>
          <p:nvPr/>
        </p:nvSpPr>
        <p:spPr>
          <a:xfrm rot="10800000" flipH="1" flipV="1">
            <a:off x="552584" y="1635472"/>
            <a:ext cx="3906578" cy="370397"/>
          </a:xfrm>
          <a:prstGeom prst="round2SameRect">
            <a:avLst>
              <a:gd name="adj1" fmla="val 0"/>
              <a:gd name="adj2" fmla="val 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600" b="1" i="0" u="none" strike="noStrike" kern="0" cap="none" spc="0" normalizeH="0" baseline="0" noProof="0">
                <a:ln>
                  <a:noFill/>
                </a:ln>
                <a:solidFill>
                  <a:schemeClr val="tx2"/>
                </a:solidFill>
                <a:effectLst/>
                <a:uLnTx/>
                <a:uFillTx/>
                <a:ea typeface="FedEx Sans Light" panose="020B0403020203020204" pitchFamily="34" charset="0"/>
                <a:cs typeface="FedEx Sans Light" panose="020B0403020203020204" pitchFamily="34" charset="0"/>
              </a:rPr>
              <a:t>1. OPTIX Summary</a:t>
            </a:r>
          </a:p>
        </p:txBody>
      </p:sp>
      <p:sp>
        <p:nvSpPr>
          <p:cNvPr id="107" name="Rectangle 106">
            <a:extLst>
              <a:ext uri="{FF2B5EF4-FFF2-40B4-BE49-F238E27FC236}">
                <a16:creationId xmlns:a16="http://schemas.microsoft.com/office/drawing/2014/main" id="{7811A2AA-807F-8020-8FFF-7AA8CD18E012}"/>
              </a:ext>
            </a:extLst>
          </p:cNvPr>
          <p:cNvSpPr/>
          <p:nvPr/>
        </p:nvSpPr>
        <p:spPr>
          <a:xfrm>
            <a:off x="586208" y="4857398"/>
            <a:ext cx="487205" cy="15696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08" name="TextBox 107">
            <a:extLst>
              <a:ext uri="{FF2B5EF4-FFF2-40B4-BE49-F238E27FC236}">
                <a16:creationId xmlns:a16="http://schemas.microsoft.com/office/drawing/2014/main" id="{1F437186-C4BC-44B6-C5DC-35DD1EBC9BA5}"/>
              </a:ext>
            </a:extLst>
          </p:cNvPr>
          <p:cNvSpPr txBox="1"/>
          <p:nvPr/>
        </p:nvSpPr>
        <p:spPr>
          <a:xfrm rot="16200000">
            <a:off x="89533" y="5421778"/>
            <a:ext cx="1441227" cy="246221"/>
          </a:xfrm>
          <a:prstGeom prst="rect">
            <a:avLst/>
          </a:prstGeom>
          <a:noFill/>
        </p:spPr>
        <p:txBody>
          <a:bodyPr wrap="square" lIns="0" tIns="0" rIns="0" bIns="0" rtlCol="0">
            <a:spAutoFit/>
          </a:bodyPr>
          <a:lstStyle/>
          <a:p>
            <a:pPr algn="ctr">
              <a:spcAft>
                <a:spcPts val="0"/>
              </a:spcAft>
            </a:pPr>
            <a:r>
              <a:rPr lang="en-US" b="1">
                <a:solidFill>
                  <a:schemeClr val="tx2"/>
                </a:solidFill>
                <a:latin typeface="+mn-lt"/>
                <a:ea typeface="FedEx Sans Light" panose="020B0403020203020204" pitchFamily="34" charset="0"/>
                <a:cs typeface="FedEx Sans Light" panose="020B0403020203020204" pitchFamily="34" charset="0"/>
              </a:rPr>
              <a:t>4. Version</a:t>
            </a:r>
          </a:p>
        </p:txBody>
      </p:sp>
      <p:pic>
        <p:nvPicPr>
          <p:cNvPr id="109" name="Graphic 108" descr="Puzzle pieces with solid fill">
            <a:extLst>
              <a:ext uri="{FF2B5EF4-FFF2-40B4-BE49-F238E27FC236}">
                <a16:creationId xmlns:a16="http://schemas.microsoft.com/office/drawing/2014/main" id="{422DA785-B2E8-9204-6A09-FC8C31CEE97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68999" y="4440427"/>
            <a:ext cx="288000" cy="288000"/>
          </a:xfrm>
          <a:prstGeom prst="rect">
            <a:avLst/>
          </a:prstGeom>
        </p:spPr>
      </p:pic>
      <p:pic>
        <p:nvPicPr>
          <p:cNvPr id="110" name="Graphic 109" descr="Magnifying glass with solid fill">
            <a:extLst>
              <a:ext uri="{FF2B5EF4-FFF2-40B4-BE49-F238E27FC236}">
                <a16:creationId xmlns:a16="http://schemas.microsoft.com/office/drawing/2014/main" id="{818C0470-FAD9-891E-715F-558C5D60174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82273" y="3034510"/>
            <a:ext cx="288000" cy="288000"/>
          </a:xfrm>
          <a:prstGeom prst="rect">
            <a:avLst/>
          </a:prstGeom>
        </p:spPr>
      </p:pic>
      <p:pic>
        <p:nvPicPr>
          <p:cNvPr id="111" name="Graphic 110" descr="Robot with solid fill">
            <a:extLst>
              <a:ext uri="{FF2B5EF4-FFF2-40B4-BE49-F238E27FC236}">
                <a16:creationId xmlns:a16="http://schemas.microsoft.com/office/drawing/2014/main" id="{7CE32058-2E30-B995-7269-F0711585BA5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707150" y="4911365"/>
            <a:ext cx="307996" cy="307996"/>
          </a:xfrm>
          <a:prstGeom prst="rect">
            <a:avLst/>
          </a:prstGeom>
        </p:spPr>
      </p:pic>
      <p:pic>
        <p:nvPicPr>
          <p:cNvPr id="112" name="Graphic 111" descr="Syncing cloud with solid fill">
            <a:extLst>
              <a:ext uri="{FF2B5EF4-FFF2-40B4-BE49-F238E27FC236}">
                <a16:creationId xmlns:a16="http://schemas.microsoft.com/office/drawing/2014/main" id="{AA29B729-9431-2902-9038-E3363378AD7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132461" y="4911509"/>
            <a:ext cx="339351" cy="339351"/>
          </a:xfrm>
          <a:prstGeom prst="rect">
            <a:avLst/>
          </a:prstGeom>
        </p:spPr>
      </p:pic>
      <p:pic>
        <p:nvPicPr>
          <p:cNvPr id="113" name="Graphic 112" descr="Clipboard Mixed with solid fill">
            <a:extLst>
              <a:ext uri="{FF2B5EF4-FFF2-40B4-BE49-F238E27FC236}">
                <a16:creationId xmlns:a16="http://schemas.microsoft.com/office/drawing/2014/main" id="{8CB44383-14FA-7500-36AE-BA37FE7FC90A}"/>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529112" y="4947914"/>
            <a:ext cx="266542" cy="266542"/>
          </a:xfrm>
          <a:prstGeom prst="rect">
            <a:avLst/>
          </a:prstGeom>
        </p:spPr>
      </p:pic>
      <p:pic>
        <p:nvPicPr>
          <p:cNvPr id="114" name="Graphic 113" descr="List with solid fill">
            <a:extLst>
              <a:ext uri="{FF2B5EF4-FFF2-40B4-BE49-F238E27FC236}">
                <a16:creationId xmlns:a16="http://schemas.microsoft.com/office/drawing/2014/main" id="{3AC797FA-CB99-B0E8-3F58-AB326F323B67}"/>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37191" y="1703242"/>
            <a:ext cx="287467" cy="287467"/>
          </a:xfrm>
          <a:prstGeom prst="rect">
            <a:avLst/>
          </a:prstGeom>
        </p:spPr>
      </p:pic>
      <p:pic>
        <p:nvPicPr>
          <p:cNvPr id="115" name="Graphic 114" descr="Flowchart with solid fill">
            <a:extLst>
              <a:ext uri="{FF2B5EF4-FFF2-40B4-BE49-F238E27FC236}">
                <a16:creationId xmlns:a16="http://schemas.microsoft.com/office/drawing/2014/main" id="{3B9C55F5-7545-E5C2-AB78-23908A7B79E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7854" y="4947914"/>
            <a:ext cx="249793" cy="249793"/>
          </a:xfrm>
          <a:prstGeom prst="rect">
            <a:avLst/>
          </a:prstGeom>
        </p:spPr>
      </p:pic>
      <p:pic>
        <p:nvPicPr>
          <p:cNvPr id="116" name="Graphic 115" descr="Circles with lines with solid fill">
            <a:extLst>
              <a:ext uri="{FF2B5EF4-FFF2-40B4-BE49-F238E27FC236}">
                <a16:creationId xmlns:a16="http://schemas.microsoft.com/office/drawing/2014/main" id="{5640FECE-B6AB-DA61-22B6-7522F8D2B73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90814" y="6078443"/>
            <a:ext cx="379082" cy="379082"/>
          </a:xfrm>
          <a:prstGeom prst="rect">
            <a:avLst/>
          </a:prstGeom>
        </p:spPr>
      </p:pic>
      <p:graphicFrame>
        <p:nvGraphicFramePr>
          <p:cNvPr id="117" name="Table 116">
            <a:extLst>
              <a:ext uri="{FF2B5EF4-FFF2-40B4-BE49-F238E27FC236}">
                <a16:creationId xmlns:a16="http://schemas.microsoft.com/office/drawing/2014/main" id="{61F5A4C3-9532-A100-060A-23A0EA7613DF}"/>
              </a:ext>
            </a:extLst>
          </p:cNvPr>
          <p:cNvGraphicFramePr>
            <a:graphicFrameLocks noGrp="1"/>
          </p:cNvGraphicFramePr>
          <p:nvPr>
            <p:extLst>
              <p:ext uri="{D42A27DB-BD31-4B8C-83A1-F6EECF244321}">
                <p14:modId xmlns:p14="http://schemas.microsoft.com/office/powerpoint/2010/main" val="711908896"/>
              </p:ext>
            </p:extLst>
          </p:nvPr>
        </p:nvGraphicFramePr>
        <p:xfrm>
          <a:off x="1109646" y="5250179"/>
          <a:ext cx="10324283" cy="1201106"/>
        </p:xfrm>
        <a:graphic>
          <a:graphicData uri="http://schemas.openxmlformats.org/drawingml/2006/table">
            <a:tbl>
              <a:tblPr bandRow="1">
                <a:tableStyleId>{5C22544A-7EE6-4342-B048-85BDC9FD1C3A}</a:tableStyleId>
              </a:tblPr>
              <a:tblGrid>
                <a:gridCol w="2176769">
                  <a:extLst>
                    <a:ext uri="{9D8B030D-6E8A-4147-A177-3AD203B41FA5}">
                      <a16:colId xmlns:a16="http://schemas.microsoft.com/office/drawing/2014/main" val="1609363122"/>
                    </a:ext>
                  </a:extLst>
                </a:gridCol>
                <a:gridCol w="2566012">
                  <a:extLst>
                    <a:ext uri="{9D8B030D-6E8A-4147-A177-3AD203B41FA5}">
                      <a16:colId xmlns:a16="http://schemas.microsoft.com/office/drawing/2014/main" val="2414861354"/>
                    </a:ext>
                  </a:extLst>
                </a:gridCol>
                <a:gridCol w="2676514">
                  <a:extLst>
                    <a:ext uri="{9D8B030D-6E8A-4147-A177-3AD203B41FA5}">
                      <a16:colId xmlns:a16="http://schemas.microsoft.com/office/drawing/2014/main" val="3237403303"/>
                    </a:ext>
                  </a:extLst>
                </a:gridCol>
                <a:gridCol w="2904988">
                  <a:extLst>
                    <a:ext uri="{9D8B030D-6E8A-4147-A177-3AD203B41FA5}">
                      <a16:colId xmlns:a16="http://schemas.microsoft.com/office/drawing/2014/main" val="128837621"/>
                    </a:ext>
                  </a:extLst>
                </a:gridCol>
              </a:tblGrid>
              <a:tr h="234890">
                <a:tc>
                  <a:txBody>
                    <a:bodyPr/>
                    <a:lstStyle/>
                    <a:p>
                      <a:pPr algn="ctr"/>
                      <a:r>
                        <a:rPr lang="en-US" sz="1100" b="0" i="1"/>
                        <a:t>Sep’25- Dec’25</a:t>
                      </a:r>
                    </a:p>
                  </a:txBody>
                  <a:tcPr>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100" b="0" i="1"/>
                        <a:t>Dec’25-Apr’26</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100" b="0" i="1"/>
                        <a:t>Apr’26-Jul’26</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B w="28575" cap="flat" cmpd="sng" algn="ctr">
                      <a:noFill/>
                      <a:prstDash val="solid"/>
                      <a:round/>
                      <a:headEnd type="none" w="med" len="med"/>
                      <a:tailEnd type="none" w="med" len="med"/>
                    </a:lnB>
                    <a:noFill/>
                  </a:tcPr>
                </a:tc>
                <a:tc>
                  <a:txBody>
                    <a:bodyPr/>
                    <a:lstStyle/>
                    <a:p>
                      <a:pPr algn="ctr"/>
                      <a:r>
                        <a:rPr lang="en-US" sz="1100" b="0" i="1"/>
                        <a:t>Jul’26-TBD</a:t>
                      </a:r>
                    </a:p>
                  </a:txBody>
                  <a:tcPr>
                    <a:lnL w="19050" cap="flat" cmpd="sng" algn="ctr">
                      <a:solidFill>
                        <a:schemeClr val="bg1">
                          <a:lumMod val="85000"/>
                        </a:schemeClr>
                      </a:solidFill>
                      <a:prstDash val="solid"/>
                      <a:round/>
                      <a:headEnd type="none" w="med" len="med"/>
                      <a:tailEnd type="none" w="med" len="med"/>
                    </a:lnL>
                    <a:lnB w="28575" cap="flat" cmpd="sng" algn="ctr">
                      <a:noFill/>
                      <a:prstDash val="solid"/>
                      <a:round/>
                      <a:headEnd type="none" w="med" len="med"/>
                      <a:tailEnd type="none" w="med" len="med"/>
                    </a:lnB>
                    <a:noFill/>
                  </a:tcPr>
                </a:tc>
                <a:extLst>
                  <a:ext uri="{0D108BD9-81ED-4DB2-BD59-A6C34878D82A}">
                    <a16:rowId xmlns:a16="http://schemas.microsoft.com/office/drawing/2014/main" val="413795598"/>
                  </a:ext>
                </a:extLst>
              </a:tr>
              <a:tr h="942026">
                <a:tc>
                  <a:txBody>
                    <a:bodyPr/>
                    <a:lstStyle/>
                    <a:p>
                      <a:pPr marL="171450" indent="-171450">
                        <a:spcAft>
                          <a:spcPts val="600"/>
                        </a:spcAft>
                        <a:buFont typeface="Arial" panose="020B0604020202020204" pitchFamily="34" charset="0"/>
                        <a:buChar char="•"/>
                      </a:pPr>
                      <a:r>
                        <a:rPr lang="en-US" sz="1100" b="0">
                          <a:latin typeface="+mn-lt"/>
                        </a:rPr>
                        <a:t>Live for </a:t>
                      </a:r>
                      <a:r>
                        <a:rPr lang="en-US" sz="1100" b="1">
                          <a:latin typeface="+mn-lt"/>
                        </a:rPr>
                        <a:t>Prospecting and ATC cases</a:t>
                      </a:r>
                    </a:p>
                  </a:txBody>
                  <a:tcPr>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0">
                          <a:latin typeface="+mn-lt"/>
                        </a:rPr>
                        <a:t>Live for </a:t>
                      </a:r>
                      <a:r>
                        <a:rPr kumimoji="0" lang="en-US" sz="1100" b="1"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DM/HQ, OOB, USI field, Attribute updates</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 (preliminary)</a:t>
                      </a:r>
                      <a:endParaRPr kumimoji="0" lang="en-US" sz="1100" b="0" i="0" u="none" strike="noStrike" kern="0" cap="none" spc="0" normalizeH="0" baseline="3000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 </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(partial)</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GE Agents </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for OOB, DM/HQ, Attribute &amp; WWS seg update</a:t>
                      </a:r>
                      <a:endPar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indent="-171450">
                        <a:spcAft>
                          <a:spcPts val="600"/>
                        </a:spcAft>
                        <a:buFont typeface="Arial" panose="020B0604020202020204" pitchFamily="34" charset="0"/>
                        <a:buChar char="•"/>
                      </a:pPr>
                      <a:r>
                        <a:rPr lang="en-US" sz="1100" b="1">
                          <a:latin typeface="+mn-lt"/>
                        </a:rPr>
                        <a:t>OPTIX cloud hosting</a:t>
                      </a:r>
                    </a:p>
                  </a:txBody>
                  <a:tcPr>
                    <a:lnL w="19050" cap="flat" cmpd="sng" algn="ctr">
                      <a:solidFill>
                        <a:schemeClr val="bg1">
                          <a:lumMod val="85000"/>
                        </a:schemeClr>
                      </a:solidFill>
                      <a:prstDash val="solid"/>
                      <a:round/>
                      <a:headEnd type="none" w="med" len="med"/>
                      <a:tailEnd type="none" w="med" len="med"/>
                    </a:lnL>
                    <a:lnR w="19050" cap="flat" cmpd="sng" algn="ctr">
                      <a:solidFill>
                        <a:schemeClr val="bg1">
                          <a:lumMod val="85000"/>
                        </a:schemeClr>
                      </a:solidFill>
                      <a:prstDash val="solid"/>
                      <a:round/>
                      <a:headEnd type="none" w="med" len="med"/>
                      <a:tailEnd type="none" w="med" len="med"/>
                    </a:lnR>
                    <a:lnT w="28575" cap="flat" cmpd="sng" algn="ctr">
                      <a:noFill/>
                      <a:prstDash val="solid"/>
                      <a:round/>
                      <a:headEnd type="none" w="med" len="med"/>
                      <a:tailEnd type="none" w="med" len="med"/>
                    </a:lnT>
                    <a:no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Integrate </a:t>
                      </a: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Gemini API</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 into OPTIX code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Zero-touch resolution </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via iSell Chatbot with Human-in-the-Loop governance</a:t>
                      </a:r>
                    </a:p>
                  </a:txBody>
                  <a:tcPr>
                    <a:lnL w="19050" cap="flat" cmpd="sng" algn="ctr">
                      <a:solidFill>
                        <a:schemeClr val="bg1">
                          <a:lumMod val="85000"/>
                        </a:schemeClr>
                      </a:solidFill>
                      <a:prstDash val="solid"/>
                      <a:round/>
                      <a:headEnd type="none" w="med" len="med"/>
                      <a:tailEnd type="none" w="med" len="med"/>
                    </a:lnL>
                    <a:lnT w="28575" cap="flat" cmpd="sng" algn="ctr">
                      <a:noFill/>
                      <a:prstDash val="solid"/>
                      <a:round/>
                      <a:headEnd type="none" w="med" len="med"/>
                      <a:tailEnd type="none" w="med" len="med"/>
                    </a:lnT>
                    <a:noFill/>
                  </a:tcPr>
                </a:tc>
                <a:extLst>
                  <a:ext uri="{0D108BD9-81ED-4DB2-BD59-A6C34878D82A}">
                    <a16:rowId xmlns:a16="http://schemas.microsoft.com/office/drawing/2014/main" val="631355567"/>
                  </a:ext>
                </a:extLst>
              </a:tr>
            </a:tbl>
          </a:graphicData>
        </a:graphic>
      </p:graphicFrame>
      <p:sp>
        <p:nvSpPr>
          <p:cNvPr id="118" name="Rectangle: Rounded Corners 117">
            <a:extLst>
              <a:ext uri="{FF2B5EF4-FFF2-40B4-BE49-F238E27FC236}">
                <a16:creationId xmlns:a16="http://schemas.microsoft.com/office/drawing/2014/main" id="{7B20278C-17D0-AD8A-5A1F-5EF941439BA0}"/>
              </a:ext>
            </a:extLst>
          </p:cNvPr>
          <p:cNvSpPr/>
          <p:nvPr/>
        </p:nvSpPr>
        <p:spPr>
          <a:xfrm>
            <a:off x="571500" y="4864436"/>
            <a:ext cx="11024354" cy="1569607"/>
          </a:xfrm>
          <a:prstGeom prst="roundRect">
            <a:avLst>
              <a:gd name="adj" fmla="val 0"/>
            </a:avLst>
          </a:prstGeom>
          <a:noFill/>
          <a:ln>
            <a:solidFill>
              <a:srgbClr val="E7E6E6"/>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756000" tIns="38100" rIns="88900" bIns="381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1" i="0" u="none" strike="noStrike" kern="0" cap="none" spc="0" normalizeH="0" baseline="0" noProof="0">
              <a:ln>
                <a:noFill/>
              </a:ln>
              <a:solidFill>
                <a:srgbClr val="333333"/>
              </a:solidFill>
              <a:effectLst/>
              <a:uLnTx/>
              <a:uFillTx/>
              <a:ea typeface="+mn-ea"/>
              <a:cs typeface="+mn-cs"/>
            </a:endParaRPr>
          </a:p>
        </p:txBody>
      </p:sp>
      <p:cxnSp>
        <p:nvCxnSpPr>
          <p:cNvPr id="119" name="Straight Connector 118">
            <a:extLst>
              <a:ext uri="{FF2B5EF4-FFF2-40B4-BE49-F238E27FC236}">
                <a16:creationId xmlns:a16="http://schemas.microsoft.com/office/drawing/2014/main" id="{A10C1D1A-0C6C-7F6B-BA99-D95D04904429}"/>
              </a:ext>
            </a:extLst>
          </p:cNvPr>
          <p:cNvCxnSpPr>
            <a:cxnSpLocks/>
          </p:cNvCxnSpPr>
          <p:nvPr/>
        </p:nvCxnSpPr>
        <p:spPr>
          <a:xfrm>
            <a:off x="586715" y="2001123"/>
            <a:ext cx="3884066" cy="22311"/>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6C54D5-6B9F-21C3-61F1-151CF8F1697E}"/>
              </a:ext>
            </a:extLst>
          </p:cNvPr>
          <p:cNvCxnSpPr>
            <a:cxnSpLocks/>
          </p:cNvCxnSpPr>
          <p:nvPr/>
        </p:nvCxnSpPr>
        <p:spPr>
          <a:xfrm>
            <a:off x="4541247" y="2026671"/>
            <a:ext cx="3722491" cy="9317"/>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38E5190-F02A-86AD-33A4-6EDD29DF763B}"/>
              </a:ext>
            </a:extLst>
          </p:cNvPr>
          <p:cNvCxnSpPr>
            <a:cxnSpLocks/>
          </p:cNvCxnSpPr>
          <p:nvPr/>
        </p:nvCxnSpPr>
        <p:spPr>
          <a:xfrm>
            <a:off x="8401694" y="2025981"/>
            <a:ext cx="3213102" cy="25614"/>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680300C6-2B73-0575-D6BD-4AAA780A4E04}"/>
              </a:ext>
            </a:extLst>
          </p:cNvPr>
          <p:cNvCxnSpPr>
            <a:cxnSpLocks/>
          </p:cNvCxnSpPr>
          <p:nvPr/>
        </p:nvCxnSpPr>
        <p:spPr>
          <a:xfrm>
            <a:off x="1073413" y="4947914"/>
            <a:ext cx="0" cy="1520461"/>
          </a:xfrm>
          <a:prstGeom prst="line">
            <a:avLst/>
          </a:prstGeom>
          <a:ln w="9525">
            <a:solidFill>
              <a:schemeClr val="tx2"/>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70597A37-CE38-BC04-9715-73F8FCEDF803}"/>
              </a:ext>
            </a:extLst>
          </p:cNvPr>
          <p:cNvSpPr/>
          <p:nvPr/>
        </p:nvSpPr>
        <p:spPr>
          <a:xfrm>
            <a:off x="576994" y="2070402"/>
            <a:ext cx="45719" cy="128431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CA619C0-4CE3-33CB-BF1A-A458ED6A6F6F}"/>
              </a:ext>
            </a:extLst>
          </p:cNvPr>
          <p:cNvSpPr/>
          <p:nvPr/>
        </p:nvSpPr>
        <p:spPr>
          <a:xfrm>
            <a:off x="576994" y="3396721"/>
            <a:ext cx="45719" cy="14143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5CD8EAA6-748A-FBF2-EC87-35B07ADBC3FB}"/>
              </a:ext>
            </a:extLst>
          </p:cNvPr>
          <p:cNvSpPr/>
          <p:nvPr/>
        </p:nvSpPr>
        <p:spPr>
          <a:xfrm>
            <a:off x="8334188" y="2070403"/>
            <a:ext cx="45719" cy="11524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81C4DEC-6BDB-DD97-D638-B553AEA131FB}"/>
              </a:ext>
            </a:extLst>
          </p:cNvPr>
          <p:cNvSpPr/>
          <p:nvPr/>
        </p:nvSpPr>
        <p:spPr>
          <a:xfrm>
            <a:off x="8334188" y="3251909"/>
            <a:ext cx="45719" cy="6177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47B1932-5764-6FCF-B977-FDEAE4387FA4}"/>
              </a:ext>
            </a:extLst>
          </p:cNvPr>
          <p:cNvSpPr/>
          <p:nvPr/>
        </p:nvSpPr>
        <p:spPr>
          <a:xfrm>
            <a:off x="8334188" y="3884658"/>
            <a:ext cx="45719" cy="8957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1507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F6CF407-FE33-5CB5-1AAB-F888AE679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E7895B-CD80-73A4-7DD9-EFEB062191BD}"/>
              </a:ext>
            </a:extLst>
          </p:cNvPr>
          <p:cNvSpPr>
            <a:spLocks noGrp="1"/>
          </p:cNvSpPr>
          <p:nvPr>
            <p:ph type="title"/>
          </p:nvPr>
        </p:nvSpPr>
        <p:spPr>
          <a:xfrm>
            <a:off x="552584" y="43349"/>
            <a:ext cx="9176766" cy="605028"/>
          </a:xfrm>
        </p:spPr>
        <p:txBody>
          <a:bodyPr/>
          <a:lstStyle/>
          <a:p>
            <a:r>
              <a:rPr lang="en-US" b="1"/>
              <a:t>OPTIX Recap:    </a:t>
            </a:r>
            <a:r>
              <a:rPr lang="en-US"/>
              <a:t> </a:t>
            </a:r>
            <a:endParaRPr lang="en-IN"/>
          </a:p>
        </p:txBody>
      </p:sp>
      <p:sp>
        <p:nvSpPr>
          <p:cNvPr id="3" name="Slide Number Placeholder 11">
            <a:extLst>
              <a:ext uri="{FF2B5EF4-FFF2-40B4-BE49-F238E27FC236}">
                <a16:creationId xmlns:a16="http://schemas.microsoft.com/office/drawing/2014/main" id="{7E8710BC-63E2-2DD6-F9B1-E4FFCFDC9108}"/>
              </a:ext>
            </a:extLst>
          </p:cNvPr>
          <p:cNvSpPr txBox="1">
            <a:spLocks/>
          </p:cNvSpPr>
          <p:nvPr/>
        </p:nvSpPr>
        <p:spPr>
          <a:xfrm>
            <a:off x="9982200" y="6374928"/>
            <a:ext cx="1638300" cy="219635"/>
          </a:xfrm>
          <a:prstGeom prst="rect">
            <a:avLst/>
          </a:prstGeom>
        </p:spPr>
        <p:txBody>
          <a:bodyPr vert="horz" lIns="0" tIns="0" rIns="0" bIns="0" rtlCol="0" anchor="ctr" anchorCtr="0"/>
          <a:lstStyle>
            <a:defPPr>
              <a:defRPr lang="en-US"/>
            </a:defPPr>
            <a:lvl1pPr algn="r">
              <a:defRPr sz="800">
                <a:solidFill>
                  <a:schemeClr val="bg1"/>
                </a:solidFill>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pPr marL="0" marR="0" lvl="0" indent="0" algn="r" defTabSz="914400" rtl="0" eaLnBrk="1" fontAlgn="auto" latinLnBrk="0" hangingPunct="1">
              <a:lnSpc>
                <a:spcPct val="100000"/>
              </a:lnSpc>
              <a:spcBef>
                <a:spcPts val="0"/>
              </a:spcBef>
              <a:spcAft>
                <a:spcPts val="600"/>
              </a:spcAft>
              <a:buClrTx/>
              <a:buSzTx/>
              <a:buFontTx/>
              <a:buNone/>
              <a:tabLst/>
              <a:defRPr/>
            </a:pPr>
            <a:fld id="{64B53FD8-04EE-4F67-B5CA-77D45BC12F90}" type="slidenum">
              <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16</a:t>
            </a:fld>
            <a:endPar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54" name="Rectangle: Rounded Corners 153">
            <a:extLst>
              <a:ext uri="{FF2B5EF4-FFF2-40B4-BE49-F238E27FC236}">
                <a16:creationId xmlns:a16="http://schemas.microsoft.com/office/drawing/2014/main" id="{58BC8E8B-F1E2-0931-7AB1-9703DB956922}"/>
              </a:ext>
            </a:extLst>
          </p:cNvPr>
          <p:cNvSpPr/>
          <p:nvPr/>
        </p:nvSpPr>
        <p:spPr>
          <a:xfrm>
            <a:off x="592852" y="4450193"/>
            <a:ext cx="11027648" cy="1871353"/>
          </a:xfrm>
          <a:prstGeom prst="roundRect">
            <a:avLst>
              <a:gd name="adj" fmla="val 0"/>
            </a:avLst>
          </a:prstGeom>
          <a:solidFill>
            <a:schemeClr val="bg1"/>
          </a:solidFill>
          <a:ln>
            <a:solidFill>
              <a:srgbClr val="E7E6E6"/>
            </a:solidFill>
          </a:ln>
        </p:spPr>
        <p:style>
          <a:lnRef idx="2">
            <a:schemeClr val="accent1">
              <a:shade val="15000"/>
            </a:schemeClr>
          </a:lnRef>
          <a:fillRef idx="1">
            <a:schemeClr val="accent1"/>
          </a:fillRef>
          <a:effectRef idx="0">
            <a:schemeClr val="accent1"/>
          </a:effectRef>
          <a:fontRef idx="minor">
            <a:schemeClr val="lt1"/>
          </a:fontRef>
        </p:style>
        <p:txBody>
          <a:bodyPr lIns="756000" tIns="38100" rIns="88900" bIns="381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1" i="0" u="none" strike="noStrike" kern="0" cap="none" spc="0" normalizeH="0" baseline="0" noProof="0">
              <a:ln>
                <a:noFill/>
              </a:ln>
              <a:solidFill>
                <a:srgbClr val="333333"/>
              </a:solidFill>
              <a:effectLst/>
              <a:uLnTx/>
              <a:uFillTx/>
              <a:latin typeface="FedEx Sans Regular"/>
              <a:ea typeface="+mn-ea"/>
              <a:cs typeface="+mn-cs"/>
            </a:endParaRPr>
          </a:p>
        </p:txBody>
      </p:sp>
      <p:sp>
        <p:nvSpPr>
          <p:cNvPr id="18" name="TextBox 17">
            <a:extLst>
              <a:ext uri="{FF2B5EF4-FFF2-40B4-BE49-F238E27FC236}">
                <a16:creationId xmlns:a16="http://schemas.microsoft.com/office/drawing/2014/main" id="{2E7762B3-5EE0-B48F-B86B-BB9AF32AAF55}"/>
              </a:ext>
            </a:extLst>
          </p:cNvPr>
          <p:cNvSpPr txBox="1"/>
          <p:nvPr/>
        </p:nvSpPr>
        <p:spPr>
          <a:xfrm>
            <a:off x="577229" y="566852"/>
            <a:ext cx="11182449"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1" u="none" strike="noStrike" kern="1200" cap="none" spc="0" normalizeH="0" baseline="0" noProof="0">
                <a:ln>
                  <a:noFill/>
                </a:ln>
                <a:solidFill>
                  <a:srgbClr val="333333"/>
                </a:solidFill>
                <a:effectLst/>
                <a:uLnTx/>
                <a:uFillTx/>
                <a:latin typeface="FedEx Sans Regular"/>
                <a:ea typeface="+mn-ea"/>
                <a:cs typeface="+mn-cs"/>
              </a:rPr>
              <a:t>“do more with </a:t>
            </a:r>
            <a:r>
              <a:rPr kumimoji="0" lang="en-US" sz="1100" b="0" i="1" u="none" strike="noStrike" kern="1200" cap="none" spc="0" normalizeH="0" baseline="0" noProof="0" err="1">
                <a:ln>
                  <a:noFill/>
                </a:ln>
                <a:solidFill>
                  <a:srgbClr val="333333"/>
                </a:solidFill>
                <a:effectLst/>
                <a:uLnTx/>
                <a:uFillTx/>
                <a:latin typeface="FedEx Sans Regular"/>
                <a:ea typeface="+mn-ea"/>
                <a:cs typeface="+mn-cs"/>
              </a:rPr>
              <a:t>lesss</a:t>
            </a:r>
            <a:r>
              <a:rPr kumimoji="0" lang="en-US" sz="1100" b="0" i="1" u="none" strike="noStrike" kern="1200" cap="none" spc="0" normalizeH="0" baseline="0" noProof="0">
                <a:ln>
                  <a:noFill/>
                </a:ln>
                <a:solidFill>
                  <a:srgbClr val="333333"/>
                </a:solidFill>
                <a:effectLst/>
                <a:uLnTx/>
                <a:uFillTx/>
                <a:latin typeface="FedEx Sans Regular"/>
                <a:ea typeface="+mn-ea"/>
                <a:cs typeface="+mn-cs"/>
              </a:rPr>
              <a:t>” “elevate”</a:t>
            </a:r>
          </a:p>
        </p:txBody>
      </p:sp>
      <p:grpSp>
        <p:nvGrpSpPr>
          <p:cNvPr id="131" name="Group 130">
            <a:extLst>
              <a:ext uri="{FF2B5EF4-FFF2-40B4-BE49-F238E27FC236}">
                <a16:creationId xmlns:a16="http://schemas.microsoft.com/office/drawing/2014/main" id="{B13296D5-7B10-55CC-B4AE-5C67939257C2}"/>
              </a:ext>
            </a:extLst>
          </p:cNvPr>
          <p:cNvGrpSpPr/>
          <p:nvPr/>
        </p:nvGrpSpPr>
        <p:grpSpPr>
          <a:xfrm>
            <a:off x="610855" y="1206220"/>
            <a:ext cx="3878850" cy="3176701"/>
            <a:chOff x="8872441" y="1672166"/>
            <a:chExt cx="2735999" cy="1435383"/>
          </a:xfrm>
        </p:grpSpPr>
        <p:sp>
          <p:nvSpPr>
            <p:cNvPr id="134" name="Rectangle : coins arrondis 10">
              <a:extLst>
                <a:ext uri="{FF2B5EF4-FFF2-40B4-BE49-F238E27FC236}">
                  <a16:creationId xmlns:a16="http://schemas.microsoft.com/office/drawing/2014/main" id="{2467364B-367A-9985-DE25-971C6A425635}"/>
                </a:ext>
              </a:extLst>
            </p:cNvPr>
            <p:cNvSpPr/>
            <p:nvPr/>
          </p:nvSpPr>
          <p:spPr>
            <a:xfrm rot="10800000" flipV="1">
              <a:off x="8872441" y="1686566"/>
              <a:ext cx="2735999" cy="1420983"/>
            </a:xfrm>
            <a:prstGeom prst="roundRect">
              <a:avLst>
                <a:gd name="adj" fmla="val 0"/>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lvl="0" algn="l" rtl="0">
                <a:spcAft>
                  <a:spcPts val="0"/>
                </a:spcAft>
                <a:buSzPct val="100000"/>
                <a:defRPr/>
              </a:pPr>
              <a:br>
                <a:rPr lang="en-IN" sz="1200">
                  <a:solidFill>
                    <a:schemeClr val="tx1"/>
                  </a:solidFill>
                </a:rPr>
              </a:br>
              <a:endParaRPr kumimoji="0" lang="en-US" sz="1200" b="0" i="0" u="none" strike="noStrike" kern="0" cap="none" spc="0" normalizeH="0" baseline="0" noProof="0">
                <a:ln>
                  <a:noFill/>
                </a:ln>
                <a:solidFill>
                  <a:schemeClr val="tx1"/>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33" name="Text 10">
              <a:extLst>
                <a:ext uri="{FF2B5EF4-FFF2-40B4-BE49-F238E27FC236}">
                  <a16:creationId xmlns:a16="http://schemas.microsoft.com/office/drawing/2014/main" id="{AAC7ACF1-27F3-223A-9950-D17D61F1D08B}"/>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Problem</a:t>
              </a:r>
              <a:r>
                <a:rPr kumimoji="0" lang="en-US" sz="1400" b="1" i="0" u="none" strike="noStrike" kern="1200" cap="none" spc="0" normalizeH="0" baseline="0" noProof="0">
                  <a:ln>
                    <a:noFill/>
                  </a:ln>
                  <a:solidFill>
                    <a:prstClr val="white"/>
                  </a:solidFill>
                  <a:effectLst/>
                  <a:uLnTx/>
                  <a:uFillTx/>
                  <a:latin typeface="FedEx Sans Regular"/>
                  <a:ea typeface="+mn-ea"/>
                  <a:cs typeface="+mn-cs"/>
                </a:rPr>
                <a:t> </a:t>
              </a: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Statement</a:t>
              </a:r>
            </a:p>
          </p:txBody>
        </p:sp>
      </p:grpSp>
      <p:grpSp>
        <p:nvGrpSpPr>
          <p:cNvPr id="148" name="Group 147">
            <a:extLst>
              <a:ext uri="{FF2B5EF4-FFF2-40B4-BE49-F238E27FC236}">
                <a16:creationId xmlns:a16="http://schemas.microsoft.com/office/drawing/2014/main" id="{8C4BAEF1-A905-87DD-D2A0-F3A410A3B470}"/>
              </a:ext>
            </a:extLst>
          </p:cNvPr>
          <p:cNvGrpSpPr/>
          <p:nvPr/>
        </p:nvGrpSpPr>
        <p:grpSpPr>
          <a:xfrm>
            <a:off x="4571338" y="1216213"/>
            <a:ext cx="3713933" cy="3162412"/>
            <a:chOff x="8872439" y="1672166"/>
            <a:chExt cx="2735999" cy="1421863"/>
          </a:xfrm>
        </p:grpSpPr>
        <p:grpSp>
          <p:nvGrpSpPr>
            <p:cNvPr id="150" name="Group 149">
              <a:extLst>
                <a:ext uri="{FF2B5EF4-FFF2-40B4-BE49-F238E27FC236}">
                  <a16:creationId xmlns:a16="http://schemas.microsoft.com/office/drawing/2014/main" id="{AC5A86F4-7E0D-A52B-C322-FB4CB0A254E5}"/>
                </a:ext>
              </a:extLst>
            </p:cNvPr>
            <p:cNvGrpSpPr/>
            <p:nvPr/>
          </p:nvGrpSpPr>
          <p:grpSpPr>
            <a:xfrm>
              <a:off x="8872439" y="1681939"/>
              <a:ext cx="2735999" cy="1412090"/>
              <a:chOff x="9550236" y="1507870"/>
              <a:chExt cx="2598597" cy="1373830"/>
            </a:xfrm>
          </p:grpSpPr>
          <p:sp>
            <p:nvSpPr>
              <p:cNvPr id="152" name="Rectangle : coins arrondis 10">
                <a:extLst>
                  <a:ext uri="{FF2B5EF4-FFF2-40B4-BE49-F238E27FC236}">
                    <a16:creationId xmlns:a16="http://schemas.microsoft.com/office/drawing/2014/main" id="{2E058EBC-5BA0-07A4-CCAD-923C808D606F}"/>
                  </a:ext>
                </a:extLst>
              </p:cNvPr>
              <p:cNvSpPr/>
              <p:nvPr/>
            </p:nvSpPr>
            <p:spPr>
              <a:xfrm rot="10800000" flipV="1">
                <a:off x="9550236" y="1512372"/>
                <a:ext cx="2598597" cy="1369328"/>
              </a:xfrm>
              <a:prstGeom prst="roundRect">
                <a:avLst>
                  <a:gd name="adj" fmla="val 263"/>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0" marR="0" lvl="0" indent="0" algn="l" defTabSz="914400" rtl="0" eaLnBrk="1" fontAlgn="auto" latinLnBrk="0" hangingPunct="1">
                  <a:lnSpc>
                    <a:spcPct val="100000"/>
                  </a:lnSpc>
                  <a:spcBef>
                    <a:spcPts val="0"/>
                  </a:spcBef>
                  <a:spcAft>
                    <a:spcPts val="600"/>
                  </a:spcAft>
                  <a:buClrTx/>
                  <a:buSzPct val="100000"/>
                  <a:buFontTx/>
                  <a:buNone/>
                  <a:tabLst/>
                  <a:defRPr/>
                </a:pPr>
                <a:endPar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53" name="Rectangle : avec coins arrondis en haut 12">
                <a:extLst>
                  <a:ext uri="{FF2B5EF4-FFF2-40B4-BE49-F238E27FC236}">
                    <a16:creationId xmlns:a16="http://schemas.microsoft.com/office/drawing/2014/main" id="{FFFB296D-86EB-AE8A-0CA6-8798584C0882}"/>
                  </a:ext>
                </a:extLst>
              </p:cNvPr>
              <p:cNvSpPr/>
              <p:nvPr/>
            </p:nvSpPr>
            <p:spPr>
              <a:xfrm rot="10800000" flipH="1" flipV="1">
                <a:off x="9550237" y="1507870"/>
                <a:ext cx="2594648" cy="172214"/>
              </a:xfrm>
              <a:prstGeom prst="round2SameRect">
                <a:avLst>
                  <a:gd name="adj1" fmla="val 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chemeClr val="bg1"/>
                    </a:solidFill>
                    <a:effectLst/>
                    <a:uLnTx/>
                    <a:uFillTx/>
                    <a:latin typeface="FedEx Sans Regular"/>
                    <a:ea typeface="Calibri" pitchFamily="34" charset="-122"/>
                    <a:cs typeface="Calibri" pitchFamily="34" charset="-120"/>
                  </a:rPr>
                  <a:t>2. Action items Status</a:t>
                </a:r>
                <a:endParaRPr kumimoji="0" lang="en-IN" sz="1400" b="1" i="0" u="none" strike="noStrike" kern="1200" cap="none" spc="0" normalizeH="0" baseline="0" noProof="0">
                  <a:ln>
                    <a:noFill/>
                  </a:ln>
                  <a:solidFill>
                    <a:schemeClr val="bg1"/>
                  </a:solidFill>
                  <a:effectLst/>
                  <a:uLnTx/>
                  <a:uFillTx/>
                  <a:latin typeface="FedEx Sans Regular"/>
                  <a:ea typeface="Calibri" pitchFamily="34" charset="-122"/>
                  <a:cs typeface="Calibri" pitchFamily="34" charset="-120"/>
                </a:endParaRPr>
              </a:p>
            </p:txBody>
          </p:sp>
        </p:grpSp>
        <p:sp>
          <p:nvSpPr>
            <p:cNvPr id="151" name="Text 10">
              <a:extLst>
                <a:ext uri="{FF2B5EF4-FFF2-40B4-BE49-F238E27FC236}">
                  <a16:creationId xmlns:a16="http://schemas.microsoft.com/office/drawing/2014/main" id="{E85CE7D8-20B0-DECA-3C90-01C39D24BA8E}"/>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grpSp>
        <p:nvGrpSpPr>
          <p:cNvPr id="155" name="Group 154">
            <a:extLst>
              <a:ext uri="{FF2B5EF4-FFF2-40B4-BE49-F238E27FC236}">
                <a16:creationId xmlns:a16="http://schemas.microsoft.com/office/drawing/2014/main" id="{49EBCDB8-7D79-771B-63CB-A1F1D73CFDDA}"/>
              </a:ext>
            </a:extLst>
          </p:cNvPr>
          <p:cNvGrpSpPr/>
          <p:nvPr/>
        </p:nvGrpSpPr>
        <p:grpSpPr>
          <a:xfrm>
            <a:off x="8358908" y="1207764"/>
            <a:ext cx="3280534" cy="3200194"/>
            <a:chOff x="8872437" y="1672166"/>
            <a:chExt cx="2965698" cy="1435383"/>
          </a:xfrm>
        </p:grpSpPr>
        <p:grpSp>
          <p:nvGrpSpPr>
            <p:cNvPr id="156" name="Group 155">
              <a:extLst>
                <a:ext uri="{FF2B5EF4-FFF2-40B4-BE49-F238E27FC236}">
                  <a16:creationId xmlns:a16="http://schemas.microsoft.com/office/drawing/2014/main" id="{E6276FCA-905D-66FC-07F9-7D2A484AFD24}"/>
                </a:ext>
              </a:extLst>
            </p:cNvPr>
            <p:cNvGrpSpPr/>
            <p:nvPr/>
          </p:nvGrpSpPr>
          <p:grpSpPr>
            <a:xfrm>
              <a:off x="8872437" y="1686502"/>
              <a:ext cx="2965698" cy="1421047"/>
              <a:chOff x="9550236" y="1512310"/>
              <a:chExt cx="2816761" cy="1382545"/>
            </a:xfrm>
          </p:grpSpPr>
          <p:sp>
            <p:nvSpPr>
              <p:cNvPr id="164" name="Rectangle : coins arrondis 10">
                <a:extLst>
                  <a:ext uri="{FF2B5EF4-FFF2-40B4-BE49-F238E27FC236}">
                    <a16:creationId xmlns:a16="http://schemas.microsoft.com/office/drawing/2014/main" id="{14685F12-85C1-131C-D222-AACEA8D3FF63}"/>
                  </a:ext>
                </a:extLst>
              </p:cNvPr>
              <p:cNvSpPr/>
              <p:nvPr/>
            </p:nvSpPr>
            <p:spPr>
              <a:xfrm rot="10800000" flipV="1">
                <a:off x="9550236" y="1512372"/>
                <a:ext cx="2816761" cy="1382483"/>
              </a:xfrm>
              <a:prstGeom prst="roundRect">
                <a:avLst>
                  <a:gd name="adj" fmla="val 253"/>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bIns="576000" rtlCol="0" anchor="t"/>
              <a:lstStyle/>
              <a:p>
                <a:pPr marL="228600" marR="0" lvl="0" indent="-228600" algn="l" defTabSz="914400" rtl="0" eaLnBrk="1" fontAlgn="auto" latinLnBrk="0" hangingPunct="1">
                  <a:lnSpc>
                    <a:spcPct val="100000"/>
                  </a:lnSpc>
                  <a:spcBef>
                    <a:spcPts val="0"/>
                  </a:spcBef>
                  <a:spcAft>
                    <a:spcPts val="600"/>
                  </a:spcAft>
                  <a:buClrTx/>
                  <a:buSzPct val="100000"/>
                  <a:buFont typeface="+mj-lt"/>
                  <a:buAutoNum type="arabicPeriod"/>
                  <a:tabLst/>
                  <a:defRPr/>
                </a:pPr>
                <a:endPar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65" name="Rectangle : avec coins arrondis en haut 12">
                <a:extLst>
                  <a:ext uri="{FF2B5EF4-FFF2-40B4-BE49-F238E27FC236}">
                    <a16:creationId xmlns:a16="http://schemas.microsoft.com/office/drawing/2014/main" id="{96174108-47EE-8598-BB0E-CE7A84D26972}"/>
                  </a:ext>
                </a:extLst>
              </p:cNvPr>
              <p:cNvSpPr/>
              <p:nvPr/>
            </p:nvSpPr>
            <p:spPr>
              <a:xfrm rot="10800000" flipH="1" flipV="1">
                <a:off x="9550236" y="1512310"/>
                <a:ext cx="2816761" cy="167774"/>
              </a:xfrm>
              <a:prstGeom prst="round2SameRect">
                <a:avLst>
                  <a:gd name="adj1" fmla="val 6602"/>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3. Highlights</a:t>
                </a:r>
                <a:endParaRPr kumimoji="0" lang="en-IN"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sp>
          <p:nvSpPr>
            <p:cNvPr id="160" name="Text 10">
              <a:extLst>
                <a:ext uri="{FF2B5EF4-FFF2-40B4-BE49-F238E27FC236}">
                  <a16:creationId xmlns:a16="http://schemas.microsoft.com/office/drawing/2014/main" id="{2F37AEF7-6CED-FD6B-15A0-0023DAEA03A0}"/>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pic>
        <p:nvPicPr>
          <p:cNvPr id="8" name="Graphic 7" descr="Badge Tick with solid fill">
            <a:extLst>
              <a:ext uri="{FF2B5EF4-FFF2-40B4-BE49-F238E27FC236}">
                <a16:creationId xmlns:a16="http://schemas.microsoft.com/office/drawing/2014/main" id="{297722F8-EB7A-E5EF-B30E-6F0712010B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0741" y="1288999"/>
            <a:ext cx="288000" cy="288000"/>
          </a:xfrm>
          <a:prstGeom prst="rect">
            <a:avLst/>
          </a:prstGeom>
        </p:spPr>
      </p:pic>
      <p:pic>
        <p:nvPicPr>
          <p:cNvPr id="11" name="Graphic 10" descr="Trophy with solid fill">
            <a:extLst>
              <a:ext uri="{FF2B5EF4-FFF2-40B4-BE49-F238E27FC236}">
                <a16:creationId xmlns:a16="http://schemas.microsoft.com/office/drawing/2014/main" id="{795DAFCD-923F-2FA7-9C0F-3A203D845B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397020" y="1316960"/>
            <a:ext cx="288000" cy="217123"/>
          </a:xfrm>
          <a:prstGeom prst="rect">
            <a:avLst/>
          </a:prstGeom>
        </p:spPr>
      </p:pic>
      <p:graphicFrame>
        <p:nvGraphicFramePr>
          <p:cNvPr id="17" name="Table 16">
            <a:extLst>
              <a:ext uri="{FF2B5EF4-FFF2-40B4-BE49-F238E27FC236}">
                <a16:creationId xmlns:a16="http://schemas.microsoft.com/office/drawing/2014/main" id="{3A019CB4-E873-47B7-09D6-705923898259}"/>
              </a:ext>
            </a:extLst>
          </p:cNvPr>
          <p:cNvGraphicFramePr>
            <a:graphicFrameLocks noGrp="1"/>
          </p:cNvGraphicFramePr>
          <p:nvPr>
            <p:extLst>
              <p:ext uri="{D42A27DB-BD31-4B8C-83A1-F6EECF244321}">
                <p14:modId xmlns:p14="http://schemas.microsoft.com/office/powerpoint/2010/main" val="2402271172"/>
              </p:ext>
            </p:extLst>
          </p:nvPr>
        </p:nvGraphicFramePr>
        <p:xfrm>
          <a:off x="4761304" y="2266947"/>
          <a:ext cx="3280534" cy="2113280"/>
        </p:xfrm>
        <a:graphic>
          <a:graphicData uri="http://schemas.openxmlformats.org/drawingml/2006/table">
            <a:tbl>
              <a:tblPr>
                <a:tableStyleId>{5C22544A-7EE6-4342-B048-85BDC9FD1C3A}</a:tableStyleId>
              </a:tblPr>
              <a:tblGrid>
                <a:gridCol w="225563">
                  <a:extLst>
                    <a:ext uri="{9D8B030D-6E8A-4147-A177-3AD203B41FA5}">
                      <a16:colId xmlns:a16="http://schemas.microsoft.com/office/drawing/2014/main" val="1793786000"/>
                    </a:ext>
                  </a:extLst>
                </a:gridCol>
                <a:gridCol w="2080683">
                  <a:extLst>
                    <a:ext uri="{9D8B030D-6E8A-4147-A177-3AD203B41FA5}">
                      <a16:colId xmlns:a16="http://schemas.microsoft.com/office/drawing/2014/main" val="3120727726"/>
                    </a:ext>
                  </a:extLst>
                </a:gridCol>
                <a:gridCol w="974288">
                  <a:extLst>
                    <a:ext uri="{9D8B030D-6E8A-4147-A177-3AD203B41FA5}">
                      <a16:colId xmlns:a16="http://schemas.microsoft.com/office/drawing/2014/main" val="1069534392"/>
                    </a:ext>
                  </a:extLst>
                </a:gridCol>
              </a:tblGrid>
              <a:tr h="370840">
                <a:tc>
                  <a:txBody>
                    <a:bodyPr/>
                    <a:lstStyle/>
                    <a:p>
                      <a:r>
                        <a:rPr lang="en-US" b="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95% Case category                              </a:t>
                      </a:r>
                    </a:p>
                    <a:p>
                      <a:r>
                        <a:rPr lang="en-US" b="0"/>
                        <a:t>Inclusion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a:r>
                        <a:rPr lang="en-US">
                          <a:solidFill>
                            <a:srgbClr val="008A00"/>
                          </a:solidFill>
                        </a:rPr>
                        <a:t>Live</a:t>
                      </a: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370840">
                <a:tc>
                  <a:txBody>
                    <a:bodyPr/>
                    <a:lstStyle/>
                    <a:p>
                      <a:r>
                        <a:rPr lang="en-US" b="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Owning Sales Feedback Form Process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370840">
                <a:tc>
                  <a:txBody>
                    <a:bodyPr/>
                    <a:lstStyle/>
                    <a:p>
                      <a:r>
                        <a:rPr lang="en-US" b="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Agents of Change</a:t>
                      </a:r>
                    </a:p>
                    <a:p>
                      <a:r>
                        <a:rPr lang="en-US" b="0"/>
                        <a:t>Workstream (US)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370840">
                <a:tc>
                  <a:txBody>
                    <a:bodyPr/>
                    <a:lstStyle/>
                    <a:p>
                      <a:r>
                        <a:rPr lang="en-US" b="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iSell API integration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370840">
                <a:tc>
                  <a:txBody>
                    <a:bodyPr/>
                    <a:lstStyle/>
                    <a:p>
                      <a:r>
                        <a:rPr lang="en-US" b="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Cloud Hosting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bl>
          </a:graphicData>
        </a:graphic>
      </p:graphicFrame>
      <p:sp>
        <p:nvSpPr>
          <p:cNvPr id="19" name="Oval 18">
            <a:extLst>
              <a:ext uri="{FF2B5EF4-FFF2-40B4-BE49-F238E27FC236}">
                <a16:creationId xmlns:a16="http://schemas.microsoft.com/office/drawing/2014/main" id="{FB607451-9C2C-31C6-C08A-7694A93ED022}"/>
              </a:ext>
            </a:extLst>
          </p:cNvPr>
          <p:cNvSpPr/>
          <p:nvPr/>
        </p:nvSpPr>
        <p:spPr>
          <a:xfrm>
            <a:off x="7113455" y="2396290"/>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D2C85E7-D723-900A-146C-957246F467DB}"/>
              </a:ext>
            </a:extLst>
          </p:cNvPr>
          <p:cNvSpPr/>
          <p:nvPr/>
        </p:nvSpPr>
        <p:spPr>
          <a:xfrm>
            <a:off x="7113455" y="2862460"/>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 descr="A person in a suit&#10;&#10;AI-generated content may be incorrect.">
            <a:extLst>
              <a:ext uri="{FF2B5EF4-FFF2-40B4-BE49-F238E27FC236}">
                <a16:creationId xmlns:a16="http://schemas.microsoft.com/office/drawing/2014/main" id="{354A711A-40CE-522B-1C56-D52F859C957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42277"/>
          <a:stretch>
            <a:fillRect/>
          </a:stretch>
        </p:blipFill>
        <p:spPr bwMode="auto">
          <a:xfrm>
            <a:off x="9039792" y="2435067"/>
            <a:ext cx="430570" cy="287845"/>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65F00E51-BB11-BFF5-039D-9A5863E75089}"/>
              </a:ext>
            </a:extLst>
          </p:cNvPr>
          <p:cNvSpPr txBox="1"/>
          <p:nvPr/>
        </p:nvSpPr>
        <p:spPr>
          <a:xfrm>
            <a:off x="9478114" y="1851235"/>
            <a:ext cx="2107307" cy="792653"/>
          </a:xfrm>
          <a:prstGeom prst="rect">
            <a:avLst/>
          </a:prstGeom>
          <a:noFill/>
        </p:spPr>
        <p:txBody>
          <a:bodyPr wrap="square" lIns="0" tIns="0" rIns="0" bIns="0" rtlCol="0">
            <a:spAutoFit/>
          </a:bodyPr>
          <a:lstStyle/>
          <a:p>
            <a:pPr marL="171450" indent="-171450" algn="l">
              <a:lnSpc>
                <a:spcPct val="130000"/>
              </a:lnSpc>
              <a:buFont typeface="Arial" panose="020B0604020202020204" pitchFamily="34" charset="0"/>
              <a:buChar char="•"/>
            </a:pPr>
            <a:r>
              <a:rPr lang="en-US" sz="1100"/>
              <a:t>GSO Townhall</a:t>
            </a:r>
            <a:r>
              <a:rPr lang="en-US" sz="1100" b="0" i="0">
                <a:latin typeface="FedEx Sans" panose="020B0603020203020204" pitchFamily="34" charset="0"/>
                <a:ea typeface="FedEx Sans" panose="020B0603020203020204" pitchFamily="34" charset="0"/>
                <a:cs typeface="FedEx Sans" panose="020B0603020203020204" pitchFamily="34" charset="0"/>
              </a:rPr>
              <a:t> (29/06)</a:t>
            </a:r>
          </a:p>
          <a:p>
            <a:pPr marL="171450" indent="-171450" algn="l">
              <a:lnSpc>
                <a:spcPct val="130000"/>
              </a:lnSpc>
              <a:buFont typeface="Arial" panose="020B0604020202020204" pitchFamily="34" charset="0"/>
              <a:buChar char="•"/>
            </a:pPr>
            <a:r>
              <a:rPr lang="en-US" sz="1100"/>
              <a:t>Mark Colombo (04/06)</a:t>
            </a:r>
          </a:p>
          <a:p>
            <a:pPr marL="171450" indent="-171450" algn="l">
              <a:lnSpc>
                <a:spcPct val="130000"/>
              </a:lnSpc>
              <a:buFont typeface="Arial" panose="020B0604020202020204" pitchFamily="34" charset="0"/>
              <a:buChar char="•"/>
            </a:pPr>
            <a:r>
              <a:rPr lang="en-US" sz="1100"/>
              <a:t>Chris Nicholas (07/05)</a:t>
            </a:r>
          </a:p>
        </p:txBody>
      </p:sp>
      <p:sp>
        <p:nvSpPr>
          <p:cNvPr id="32" name="TextBox 31">
            <a:extLst>
              <a:ext uri="{FF2B5EF4-FFF2-40B4-BE49-F238E27FC236}">
                <a16:creationId xmlns:a16="http://schemas.microsoft.com/office/drawing/2014/main" id="{DCC71A41-978B-1B39-BEE6-0F4AE793FFF7}"/>
              </a:ext>
            </a:extLst>
          </p:cNvPr>
          <p:cNvSpPr txBox="1"/>
          <p:nvPr/>
        </p:nvSpPr>
        <p:spPr>
          <a:xfrm>
            <a:off x="9610580" y="2993672"/>
            <a:ext cx="2099386" cy="216662"/>
          </a:xfrm>
          <a:prstGeom prst="rect">
            <a:avLst/>
          </a:prstGeom>
          <a:noFill/>
        </p:spPr>
        <p:txBody>
          <a:bodyPr wrap="square" lIns="0" tIns="0" rIns="0" bIns="0" rtlCol="0">
            <a:spAutoFit/>
          </a:bodyPr>
          <a:lstStyle/>
          <a:p>
            <a:pPr algn="l">
              <a:lnSpc>
                <a:spcPct val="130000"/>
              </a:lnSpc>
            </a:pPr>
            <a:r>
              <a:rPr lang="en-US" sz="1200">
                <a:solidFill>
                  <a:srgbClr val="333333"/>
                </a:solidFill>
                <a:latin typeface="FedEx Sans Regular"/>
                <a:ea typeface="FedEx Sans Light" panose="020B0403020203020204" pitchFamily="34" charset="0"/>
                <a:cs typeface="FedEx Sans Light" panose="020B0403020203020204" pitchFamily="34" charset="0"/>
              </a:rPr>
              <a:t>Reached</a:t>
            </a:r>
            <a:r>
              <a:rPr lang="en-US" sz="1200" b="1">
                <a:solidFill>
                  <a:srgbClr val="333333"/>
                </a:solidFill>
                <a:latin typeface="FedEx Sans Regular"/>
                <a:ea typeface="FedEx Sans Light" panose="020B0403020203020204" pitchFamily="34" charset="0"/>
                <a:cs typeface="FedEx Sans Light" panose="020B0403020203020204" pitchFamily="34" charset="0"/>
              </a:rPr>
              <a:t> Semi-finals</a:t>
            </a:r>
            <a:endParaRPr lang="en-US" sz="1200" b="0" i="0">
              <a:latin typeface="FedEx Sans" panose="020B0603020203020204" pitchFamily="34" charset="0"/>
              <a:ea typeface="FedEx Sans" panose="020B0603020203020204" pitchFamily="34" charset="0"/>
              <a:cs typeface="FedEx Sans" panose="020B0603020203020204" pitchFamily="34" charset="0"/>
            </a:endParaRPr>
          </a:p>
        </p:txBody>
      </p:sp>
      <p:sp>
        <p:nvSpPr>
          <p:cNvPr id="33" name="TextBox 32">
            <a:extLst>
              <a:ext uri="{FF2B5EF4-FFF2-40B4-BE49-F238E27FC236}">
                <a16:creationId xmlns:a16="http://schemas.microsoft.com/office/drawing/2014/main" id="{3BE1D5CC-3AE1-8C00-EFF3-F0B57EE3A8A5}"/>
              </a:ext>
            </a:extLst>
          </p:cNvPr>
          <p:cNvSpPr txBox="1"/>
          <p:nvPr/>
        </p:nvSpPr>
        <p:spPr>
          <a:xfrm>
            <a:off x="9483988" y="3650362"/>
            <a:ext cx="1999560" cy="661720"/>
          </a:xfrm>
          <a:prstGeom prst="rect">
            <a:avLst/>
          </a:prstGeom>
          <a:noFill/>
        </p:spPr>
        <p:txBody>
          <a:bodyPr wrap="square" lIns="0" tIns="0" rIns="0" bIns="0" rtlCol="0">
            <a:spAutoFit/>
          </a:bodyPr>
          <a:lstStyle/>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CHM (</a:t>
            </a:r>
            <a:r>
              <a:rPr lang="en-US" sz="1100" err="1">
                <a:solidFill>
                  <a:srgbClr val="333333"/>
                </a:solidFill>
                <a:latin typeface="FedEx Sans Regular"/>
                <a:ea typeface="FedEx Sans Light" panose="020B0403020203020204" pitchFamily="34" charset="0"/>
                <a:cs typeface="FedEx Sans Light" panose="020B0403020203020204" pitchFamily="34" charset="0"/>
              </a:rPr>
              <a:t>Streamlit</a:t>
            </a:r>
            <a:r>
              <a:rPr lang="en-US" sz="1100">
                <a:solidFill>
                  <a:srgbClr val="333333"/>
                </a:solidFill>
                <a:latin typeface="FedEx Sans Regular"/>
                <a:ea typeface="FedEx Sans Light" panose="020B0403020203020204" pitchFamily="34" charset="0"/>
                <a:cs typeface="FedEx Sans Light" panose="020B0403020203020204" pitchFamily="34" charset="0"/>
              </a:rPr>
              <a:t> expertise)</a:t>
            </a:r>
          </a:p>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DART (First process)</a:t>
            </a:r>
          </a:p>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APAC (Gemini capabilities)</a:t>
            </a:r>
          </a:p>
        </p:txBody>
      </p:sp>
      <p:pic>
        <p:nvPicPr>
          <p:cNvPr id="35" name="Graphic 34" descr="Meeting with solid fill">
            <a:extLst>
              <a:ext uri="{FF2B5EF4-FFF2-40B4-BE49-F238E27FC236}">
                <a16:creationId xmlns:a16="http://schemas.microsoft.com/office/drawing/2014/main" id="{AC3956C8-278B-5C2A-4CAE-68B44D3DB9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49350" y="1749642"/>
            <a:ext cx="360000" cy="360000"/>
          </a:xfrm>
          <a:prstGeom prst="rect">
            <a:avLst/>
          </a:prstGeom>
        </p:spPr>
      </p:pic>
      <p:pic>
        <p:nvPicPr>
          <p:cNvPr id="39" name="Graphic 38" descr="Handshake with solid fill">
            <a:extLst>
              <a:ext uri="{FF2B5EF4-FFF2-40B4-BE49-F238E27FC236}">
                <a16:creationId xmlns:a16="http://schemas.microsoft.com/office/drawing/2014/main" id="{F2324BDF-98DA-6307-2D8C-99E25F4A9F5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59956" y="3755085"/>
            <a:ext cx="360000" cy="360000"/>
          </a:xfrm>
          <a:prstGeom prst="rect">
            <a:avLst/>
          </a:prstGeom>
        </p:spPr>
      </p:pic>
      <p:sp>
        <p:nvSpPr>
          <p:cNvPr id="41" name="Oval 40">
            <a:extLst>
              <a:ext uri="{FF2B5EF4-FFF2-40B4-BE49-F238E27FC236}">
                <a16:creationId xmlns:a16="http://schemas.microsoft.com/office/drawing/2014/main" id="{02191942-7D79-ED04-87D1-4A31EE8C974A}"/>
              </a:ext>
            </a:extLst>
          </p:cNvPr>
          <p:cNvSpPr/>
          <p:nvPr/>
        </p:nvSpPr>
        <p:spPr>
          <a:xfrm>
            <a:off x="7113455" y="3297297"/>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AC467AC-F7FB-AE25-A1F2-37170DCB0B46}"/>
              </a:ext>
            </a:extLst>
          </p:cNvPr>
          <p:cNvSpPr/>
          <p:nvPr/>
        </p:nvSpPr>
        <p:spPr>
          <a:xfrm>
            <a:off x="7113455" y="3714774"/>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2FC2B22-DCDD-B188-18FA-E1CE63292C33}"/>
              </a:ext>
            </a:extLst>
          </p:cNvPr>
          <p:cNvSpPr/>
          <p:nvPr/>
        </p:nvSpPr>
        <p:spPr>
          <a:xfrm>
            <a:off x="7113455" y="4093486"/>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c 43" descr="Magnifying glass with solid fill">
            <a:extLst>
              <a:ext uri="{FF2B5EF4-FFF2-40B4-BE49-F238E27FC236}">
                <a16:creationId xmlns:a16="http://schemas.microsoft.com/office/drawing/2014/main" id="{9CF14FB8-A693-0C70-47CC-67E4D50A15A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3340" y="1264627"/>
            <a:ext cx="288000" cy="288000"/>
          </a:xfrm>
          <a:prstGeom prst="rect">
            <a:avLst/>
          </a:prstGeom>
        </p:spPr>
      </p:pic>
      <p:pic>
        <p:nvPicPr>
          <p:cNvPr id="49" name="Graphic 48" descr="Puzzle pieces with solid fill">
            <a:extLst>
              <a:ext uri="{FF2B5EF4-FFF2-40B4-BE49-F238E27FC236}">
                <a16:creationId xmlns:a16="http://schemas.microsoft.com/office/drawing/2014/main" id="{AC57E654-757F-14E8-17C3-B2D66863CE9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34293" y="2898391"/>
            <a:ext cx="288000" cy="288000"/>
          </a:xfrm>
          <a:prstGeom prst="rect">
            <a:avLst/>
          </a:prstGeom>
        </p:spPr>
      </p:pic>
      <p:sp>
        <p:nvSpPr>
          <p:cNvPr id="51" name="TextBox 50">
            <a:extLst>
              <a:ext uri="{FF2B5EF4-FFF2-40B4-BE49-F238E27FC236}">
                <a16:creationId xmlns:a16="http://schemas.microsoft.com/office/drawing/2014/main" id="{FB4AF732-8D2B-1DB7-B163-60B7778AC911}"/>
              </a:ext>
            </a:extLst>
          </p:cNvPr>
          <p:cNvSpPr txBox="1"/>
          <p:nvPr/>
        </p:nvSpPr>
        <p:spPr>
          <a:xfrm>
            <a:off x="1123379" y="3014707"/>
            <a:ext cx="3366503" cy="1354217"/>
          </a:xfrm>
          <a:prstGeom prst="rect">
            <a:avLst/>
          </a:prstGeom>
          <a:noFill/>
        </p:spPr>
        <p:txBody>
          <a:bodyPr wrap="square">
            <a:spAutoFit/>
          </a:bodyPr>
          <a:lstStyle/>
          <a:p>
            <a:pPr marL="171450" indent="-171450">
              <a:buFont typeface="Arial" panose="020B0604020202020204" pitchFamily="34" charset="0"/>
              <a:buChar char="•"/>
            </a:pPr>
            <a:r>
              <a:rPr lang="en-US" sz="1200" b="1"/>
              <a:t>Rule-based Python engine </a:t>
            </a:r>
            <a:r>
              <a:rPr lang="en-US" sz="1200"/>
              <a:t>for intelligent case resolution recommendations.</a:t>
            </a:r>
          </a:p>
          <a:p>
            <a:pPr marL="171450" indent="-171450">
              <a:buFont typeface="Arial" panose="020B0604020202020204" pitchFamily="34" charset="0"/>
              <a:buChar char="•"/>
            </a:pPr>
            <a:r>
              <a:rPr lang="en-US" sz="1200" b="1"/>
              <a:t>AI-powered</a:t>
            </a:r>
            <a:r>
              <a:rPr lang="en-US" sz="1200"/>
              <a:t> third-party research using Gemini.</a:t>
            </a:r>
            <a:endParaRPr lang="en-US" sz="1200" b="0" i="0" u="none" strike="noStrike">
              <a:solidFill>
                <a:srgbClr val="1E1B2E"/>
              </a:solidFill>
              <a:effectLst/>
              <a:latin typeface="+mn-lt"/>
            </a:endParaRPr>
          </a:p>
          <a:p>
            <a:pPr marL="171450" indent="-171450">
              <a:buFont typeface="Arial" panose="020B0604020202020204" pitchFamily="34" charset="0"/>
              <a:buChar char="•"/>
            </a:pPr>
            <a:r>
              <a:rPr lang="en-US" sz="1200" b="1"/>
              <a:t>Automated CSV generation </a:t>
            </a:r>
            <a:r>
              <a:rPr lang="en-US" sz="1200"/>
              <a:t>to complete the resolution workflow.</a:t>
            </a:r>
            <a:endParaRPr lang="en-IN" sz="1200">
              <a:latin typeface="+mn-lt"/>
            </a:endParaRPr>
          </a:p>
        </p:txBody>
      </p:sp>
      <p:sp>
        <p:nvSpPr>
          <p:cNvPr id="52" name="TextBox 51">
            <a:extLst>
              <a:ext uri="{FF2B5EF4-FFF2-40B4-BE49-F238E27FC236}">
                <a16:creationId xmlns:a16="http://schemas.microsoft.com/office/drawing/2014/main" id="{548B6E26-8E62-4A3A-AFED-8BC215CBE337}"/>
              </a:ext>
            </a:extLst>
          </p:cNvPr>
          <p:cNvSpPr txBox="1"/>
          <p:nvPr/>
        </p:nvSpPr>
        <p:spPr>
          <a:xfrm>
            <a:off x="1098059" y="1809477"/>
            <a:ext cx="3297591" cy="1092607"/>
          </a:xfrm>
          <a:prstGeom prst="rect">
            <a:avLst/>
          </a:prstGeom>
          <a:noFill/>
        </p:spPr>
        <p:txBody>
          <a:bodyPr wrap="square">
            <a:spAutoFit/>
          </a:bodyPr>
          <a:lstStyle/>
          <a:p>
            <a:pPr marL="171450" lvl="0" indent="-171450" algn="l" rtl="0">
              <a:buSzPct val="100000"/>
              <a:buFont typeface="Arial" panose="020B0604020202020204" pitchFamily="34" charset="0"/>
              <a:buChar char="•"/>
              <a:defRPr/>
            </a:pPr>
            <a:r>
              <a:rPr lang="en-US" sz="1200" b="1">
                <a:solidFill>
                  <a:schemeClr val="tx1"/>
                </a:solidFill>
              </a:rPr>
              <a:t>95%</a:t>
            </a:r>
            <a:r>
              <a:rPr lang="en-US" sz="1200">
                <a:solidFill>
                  <a:schemeClr val="tx1"/>
                </a:solidFill>
              </a:rPr>
              <a:t> TP&amp;O cases/month requires multi-system navigation for business rules validation and third party research</a:t>
            </a:r>
          </a:p>
          <a:p>
            <a:pPr marL="171450" lvl="0" indent="-171450" algn="l" rtl="0">
              <a:buSzPct val="100000"/>
              <a:buFont typeface="Arial" panose="020B0604020202020204" pitchFamily="34" charset="0"/>
              <a:buChar char="•"/>
              <a:defRPr/>
            </a:pPr>
            <a:r>
              <a:rPr lang="en-US" sz="1200">
                <a:solidFill>
                  <a:schemeClr val="tx1"/>
                </a:solidFill>
              </a:rPr>
              <a:t>Consumes </a:t>
            </a:r>
            <a:r>
              <a:rPr lang="en-US" sz="1200" b="1">
                <a:solidFill>
                  <a:schemeClr val="tx1"/>
                </a:solidFill>
              </a:rPr>
              <a:t>5–10 min per case</a:t>
            </a:r>
            <a:r>
              <a:rPr lang="en-US" sz="1200">
                <a:solidFill>
                  <a:schemeClr val="tx1"/>
                </a:solidFill>
              </a:rPr>
              <a:t>; manual form-filling drives SLA risk &amp; data errors</a:t>
            </a:r>
            <a:r>
              <a:rPr lang="en-IN" sz="1200">
                <a:solidFill>
                  <a:schemeClr val="tx1"/>
                </a:solidFill>
              </a:rPr>
              <a:t>​</a:t>
            </a:r>
          </a:p>
        </p:txBody>
      </p:sp>
      <p:cxnSp>
        <p:nvCxnSpPr>
          <p:cNvPr id="16" name="Straight Connector 15">
            <a:extLst>
              <a:ext uri="{FF2B5EF4-FFF2-40B4-BE49-F238E27FC236}">
                <a16:creationId xmlns:a16="http://schemas.microsoft.com/office/drawing/2014/main" id="{1DCAFC67-04EB-41B4-6E72-0857E67BC4C9}"/>
              </a:ext>
            </a:extLst>
          </p:cNvPr>
          <p:cNvCxnSpPr>
            <a:cxnSpLocks/>
          </p:cNvCxnSpPr>
          <p:nvPr/>
        </p:nvCxnSpPr>
        <p:spPr>
          <a:xfrm>
            <a:off x="9093683" y="2808657"/>
            <a:ext cx="2177687" cy="827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43538AA-7BA2-8AAB-8A2D-E4D3F8F109D5}"/>
              </a:ext>
            </a:extLst>
          </p:cNvPr>
          <p:cNvCxnSpPr>
            <a:cxnSpLocks/>
          </p:cNvCxnSpPr>
          <p:nvPr/>
        </p:nvCxnSpPr>
        <p:spPr>
          <a:xfrm>
            <a:off x="9169400" y="3460812"/>
            <a:ext cx="2101970" cy="6288"/>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EF4173B5-A0E4-60F6-E2FE-B8E9EFB9385D}"/>
              </a:ext>
            </a:extLst>
          </p:cNvPr>
          <p:cNvSpPr/>
          <p:nvPr/>
        </p:nvSpPr>
        <p:spPr>
          <a:xfrm>
            <a:off x="8365481" y="1656159"/>
            <a:ext cx="523814" cy="11524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CE4B2EEC-A5C1-6A31-58B3-D1B688AE3298}"/>
              </a:ext>
            </a:extLst>
          </p:cNvPr>
          <p:cNvSpPr/>
          <p:nvPr/>
        </p:nvSpPr>
        <p:spPr>
          <a:xfrm>
            <a:off x="9098801" y="2114931"/>
            <a:ext cx="282310" cy="282852"/>
          </a:xfrm>
          <a:prstGeom prst="ellipse">
            <a:avLst/>
          </a:prstGeom>
          <a:blipFill>
            <a:blip r:embed="rId10"/>
            <a:stretch>
              <a:fillRect/>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7" name="object 2">
            <a:extLst>
              <a:ext uri="{FF2B5EF4-FFF2-40B4-BE49-F238E27FC236}">
                <a16:creationId xmlns:a16="http://schemas.microsoft.com/office/drawing/2014/main" id="{B844DC00-0E23-FF39-AD93-A6F5D6494142}"/>
              </a:ext>
            </a:extLst>
          </p:cNvPr>
          <p:cNvPicPr/>
          <p:nvPr/>
        </p:nvPicPr>
        <p:blipFill>
          <a:blip r:embed="rId11" cstate="print"/>
          <a:stretch>
            <a:fillRect/>
          </a:stretch>
        </p:blipFill>
        <p:spPr>
          <a:xfrm>
            <a:off x="9093683" y="2949482"/>
            <a:ext cx="458669" cy="364461"/>
          </a:xfrm>
          <a:prstGeom prst="rect">
            <a:avLst/>
          </a:prstGeom>
        </p:spPr>
      </p:pic>
      <p:sp>
        <p:nvSpPr>
          <p:cNvPr id="24" name="TextBox 23">
            <a:extLst>
              <a:ext uri="{FF2B5EF4-FFF2-40B4-BE49-F238E27FC236}">
                <a16:creationId xmlns:a16="http://schemas.microsoft.com/office/drawing/2014/main" id="{6513B430-1382-81A4-CEF9-01066ADE828C}"/>
              </a:ext>
            </a:extLst>
          </p:cNvPr>
          <p:cNvSpPr txBox="1"/>
          <p:nvPr/>
        </p:nvSpPr>
        <p:spPr>
          <a:xfrm rot="16200000">
            <a:off x="8080929" y="2031814"/>
            <a:ext cx="1048320" cy="430887"/>
          </a:xfrm>
          <a:prstGeom prst="rect">
            <a:avLst/>
          </a:prstGeom>
          <a:noFill/>
        </p:spPr>
        <p:txBody>
          <a:bodyPr wrap="square" lIns="0" tIns="0" rIns="0" bIns="0" rtlCol="0">
            <a:spAutoFit/>
          </a:bodyPr>
          <a:lstStyle/>
          <a:p>
            <a:pPr algn="ctr">
              <a:spcAft>
                <a:spcPts val="0"/>
              </a:spcAft>
            </a:pPr>
            <a:r>
              <a:rPr lang="en-US" sz="1400" i="1">
                <a:solidFill>
                  <a:schemeClr val="bg1"/>
                </a:solidFill>
                <a:latin typeface="FedEx Sans Regular"/>
                <a:ea typeface="FedEx Sans Light" panose="020B0403020203020204" pitchFamily="34" charset="0"/>
                <a:cs typeface="FedEx Sans Light" panose="020B0403020203020204" pitchFamily="34" charset="0"/>
              </a:rPr>
              <a:t>Demo</a:t>
            </a:r>
            <a:r>
              <a:rPr lang="en-US" sz="1400" i="1">
                <a:solidFill>
                  <a:schemeClr val="bg1"/>
                </a:solidFill>
                <a:latin typeface="FedEx Sans" panose="020B0603020203020204" pitchFamily="34" charset="0"/>
                <a:ea typeface="FedEx Sans" panose="020B0603020203020204" pitchFamily="34" charset="0"/>
                <a:cs typeface="FedEx Sans" panose="020B0603020203020204" pitchFamily="34" charset="0"/>
              </a:rPr>
              <a:t> </a:t>
            </a:r>
            <a:r>
              <a:rPr lang="en-US" sz="1400" i="1">
                <a:solidFill>
                  <a:schemeClr val="bg1"/>
                </a:solidFill>
                <a:latin typeface="FedEx Sans Regular"/>
                <a:ea typeface="FedEx Sans Light" panose="020B0403020203020204" pitchFamily="34" charset="0"/>
                <a:cs typeface="FedEx Sans Light" panose="020B0403020203020204" pitchFamily="34" charset="0"/>
              </a:rPr>
              <a:t>Session</a:t>
            </a:r>
          </a:p>
        </p:txBody>
      </p:sp>
      <p:sp>
        <p:nvSpPr>
          <p:cNvPr id="166" name="Rectangle 165">
            <a:extLst>
              <a:ext uri="{FF2B5EF4-FFF2-40B4-BE49-F238E27FC236}">
                <a16:creationId xmlns:a16="http://schemas.microsoft.com/office/drawing/2014/main" id="{7B986536-90A3-D225-BA4B-4104B703B35A}"/>
              </a:ext>
            </a:extLst>
          </p:cNvPr>
          <p:cNvSpPr/>
          <p:nvPr/>
        </p:nvSpPr>
        <p:spPr>
          <a:xfrm>
            <a:off x="8363441" y="2835196"/>
            <a:ext cx="523814" cy="6143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BFA0446-6129-94E0-1FC5-159E61481241}"/>
              </a:ext>
            </a:extLst>
          </p:cNvPr>
          <p:cNvSpPr txBox="1"/>
          <p:nvPr/>
        </p:nvSpPr>
        <p:spPr>
          <a:xfrm rot="16200000">
            <a:off x="8213025" y="3008477"/>
            <a:ext cx="705330" cy="252763"/>
          </a:xfrm>
          <a:prstGeom prst="rect">
            <a:avLst/>
          </a:prstGeom>
          <a:noFill/>
        </p:spPr>
        <p:txBody>
          <a:bodyPr wrap="square" lIns="0" tIns="0" rIns="0" bIns="0" rtlCol="0">
            <a:spAutoFit/>
          </a:bodyPr>
          <a:lstStyle/>
          <a:p>
            <a:pPr algn="ctr">
              <a:lnSpc>
                <a:spcPct val="130000"/>
              </a:lnSpc>
            </a:pPr>
            <a:r>
              <a:rPr lang="en-US" sz="1400" i="1">
                <a:solidFill>
                  <a:schemeClr val="bg1"/>
                </a:solidFill>
                <a:latin typeface="FedEx Sans Regular"/>
                <a:ea typeface="FedEx Sans Light" panose="020B0403020203020204" pitchFamily="34" charset="0"/>
                <a:cs typeface="FedEx Sans Light" panose="020B0403020203020204" pitchFamily="34" charset="0"/>
              </a:rPr>
              <a:t>PPQA</a:t>
            </a:r>
          </a:p>
        </p:txBody>
      </p:sp>
      <p:sp>
        <p:nvSpPr>
          <p:cNvPr id="170" name="Rectangle 169">
            <a:extLst>
              <a:ext uri="{FF2B5EF4-FFF2-40B4-BE49-F238E27FC236}">
                <a16:creationId xmlns:a16="http://schemas.microsoft.com/office/drawing/2014/main" id="{4BEF8ECE-3B82-5A72-8D60-D44CCE175D42}"/>
              </a:ext>
            </a:extLst>
          </p:cNvPr>
          <p:cNvSpPr/>
          <p:nvPr/>
        </p:nvSpPr>
        <p:spPr>
          <a:xfrm>
            <a:off x="8365481" y="3470607"/>
            <a:ext cx="523814" cy="9360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3E5A5452-C36D-80B0-07E9-A983E6D82E6D}"/>
              </a:ext>
            </a:extLst>
          </p:cNvPr>
          <p:cNvSpPr txBox="1"/>
          <p:nvPr/>
        </p:nvSpPr>
        <p:spPr>
          <a:xfrm rot="16200000">
            <a:off x="8143612" y="3696019"/>
            <a:ext cx="974105" cy="430887"/>
          </a:xfrm>
          <a:prstGeom prst="rect">
            <a:avLst/>
          </a:prstGeom>
          <a:noFill/>
        </p:spPr>
        <p:txBody>
          <a:bodyPr wrap="square" lIns="0" tIns="0" rIns="0" bIns="0" rtlCol="0">
            <a:spAutoFit/>
          </a:bodyPr>
          <a:lstStyle/>
          <a:p>
            <a:pPr algn="ctr">
              <a:spcAft>
                <a:spcPts val="0"/>
              </a:spcAft>
            </a:pPr>
            <a:r>
              <a:rPr lang="en-US" sz="1400" i="1">
                <a:solidFill>
                  <a:schemeClr val="bg1"/>
                </a:solidFill>
                <a:latin typeface="FedEx Sans Regular"/>
                <a:ea typeface="FedEx Sans Light" panose="020B0403020203020204" pitchFamily="34" charset="0"/>
                <a:cs typeface="FedEx Sans Light" panose="020B0403020203020204" pitchFamily="34" charset="0"/>
              </a:rPr>
              <a:t>Cross collab</a:t>
            </a:r>
          </a:p>
        </p:txBody>
      </p:sp>
      <p:sp>
        <p:nvSpPr>
          <p:cNvPr id="171" name="TextBox 170">
            <a:extLst>
              <a:ext uri="{FF2B5EF4-FFF2-40B4-BE49-F238E27FC236}">
                <a16:creationId xmlns:a16="http://schemas.microsoft.com/office/drawing/2014/main" id="{62D81680-10E8-2F54-82EE-54AE73DFB6C2}"/>
              </a:ext>
            </a:extLst>
          </p:cNvPr>
          <p:cNvSpPr txBox="1"/>
          <p:nvPr/>
        </p:nvSpPr>
        <p:spPr>
          <a:xfrm>
            <a:off x="4823811" y="1714010"/>
            <a:ext cx="3199419" cy="456728"/>
          </a:xfrm>
          <a:prstGeom prst="rect">
            <a:avLst/>
          </a:prstGeom>
          <a:noFill/>
        </p:spPr>
        <p:txBody>
          <a:bodyPr wrap="square" lIns="0" tIns="0" rIns="0" bIns="0" rtlCol="0">
            <a:spAutoFit/>
          </a:bodyPr>
          <a:lstStyle/>
          <a:p>
            <a:pPr algn="l">
              <a:lnSpc>
                <a:spcPct val="130000"/>
              </a:lnSpc>
            </a:pPr>
            <a:r>
              <a:rPr lang="en-US" sz="1200"/>
              <a:t>Following action items were identified from </a:t>
            </a:r>
            <a:r>
              <a:rPr lang="en-US" sz="1200" b="1"/>
              <a:t>last meeting (18/3)</a:t>
            </a:r>
          </a:p>
        </p:txBody>
      </p:sp>
      <p:graphicFrame>
        <p:nvGraphicFramePr>
          <p:cNvPr id="9" name="Table 8">
            <a:extLst>
              <a:ext uri="{FF2B5EF4-FFF2-40B4-BE49-F238E27FC236}">
                <a16:creationId xmlns:a16="http://schemas.microsoft.com/office/drawing/2014/main" id="{2FA074B6-E116-F3F7-057F-E771749EC8C8}"/>
              </a:ext>
            </a:extLst>
          </p:cNvPr>
          <p:cNvGraphicFramePr>
            <a:graphicFrameLocks noGrp="1"/>
          </p:cNvGraphicFramePr>
          <p:nvPr>
            <p:extLst>
              <p:ext uri="{D42A27DB-BD31-4B8C-83A1-F6EECF244321}">
                <p14:modId xmlns:p14="http://schemas.microsoft.com/office/powerpoint/2010/main" val="1905457176"/>
              </p:ext>
            </p:extLst>
          </p:nvPr>
        </p:nvGraphicFramePr>
        <p:xfrm>
          <a:off x="1098059" y="4912237"/>
          <a:ext cx="10268442" cy="1341120"/>
        </p:xfrm>
        <a:graphic>
          <a:graphicData uri="http://schemas.openxmlformats.org/drawingml/2006/table">
            <a:tbl>
              <a:tblPr bandRow="1">
                <a:tableStyleId>{5C22544A-7EE6-4342-B048-85BDC9FD1C3A}</a:tableStyleId>
              </a:tblPr>
              <a:tblGrid>
                <a:gridCol w="2185073">
                  <a:extLst>
                    <a:ext uri="{9D8B030D-6E8A-4147-A177-3AD203B41FA5}">
                      <a16:colId xmlns:a16="http://schemas.microsoft.com/office/drawing/2014/main" val="1609363122"/>
                    </a:ext>
                  </a:extLst>
                </a:gridCol>
                <a:gridCol w="2575801">
                  <a:extLst>
                    <a:ext uri="{9D8B030D-6E8A-4147-A177-3AD203B41FA5}">
                      <a16:colId xmlns:a16="http://schemas.microsoft.com/office/drawing/2014/main" val="2414861354"/>
                    </a:ext>
                  </a:extLst>
                </a:gridCol>
                <a:gridCol w="2594280">
                  <a:extLst>
                    <a:ext uri="{9D8B030D-6E8A-4147-A177-3AD203B41FA5}">
                      <a16:colId xmlns:a16="http://schemas.microsoft.com/office/drawing/2014/main" val="3237403303"/>
                    </a:ext>
                  </a:extLst>
                </a:gridCol>
                <a:gridCol w="2913288">
                  <a:extLst>
                    <a:ext uri="{9D8B030D-6E8A-4147-A177-3AD203B41FA5}">
                      <a16:colId xmlns:a16="http://schemas.microsoft.com/office/drawing/2014/main" val="128837621"/>
                    </a:ext>
                  </a:extLst>
                </a:gridCol>
              </a:tblGrid>
              <a:tr h="245534">
                <a:tc>
                  <a:txBody>
                    <a:bodyPr/>
                    <a:lstStyle/>
                    <a:p>
                      <a:pPr algn="ctr"/>
                      <a:r>
                        <a:rPr lang="en-US" sz="1100" b="0" i="1"/>
                        <a:t>Sep’25- Dec’25</a:t>
                      </a:r>
                    </a:p>
                  </a:txBody>
                  <a:tcP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rgbClr val="E5CFF7">
                        <a:alpha val="20000"/>
                      </a:srgbClr>
                    </a:solidFill>
                  </a:tcPr>
                </a:tc>
                <a:tc>
                  <a:txBody>
                    <a:bodyPr/>
                    <a:lstStyle/>
                    <a:p>
                      <a:pPr algn="ctr"/>
                      <a:r>
                        <a:rPr lang="en-US" sz="1100" b="0" i="1"/>
                        <a:t>Dec’25-Apr’26</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rgbClr val="B685ED">
                        <a:alpha val="20000"/>
                      </a:srgbClr>
                    </a:solidFill>
                  </a:tcPr>
                </a:tc>
                <a:tc>
                  <a:txBody>
                    <a:bodyPr/>
                    <a:lstStyle/>
                    <a:p>
                      <a:pPr algn="ctr"/>
                      <a:r>
                        <a:rPr lang="en-US" sz="1100" b="0" i="1"/>
                        <a:t>Apr’26-Jul’26</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rgbClr val="9247E5">
                        <a:alpha val="20000"/>
                      </a:srgbClr>
                    </a:solidFill>
                  </a:tcPr>
                </a:tc>
                <a:tc>
                  <a:txBody>
                    <a:bodyPr/>
                    <a:lstStyle/>
                    <a:p>
                      <a:pPr algn="ctr"/>
                      <a:r>
                        <a:rPr lang="en-US" sz="1100" b="0" i="1"/>
                        <a:t>Jul’26-TBD</a:t>
                      </a:r>
                    </a:p>
                  </a:txBody>
                  <a:tcPr>
                    <a:lnL w="381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rgbClr val="3A0F69">
                        <a:alpha val="20000"/>
                      </a:srgbClr>
                    </a:solidFill>
                  </a:tcPr>
                </a:tc>
                <a:extLst>
                  <a:ext uri="{0D108BD9-81ED-4DB2-BD59-A6C34878D82A}">
                    <a16:rowId xmlns:a16="http://schemas.microsoft.com/office/drawing/2014/main" val="413795598"/>
                  </a:ext>
                </a:extLst>
              </a:tr>
              <a:tr h="370840">
                <a:tc>
                  <a:txBody>
                    <a:bodyPr/>
                    <a:lstStyle/>
                    <a:p>
                      <a:pPr marL="171450" indent="-171450">
                        <a:spcAft>
                          <a:spcPts val="600"/>
                        </a:spcAft>
                        <a:buFont typeface="Arial" panose="020B0604020202020204" pitchFamily="34" charset="0"/>
                        <a:buChar char="•"/>
                      </a:pPr>
                      <a:r>
                        <a:rPr lang="en-US" sz="1100" b="0">
                          <a:latin typeface="+mn-lt"/>
                        </a:rPr>
                        <a:t>Live for </a:t>
                      </a:r>
                      <a:r>
                        <a:rPr lang="en-US" sz="1100" b="1">
                          <a:latin typeface="+mn-lt"/>
                        </a:rPr>
                        <a:t>Prospecting and ATC cases</a:t>
                      </a:r>
                    </a:p>
                  </a:txBody>
                  <a:tcP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rgbClr val="E5CFF7">
                        <a:alpha val="20000"/>
                      </a:srgbClr>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0">
                          <a:latin typeface="+mn-lt"/>
                        </a:rPr>
                        <a:t>Live for </a:t>
                      </a:r>
                      <a:r>
                        <a:rPr kumimoji="0" lang="en-US" sz="1100" b="1"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DM/HQ, OOB, USI field, Attribute updates</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 (preliminary)</a:t>
                      </a:r>
                      <a:endParaRPr kumimoji="0" lang="en-US" sz="1100" b="0" i="0" u="none" strike="noStrike" kern="0" cap="none" spc="0" normalizeH="0" baseline="3000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 </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(partial)</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rgbClr val="B685ED">
                        <a:alpha val="20000"/>
                      </a:srgbClr>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GE Agents </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for OOB, DM/HQ, Attribute &amp; WWS seg update</a:t>
                      </a:r>
                      <a:endPar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indent="-171450">
                        <a:spcAft>
                          <a:spcPts val="600"/>
                        </a:spcAft>
                        <a:buFont typeface="Arial" panose="020B0604020202020204" pitchFamily="34" charset="0"/>
                        <a:buChar char="•"/>
                      </a:pPr>
                      <a:r>
                        <a:rPr lang="en-US" sz="1100" b="1">
                          <a:latin typeface="+mn-lt"/>
                        </a:rPr>
                        <a:t>OPTIX cloud hosting</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rgbClr val="9247E5">
                        <a:alpha val="20000"/>
                      </a:srgbClr>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Integrate </a:t>
                      </a:r>
                      <a:r>
                        <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Gemini API</a:t>
                      </a: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 into OPTIX code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Zero-touch resolution </a:t>
                      </a: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via iSell Chatbot with Human-in-the-Loop governance</a:t>
                      </a:r>
                    </a:p>
                  </a:txBody>
                  <a:tcP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rgbClr val="3A0F69">
                        <a:alpha val="20000"/>
                      </a:srgbClr>
                    </a:solidFill>
                  </a:tcPr>
                </a:tc>
                <a:extLst>
                  <a:ext uri="{0D108BD9-81ED-4DB2-BD59-A6C34878D82A}">
                    <a16:rowId xmlns:a16="http://schemas.microsoft.com/office/drawing/2014/main" val="631355567"/>
                  </a:ext>
                </a:extLst>
              </a:tr>
            </a:tbl>
          </a:graphicData>
        </a:graphic>
      </p:graphicFrame>
      <p:sp>
        <p:nvSpPr>
          <p:cNvPr id="45" name="Arrow: Right 44">
            <a:extLst>
              <a:ext uri="{FF2B5EF4-FFF2-40B4-BE49-F238E27FC236}">
                <a16:creationId xmlns:a16="http://schemas.microsoft.com/office/drawing/2014/main" id="{ADB67E0A-50E5-3F62-B708-05A906234F25}"/>
              </a:ext>
            </a:extLst>
          </p:cNvPr>
          <p:cNvSpPr/>
          <p:nvPr/>
        </p:nvSpPr>
        <p:spPr>
          <a:xfrm>
            <a:off x="8463652" y="4450962"/>
            <a:ext cx="3156848" cy="489259"/>
          </a:xfrm>
          <a:prstGeom prst="rightArrow">
            <a:avLst>
              <a:gd name="adj1" fmla="val 70585"/>
              <a:gd name="adj2" fmla="val 50000"/>
            </a:avLst>
          </a:prstGeom>
          <a:solidFill>
            <a:srgbClr val="3A0F69"/>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4.0</a:t>
            </a:r>
          </a:p>
        </p:txBody>
      </p:sp>
      <p:sp>
        <p:nvSpPr>
          <p:cNvPr id="40" name="Arrow: Right 39">
            <a:extLst>
              <a:ext uri="{FF2B5EF4-FFF2-40B4-BE49-F238E27FC236}">
                <a16:creationId xmlns:a16="http://schemas.microsoft.com/office/drawing/2014/main" id="{424EAFD1-8B9C-E55B-0D6C-53CDF9671EA4}"/>
              </a:ext>
            </a:extLst>
          </p:cNvPr>
          <p:cNvSpPr/>
          <p:nvPr/>
        </p:nvSpPr>
        <p:spPr>
          <a:xfrm>
            <a:off x="5791200" y="4450962"/>
            <a:ext cx="2893820" cy="489259"/>
          </a:xfrm>
          <a:prstGeom prst="rightArrow">
            <a:avLst>
              <a:gd name="adj1" fmla="val 70585"/>
              <a:gd name="adj2" fmla="val 50000"/>
            </a:avLst>
          </a:prstGeom>
          <a:solidFill>
            <a:srgbClr val="9247E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3.0</a:t>
            </a:r>
          </a:p>
        </p:txBody>
      </p:sp>
      <p:sp>
        <p:nvSpPr>
          <p:cNvPr id="38" name="Arrow: Right 37">
            <a:extLst>
              <a:ext uri="{FF2B5EF4-FFF2-40B4-BE49-F238E27FC236}">
                <a16:creationId xmlns:a16="http://schemas.microsoft.com/office/drawing/2014/main" id="{8B437569-D6CC-A093-ADD4-5A46A042F90A}"/>
              </a:ext>
            </a:extLst>
          </p:cNvPr>
          <p:cNvSpPr/>
          <p:nvPr/>
        </p:nvSpPr>
        <p:spPr>
          <a:xfrm>
            <a:off x="3303898" y="4450962"/>
            <a:ext cx="2792102" cy="489259"/>
          </a:xfrm>
          <a:prstGeom prst="rightArrow">
            <a:avLst>
              <a:gd name="adj1" fmla="val 70585"/>
              <a:gd name="adj2" fmla="val 50000"/>
            </a:avLst>
          </a:prstGeom>
          <a:solidFill>
            <a:srgbClr val="B685ED"/>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2.0</a:t>
            </a:r>
          </a:p>
        </p:txBody>
      </p:sp>
      <p:sp>
        <p:nvSpPr>
          <p:cNvPr id="37" name="Arrow: Right 36">
            <a:extLst>
              <a:ext uri="{FF2B5EF4-FFF2-40B4-BE49-F238E27FC236}">
                <a16:creationId xmlns:a16="http://schemas.microsoft.com/office/drawing/2014/main" id="{5B1B51CC-966A-CD1E-D821-6DDDE056D494}"/>
              </a:ext>
            </a:extLst>
          </p:cNvPr>
          <p:cNvSpPr/>
          <p:nvPr/>
        </p:nvSpPr>
        <p:spPr>
          <a:xfrm>
            <a:off x="1134293" y="4450962"/>
            <a:ext cx="2372689" cy="489259"/>
          </a:xfrm>
          <a:prstGeom prst="rightArrow">
            <a:avLst>
              <a:gd name="adj1" fmla="val 70585"/>
              <a:gd name="adj2" fmla="val 50000"/>
            </a:avLst>
          </a:prstGeom>
          <a:solidFill>
            <a:srgbClr val="E5CFF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OPTIX 1.0</a:t>
            </a:r>
          </a:p>
        </p:txBody>
      </p:sp>
      <p:cxnSp>
        <p:nvCxnSpPr>
          <p:cNvPr id="46" name="Straight Connector 45">
            <a:extLst>
              <a:ext uri="{FF2B5EF4-FFF2-40B4-BE49-F238E27FC236}">
                <a16:creationId xmlns:a16="http://schemas.microsoft.com/office/drawing/2014/main" id="{25382604-290A-1AF4-2811-588EF1BD80D9}"/>
              </a:ext>
            </a:extLst>
          </p:cNvPr>
          <p:cNvCxnSpPr>
            <a:cxnSpLocks/>
          </p:cNvCxnSpPr>
          <p:nvPr/>
        </p:nvCxnSpPr>
        <p:spPr>
          <a:xfrm>
            <a:off x="1291099" y="2934587"/>
            <a:ext cx="2786872" cy="2002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959463DA-D80F-3A66-4A4C-21A8BFF85C4C}"/>
              </a:ext>
            </a:extLst>
          </p:cNvPr>
          <p:cNvSpPr/>
          <p:nvPr/>
        </p:nvSpPr>
        <p:spPr>
          <a:xfrm>
            <a:off x="599742" y="1649048"/>
            <a:ext cx="523814" cy="12843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EC6C04AD-680E-8258-13AF-2CAC34919765}"/>
              </a:ext>
            </a:extLst>
          </p:cNvPr>
          <p:cNvSpPr txBox="1"/>
          <p:nvPr/>
        </p:nvSpPr>
        <p:spPr>
          <a:xfrm rot="16200000">
            <a:off x="133710" y="2094957"/>
            <a:ext cx="1441227" cy="221657"/>
          </a:xfrm>
          <a:prstGeom prst="rect">
            <a:avLst/>
          </a:prstGeom>
          <a:noFill/>
        </p:spPr>
        <p:txBody>
          <a:bodyPr wrap="square" lIns="0" tIns="0" rIns="0" bIns="0" rtlCol="0">
            <a:spAutoFit/>
          </a:bodyPr>
          <a:lstStyle/>
          <a:p>
            <a:pPr algn="ctr">
              <a:spcAft>
                <a:spcPts val="0"/>
              </a:spcAft>
            </a:pPr>
            <a:r>
              <a:rPr lang="en-US" sz="1400" i="1">
                <a:solidFill>
                  <a:schemeClr val="bg1"/>
                </a:solidFill>
                <a:latin typeface="FedEx Sans Regular"/>
                <a:ea typeface="FedEx Sans Light" panose="020B0403020203020204" pitchFamily="34" charset="0"/>
                <a:cs typeface="FedEx Sans Light" panose="020B0403020203020204" pitchFamily="34" charset="0"/>
              </a:rPr>
              <a:t>Problem </a:t>
            </a:r>
          </a:p>
        </p:txBody>
      </p:sp>
      <p:sp>
        <p:nvSpPr>
          <p:cNvPr id="55" name="Rectangle 54">
            <a:extLst>
              <a:ext uri="{FF2B5EF4-FFF2-40B4-BE49-F238E27FC236}">
                <a16:creationId xmlns:a16="http://schemas.microsoft.com/office/drawing/2014/main" id="{91F17943-173F-DF1B-5157-619B97C1CF39}"/>
              </a:ext>
            </a:extLst>
          </p:cNvPr>
          <p:cNvSpPr/>
          <p:nvPr/>
        </p:nvSpPr>
        <p:spPr>
          <a:xfrm>
            <a:off x="599742" y="2993671"/>
            <a:ext cx="523814" cy="1384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TextBox 136">
            <a:extLst>
              <a:ext uri="{FF2B5EF4-FFF2-40B4-BE49-F238E27FC236}">
                <a16:creationId xmlns:a16="http://schemas.microsoft.com/office/drawing/2014/main" id="{5EC86690-44C0-939D-6457-E065FEE63B29}"/>
              </a:ext>
            </a:extLst>
          </p:cNvPr>
          <p:cNvSpPr txBox="1"/>
          <p:nvPr/>
        </p:nvSpPr>
        <p:spPr>
          <a:xfrm rot="16200000">
            <a:off x="119328" y="3501632"/>
            <a:ext cx="1441227" cy="221657"/>
          </a:xfrm>
          <a:prstGeom prst="rect">
            <a:avLst/>
          </a:prstGeom>
          <a:noFill/>
        </p:spPr>
        <p:txBody>
          <a:bodyPr wrap="square" lIns="0" tIns="0" rIns="0" bIns="0" rtlCol="0">
            <a:spAutoFit/>
          </a:bodyPr>
          <a:lstStyle/>
          <a:p>
            <a:pPr algn="ctr">
              <a:spcAft>
                <a:spcPts val="0"/>
              </a:spcAft>
            </a:pPr>
            <a:r>
              <a:rPr lang="en-US" sz="1400" i="1">
                <a:solidFill>
                  <a:schemeClr val="bg1"/>
                </a:solidFill>
                <a:latin typeface="FedEx Sans Regular"/>
                <a:ea typeface="FedEx Sans Light" panose="020B0403020203020204" pitchFamily="34" charset="0"/>
                <a:cs typeface="FedEx Sans Light" panose="020B0403020203020204" pitchFamily="34" charset="0"/>
              </a:rPr>
              <a:t>Solution</a:t>
            </a:r>
          </a:p>
        </p:txBody>
      </p:sp>
      <p:sp>
        <p:nvSpPr>
          <p:cNvPr id="141" name="Rectangle : avec coins arrondis en haut 12">
            <a:extLst>
              <a:ext uri="{FF2B5EF4-FFF2-40B4-BE49-F238E27FC236}">
                <a16:creationId xmlns:a16="http://schemas.microsoft.com/office/drawing/2014/main" id="{0E0DED46-4F6F-414F-EE10-1922129BC0DA}"/>
              </a:ext>
            </a:extLst>
          </p:cNvPr>
          <p:cNvSpPr/>
          <p:nvPr/>
        </p:nvSpPr>
        <p:spPr>
          <a:xfrm rot="10800000" flipH="1" flipV="1">
            <a:off x="577230" y="1237948"/>
            <a:ext cx="3906578" cy="381647"/>
          </a:xfrm>
          <a:prstGeom prst="round2SameRect">
            <a:avLst>
              <a:gd name="adj1" fmla="val 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600" b="1" i="0" u="none" strike="noStrike" kern="0" cap="none" spc="0" normalizeH="0" baseline="0" noProof="0">
                <a:ln>
                  <a:noFill/>
                </a:ln>
                <a:solidFill>
                  <a:prstClr val="white"/>
                </a:solidFill>
                <a:effectLst/>
                <a:uLnTx/>
                <a:uFillTx/>
                <a:latin typeface="FedEx Sans Regular"/>
                <a:ea typeface="FedEx Sans Light" panose="020B0403020203020204" pitchFamily="34" charset="0"/>
                <a:cs typeface="FedEx Sans Light" panose="020B0403020203020204" pitchFamily="34" charset="0"/>
              </a:rPr>
              <a:t>1. OPTIX Summary</a:t>
            </a:r>
          </a:p>
        </p:txBody>
      </p:sp>
      <p:sp>
        <p:nvSpPr>
          <p:cNvPr id="4" name="Rectangle 3">
            <a:extLst>
              <a:ext uri="{FF2B5EF4-FFF2-40B4-BE49-F238E27FC236}">
                <a16:creationId xmlns:a16="http://schemas.microsoft.com/office/drawing/2014/main" id="{B306E837-947A-A5AD-B4CD-28B2617F4216}"/>
              </a:ext>
            </a:extLst>
          </p:cNvPr>
          <p:cNvSpPr/>
          <p:nvPr/>
        </p:nvSpPr>
        <p:spPr>
          <a:xfrm>
            <a:off x="577230" y="4443154"/>
            <a:ext cx="520830" cy="1871353"/>
          </a:xfrm>
          <a:prstGeom prst="rect">
            <a:avLst/>
          </a:prstGeom>
          <a:solidFill>
            <a:srgbClr val="7D2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A623D1F-D162-08F1-F98D-6DD8FAF7C88D}"/>
              </a:ext>
            </a:extLst>
          </p:cNvPr>
          <p:cNvSpPr txBox="1"/>
          <p:nvPr/>
        </p:nvSpPr>
        <p:spPr>
          <a:xfrm rot="16200000">
            <a:off x="154654" y="5228418"/>
            <a:ext cx="1441227" cy="221657"/>
          </a:xfrm>
          <a:prstGeom prst="rect">
            <a:avLst/>
          </a:prstGeom>
          <a:noFill/>
        </p:spPr>
        <p:txBody>
          <a:bodyPr wrap="square" lIns="0" tIns="0" rIns="0" bIns="0" rtlCol="0">
            <a:spAutoFit/>
          </a:bodyPr>
          <a:lstStyle/>
          <a:p>
            <a:pPr algn="ctr">
              <a:spcAft>
                <a:spcPts val="0"/>
              </a:spcAft>
            </a:pPr>
            <a:r>
              <a:rPr lang="en-US" sz="1400" b="1">
                <a:solidFill>
                  <a:schemeClr val="bg1"/>
                </a:solidFill>
                <a:latin typeface="FedEx Sans Regular"/>
                <a:ea typeface="FedEx Sans Light" panose="020B0403020203020204" pitchFamily="34" charset="0"/>
                <a:cs typeface="FedEx Sans Light" panose="020B0403020203020204" pitchFamily="34" charset="0"/>
              </a:rPr>
              <a:t>4. Version</a:t>
            </a:r>
          </a:p>
        </p:txBody>
      </p:sp>
      <p:pic>
        <p:nvPicPr>
          <p:cNvPr id="6" name="Graphic 5" descr="Puzzle pieces with solid fill">
            <a:extLst>
              <a:ext uri="{FF2B5EF4-FFF2-40B4-BE49-F238E27FC236}">
                <a16:creationId xmlns:a16="http://schemas.microsoft.com/office/drawing/2014/main" id="{35BA569D-BF4D-89E7-CD6C-79054C6EABA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3645" y="4026184"/>
            <a:ext cx="288000" cy="288000"/>
          </a:xfrm>
          <a:prstGeom prst="rect">
            <a:avLst/>
          </a:prstGeom>
        </p:spPr>
      </p:pic>
      <p:pic>
        <p:nvPicPr>
          <p:cNvPr id="10" name="Graphic 9" descr="Magnifying glass with solid fill">
            <a:extLst>
              <a:ext uri="{FF2B5EF4-FFF2-40B4-BE49-F238E27FC236}">
                <a16:creationId xmlns:a16="http://schemas.microsoft.com/office/drawing/2014/main" id="{6AABD490-D906-C930-8880-7915A2BC5B2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6919" y="2620267"/>
            <a:ext cx="288000" cy="288000"/>
          </a:xfrm>
          <a:prstGeom prst="rect">
            <a:avLst/>
          </a:prstGeom>
        </p:spPr>
      </p:pic>
      <p:pic>
        <p:nvPicPr>
          <p:cNvPr id="13" name="Graphic 12" descr="Robot with solid fill">
            <a:extLst>
              <a:ext uri="{FF2B5EF4-FFF2-40B4-BE49-F238E27FC236}">
                <a16:creationId xmlns:a16="http://schemas.microsoft.com/office/drawing/2014/main" id="{10F3A88D-3817-28FD-254F-DE87E5C0437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31796" y="4537918"/>
            <a:ext cx="328160" cy="328160"/>
          </a:xfrm>
          <a:prstGeom prst="rect">
            <a:avLst/>
          </a:prstGeom>
        </p:spPr>
      </p:pic>
      <p:pic>
        <p:nvPicPr>
          <p:cNvPr id="22" name="Graphic 21" descr="Syncing cloud with solid fill">
            <a:extLst>
              <a:ext uri="{FF2B5EF4-FFF2-40B4-BE49-F238E27FC236}">
                <a16:creationId xmlns:a16="http://schemas.microsoft.com/office/drawing/2014/main" id="{A01E2B0A-CB4C-F566-78C7-3461E75EE2E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213849" y="4528624"/>
            <a:ext cx="339351" cy="339351"/>
          </a:xfrm>
          <a:prstGeom prst="rect">
            <a:avLst/>
          </a:prstGeom>
        </p:spPr>
      </p:pic>
      <p:pic>
        <p:nvPicPr>
          <p:cNvPr id="27" name="Graphic 26" descr="Clipboard Mixed with solid fill">
            <a:extLst>
              <a:ext uri="{FF2B5EF4-FFF2-40B4-BE49-F238E27FC236}">
                <a16:creationId xmlns:a16="http://schemas.microsoft.com/office/drawing/2014/main" id="{DF798B41-8702-40B9-93F1-29B9B0C8052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602205" y="4563657"/>
            <a:ext cx="266542" cy="266542"/>
          </a:xfrm>
          <a:prstGeom prst="rect">
            <a:avLst/>
          </a:prstGeom>
        </p:spPr>
      </p:pic>
      <p:pic>
        <p:nvPicPr>
          <p:cNvPr id="31" name="Graphic 30" descr="List with solid fill">
            <a:extLst>
              <a:ext uri="{FF2B5EF4-FFF2-40B4-BE49-F238E27FC236}">
                <a16:creationId xmlns:a16="http://schemas.microsoft.com/office/drawing/2014/main" id="{AB058E7B-F28A-2189-F2E6-1AC9D5F9E6D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61837" y="1289771"/>
            <a:ext cx="287467" cy="287467"/>
          </a:xfrm>
          <a:prstGeom prst="rect">
            <a:avLst/>
          </a:prstGeom>
        </p:spPr>
      </p:pic>
      <p:pic>
        <p:nvPicPr>
          <p:cNvPr id="36" name="Graphic 35" descr="Flowchart with solid fill">
            <a:extLst>
              <a:ext uri="{FF2B5EF4-FFF2-40B4-BE49-F238E27FC236}">
                <a16:creationId xmlns:a16="http://schemas.microsoft.com/office/drawing/2014/main" id="{8DB9AE7D-95DF-A8FC-C29E-0AE9F857B0FB}"/>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172500" y="4517035"/>
            <a:ext cx="369926" cy="369926"/>
          </a:xfrm>
          <a:prstGeom prst="rect">
            <a:avLst/>
          </a:prstGeom>
        </p:spPr>
      </p:pic>
    </p:spTree>
    <p:extLst>
      <p:ext uri="{BB962C8B-B14F-4D97-AF65-F5344CB8AC3E}">
        <p14:creationId xmlns:p14="http://schemas.microsoft.com/office/powerpoint/2010/main" val="3954440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2E2EF6-A298-2F90-A5D7-3575192CD58E}"/>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559B8BB5-1AB0-5FCF-7CAB-A69618E5B9E5}"/>
              </a:ext>
            </a:extLst>
          </p:cNvPr>
          <p:cNvSpPr/>
          <p:nvPr/>
        </p:nvSpPr>
        <p:spPr>
          <a:xfrm>
            <a:off x="525258" y="1145393"/>
            <a:ext cx="11067915" cy="4979022"/>
          </a:xfrm>
          <a:prstGeom prst="roundRect">
            <a:avLst>
              <a:gd name="adj" fmla="val 1490"/>
            </a:avLst>
          </a:prstGeom>
          <a:solidFill>
            <a:srgbClr val="F2F2F2"/>
          </a:solidFill>
          <a:ln>
            <a:solidFill>
              <a:srgbClr val="E7E6E6"/>
            </a:solidFill>
          </a:ln>
        </p:spPr>
        <p:style>
          <a:lnRef idx="2">
            <a:schemeClr val="accent1">
              <a:shade val="15000"/>
            </a:schemeClr>
          </a:lnRef>
          <a:fillRef idx="1">
            <a:schemeClr val="accent1"/>
          </a:fillRef>
          <a:effectRef idx="0">
            <a:schemeClr val="accent1"/>
          </a:effectRef>
          <a:fontRef idx="minor">
            <a:schemeClr val="lt1"/>
          </a:fontRef>
        </p:style>
        <p:txBody>
          <a:bodyPr lIns="1656000" rtlCol="0" anchor="ct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333333"/>
              </a:solidFill>
              <a:effectLst/>
              <a:uLnTx/>
              <a:uFillTx/>
              <a:latin typeface="FedEx Sans Regular"/>
              <a:ea typeface="+mn-ea"/>
              <a:cs typeface="+mn-cs"/>
            </a:endParaRPr>
          </a:p>
        </p:txBody>
      </p:sp>
      <p:sp>
        <p:nvSpPr>
          <p:cNvPr id="2" name="Title 1">
            <a:extLst>
              <a:ext uri="{FF2B5EF4-FFF2-40B4-BE49-F238E27FC236}">
                <a16:creationId xmlns:a16="http://schemas.microsoft.com/office/drawing/2014/main" id="{B722EEAE-D4B7-B235-00B1-B9A8BE569405}"/>
              </a:ext>
            </a:extLst>
          </p:cNvPr>
          <p:cNvSpPr>
            <a:spLocks noGrp="1"/>
          </p:cNvSpPr>
          <p:nvPr>
            <p:ph type="title"/>
          </p:nvPr>
        </p:nvSpPr>
        <p:spPr>
          <a:xfrm>
            <a:off x="552584" y="43349"/>
            <a:ext cx="9176766" cy="605028"/>
          </a:xfrm>
        </p:spPr>
        <p:txBody>
          <a:bodyPr/>
          <a:lstStyle/>
          <a:p>
            <a:r>
              <a:rPr lang="en-US" b="1"/>
              <a:t>OPTIX Recap:    </a:t>
            </a:r>
            <a:r>
              <a:rPr lang="en-US"/>
              <a:t> </a:t>
            </a:r>
            <a:endParaRPr lang="en-IN"/>
          </a:p>
        </p:txBody>
      </p:sp>
      <p:sp>
        <p:nvSpPr>
          <p:cNvPr id="3" name="Slide Number Placeholder 11">
            <a:extLst>
              <a:ext uri="{FF2B5EF4-FFF2-40B4-BE49-F238E27FC236}">
                <a16:creationId xmlns:a16="http://schemas.microsoft.com/office/drawing/2014/main" id="{E37CCF74-B8D4-FF98-E749-68009796F778}"/>
              </a:ext>
            </a:extLst>
          </p:cNvPr>
          <p:cNvSpPr txBox="1">
            <a:spLocks/>
          </p:cNvSpPr>
          <p:nvPr/>
        </p:nvSpPr>
        <p:spPr>
          <a:xfrm>
            <a:off x="9982200" y="6374928"/>
            <a:ext cx="1638300" cy="219635"/>
          </a:xfrm>
          <a:prstGeom prst="rect">
            <a:avLst/>
          </a:prstGeom>
        </p:spPr>
        <p:txBody>
          <a:bodyPr vert="horz" lIns="0" tIns="0" rIns="0" bIns="0" rtlCol="0" anchor="ctr" anchorCtr="0"/>
          <a:lstStyle>
            <a:defPPr>
              <a:defRPr lang="en-US"/>
            </a:defPPr>
            <a:lvl1pPr algn="r">
              <a:defRPr sz="800">
                <a:solidFill>
                  <a:schemeClr val="bg1"/>
                </a:solidFill>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pPr marL="0" marR="0" lvl="0" indent="0" algn="r" defTabSz="914400" rtl="0" eaLnBrk="1" fontAlgn="auto" latinLnBrk="0" hangingPunct="1">
              <a:lnSpc>
                <a:spcPct val="100000"/>
              </a:lnSpc>
              <a:spcBef>
                <a:spcPts val="0"/>
              </a:spcBef>
              <a:spcAft>
                <a:spcPts val="600"/>
              </a:spcAft>
              <a:buClrTx/>
              <a:buSzTx/>
              <a:buFontTx/>
              <a:buNone/>
              <a:tabLst/>
              <a:defRPr/>
            </a:pPr>
            <a:fld id="{64B53FD8-04EE-4F67-B5CA-77D45BC12F90}" type="slidenum">
              <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17</a:t>
            </a:fld>
            <a:endPar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54" name="Rectangle: Rounded Corners 153">
            <a:extLst>
              <a:ext uri="{FF2B5EF4-FFF2-40B4-BE49-F238E27FC236}">
                <a16:creationId xmlns:a16="http://schemas.microsoft.com/office/drawing/2014/main" id="{D8306955-3B6F-BB61-F899-5B7664EFD4D0}"/>
              </a:ext>
            </a:extLst>
          </p:cNvPr>
          <p:cNvSpPr/>
          <p:nvPr/>
        </p:nvSpPr>
        <p:spPr>
          <a:xfrm>
            <a:off x="592852" y="4450194"/>
            <a:ext cx="10909371" cy="1620386"/>
          </a:xfrm>
          <a:prstGeom prst="roundRect">
            <a:avLst>
              <a:gd name="adj" fmla="val 8213"/>
            </a:avLst>
          </a:prstGeom>
          <a:solidFill>
            <a:schemeClr val="bg1"/>
          </a:solidFill>
          <a:ln>
            <a:solidFill>
              <a:srgbClr val="E7E6E6"/>
            </a:solidFill>
          </a:ln>
        </p:spPr>
        <p:style>
          <a:lnRef idx="2">
            <a:schemeClr val="accent1">
              <a:shade val="15000"/>
            </a:schemeClr>
          </a:lnRef>
          <a:fillRef idx="1">
            <a:schemeClr val="accent1"/>
          </a:fillRef>
          <a:effectRef idx="0">
            <a:schemeClr val="accent1"/>
          </a:effectRef>
          <a:fontRef idx="minor">
            <a:schemeClr val="lt1"/>
          </a:fontRef>
        </p:style>
        <p:txBody>
          <a:bodyPr lIns="756000" tIns="38100" rIns="88900" bIns="381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1" i="0" u="none" strike="noStrike" kern="0" cap="none" spc="0" normalizeH="0" baseline="0" noProof="0">
              <a:ln>
                <a:noFill/>
              </a:ln>
              <a:solidFill>
                <a:srgbClr val="333333"/>
              </a:solidFill>
              <a:effectLst/>
              <a:uLnTx/>
              <a:uFillTx/>
              <a:latin typeface="FedEx Sans Regular"/>
              <a:ea typeface="+mn-ea"/>
              <a:cs typeface="+mn-cs"/>
            </a:endParaRPr>
          </a:p>
        </p:txBody>
      </p:sp>
      <p:sp>
        <p:nvSpPr>
          <p:cNvPr id="18" name="TextBox 17">
            <a:extLst>
              <a:ext uri="{FF2B5EF4-FFF2-40B4-BE49-F238E27FC236}">
                <a16:creationId xmlns:a16="http://schemas.microsoft.com/office/drawing/2014/main" id="{150E3178-736A-B089-4238-610585AB34C8}"/>
              </a:ext>
            </a:extLst>
          </p:cNvPr>
          <p:cNvSpPr txBox="1"/>
          <p:nvPr/>
        </p:nvSpPr>
        <p:spPr>
          <a:xfrm>
            <a:off x="577229" y="566852"/>
            <a:ext cx="11182449"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1" u="none" strike="noStrike" kern="1200" cap="none" spc="0" normalizeH="0" baseline="0" noProof="0">
                <a:ln>
                  <a:noFill/>
                </a:ln>
                <a:solidFill>
                  <a:srgbClr val="333333"/>
                </a:solidFill>
                <a:effectLst/>
                <a:uLnTx/>
                <a:uFillTx/>
                <a:latin typeface="FedEx Sans Regular"/>
                <a:ea typeface="+mn-ea"/>
                <a:cs typeface="+mn-cs"/>
              </a:rPr>
              <a:t>“do more with </a:t>
            </a:r>
            <a:r>
              <a:rPr kumimoji="0" lang="en-US" sz="1100" b="0" i="1" u="none" strike="noStrike" kern="1200" cap="none" spc="0" normalizeH="0" baseline="0" noProof="0" err="1">
                <a:ln>
                  <a:noFill/>
                </a:ln>
                <a:solidFill>
                  <a:srgbClr val="333333"/>
                </a:solidFill>
                <a:effectLst/>
                <a:uLnTx/>
                <a:uFillTx/>
                <a:latin typeface="FedEx Sans Regular"/>
                <a:ea typeface="+mn-ea"/>
                <a:cs typeface="+mn-cs"/>
              </a:rPr>
              <a:t>lesss</a:t>
            </a:r>
            <a:r>
              <a:rPr kumimoji="0" lang="en-US" sz="1100" b="0" i="1" u="none" strike="noStrike" kern="1200" cap="none" spc="0" normalizeH="0" baseline="0" noProof="0">
                <a:ln>
                  <a:noFill/>
                </a:ln>
                <a:solidFill>
                  <a:srgbClr val="333333"/>
                </a:solidFill>
                <a:effectLst/>
                <a:uLnTx/>
                <a:uFillTx/>
                <a:latin typeface="FedEx Sans Regular"/>
                <a:ea typeface="+mn-ea"/>
                <a:cs typeface="+mn-cs"/>
              </a:rPr>
              <a:t>” “elevate”</a:t>
            </a:r>
          </a:p>
        </p:txBody>
      </p:sp>
      <p:grpSp>
        <p:nvGrpSpPr>
          <p:cNvPr id="131" name="Group 130">
            <a:extLst>
              <a:ext uri="{FF2B5EF4-FFF2-40B4-BE49-F238E27FC236}">
                <a16:creationId xmlns:a16="http://schemas.microsoft.com/office/drawing/2014/main" id="{391AFAE7-C836-9C26-E0F9-98257A6DD785}"/>
              </a:ext>
            </a:extLst>
          </p:cNvPr>
          <p:cNvGrpSpPr/>
          <p:nvPr/>
        </p:nvGrpSpPr>
        <p:grpSpPr>
          <a:xfrm>
            <a:off x="610852" y="1206220"/>
            <a:ext cx="3878851" cy="3176701"/>
            <a:chOff x="8872440" y="1672166"/>
            <a:chExt cx="2736000" cy="1435383"/>
          </a:xfrm>
        </p:grpSpPr>
        <p:grpSp>
          <p:nvGrpSpPr>
            <p:cNvPr id="132" name="Group 131">
              <a:extLst>
                <a:ext uri="{FF2B5EF4-FFF2-40B4-BE49-F238E27FC236}">
                  <a16:creationId xmlns:a16="http://schemas.microsoft.com/office/drawing/2014/main" id="{5D6A7BF7-2168-3B29-B121-62D859BA744E}"/>
                </a:ext>
              </a:extLst>
            </p:cNvPr>
            <p:cNvGrpSpPr/>
            <p:nvPr/>
          </p:nvGrpSpPr>
          <p:grpSpPr>
            <a:xfrm>
              <a:off x="8872440" y="1686502"/>
              <a:ext cx="2736000" cy="1421047"/>
              <a:chOff x="9550237" y="1512310"/>
              <a:chExt cx="2598598" cy="1382545"/>
            </a:xfrm>
          </p:grpSpPr>
          <p:sp>
            <p:nvSpPr>
              <p:cNvPr id="134" name="Rectangle : coins arrondis 10">
                <a:extLst>
                  <a:ext uri="{FF2B5EF4-FFF2-40B4-BE49-F238E27FC236}">
                    <a16:creationId xmlns:a16="http://schemas.microsoft.com/office/drawing/2014/main" id="{8B9F6216-54ED-FE97-D17B-4BAC683B0735}"/>
                  </a:ext>
                </a:extLst>
              </p:cNvPr>
              <p:cNvSpPr/>
              <p:nvPr/>
            </p:nvSpPr>
            <p:spPr>
              <a:xfrm rot="10800000" flipV="1">
                <a:off x="9550238" y="1512372"/>
                <a:ext cx="2598597"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lvl="0" algn="l" rtl="0">
                  <a:spcAft>
                    <a:spcPts val="0"/>
                  </a:spcAft>
                  <a:buSzPct val="100000"/>
                  <a:defRPr/>
                </a:pPr>
                <a:br>
                  <a:rPr lang="en-IN" sz="1200">
                    <a:solidFill>
                      <a:schemeClr val="tx1"/>
                    </a:solidFill>
                  </a:rPr>
                </a:br>
                <a:endParaRPr kumimoji="0" lang="en-US" sz="1200" b="0" i="0" u="none" strike="noStrike" kern="0" cap="none" spc="0" normalizeH="0" baseline="0" noProof="0">
                  <a:ln>
                    <a:noFill/>
                  </a:ln>
                  <a:solidFill>
                    <a:schemeClr val="tx1"/>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35" name="Rectangle : avec coins arrondis en haut 12">
                <a:extLst>
                  <a:ext uri="{FF2B5EF4-FFF2-40B4-BE49-F238E27FC236}">
                    <a16:creationId xmlns:a16="http://schemas.microsoft.com/office/drawing/2014/main" id="{4CF6EB08-278C-D515-A2FB-6E09B0724EF8}"/>
                  </a:ext>
                </a:extLst>
              </p:cNvPr>
              <p:cNvSpPr/>
              <p:nvPr/>
            </p:nvSpPr>
            <p:spPr>
              <a:xfrm rot="10800000" flipH="1" flipV="1">
                <a:off x="9550237" y="1512310"/>
                <a:ext cx="2594648"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IN" sz="1600" b="0" i="0" u="none" strike="noStrike" kern="0" cap="none" spc="0" normalizeH="0" baseline="0" noProof="0">
                  <a:ln>
                    <a:noFill/>
                  </a:ln>
                  <a:solidFill>
                    <a:prstClr val="white"/>
                  </a:solidFill>
                  <a:effectLst/>
                  <a:uLnTx/>
                  <a:uFillTx/>
                  <a:latin typeface="FedEx Sans Regular"/>
                  <a:ea typeface="FedEx Sans Light" panose="020B0403020203020204" pitchFamily="34" charset="0"/>
                  <a:cs typeface="FedEx Sans Light" panose="020B0403020203020204" pitchFamily="34" charset="0"/>
                </a:endParaRPr>
              </a:p>
            </p:txBody>
          </p:sp>
        </p:grpSp>
        <p:sp>
          <p:nvSpPr>
            <p:cNvPr id="133" name="Text 10">
              <a:extLst>
                <a:ext uri="{FF2B5EF4-FFF2-40B4-BE49-F238E27FC236}">
                  <a16:creationId xmlns:a16="http://schemas.microsoft.com/office/drawing/2014/main" id="{EE3EDEBF-B7DC-B1FF-F3E2-5E3E71BFFE3E}"/>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Problem</a:t>
              </a:r>
              <a:r>
                <a:rPr kumimoji="0" lang="en-US" sz="1400" b="1" i="0" u="none" strike="noStrike" kern="1200" cap="none" spc="0" normalizeH="0" baseline="0" noProof="0">
                  <a:ln>
                    <a:noFill/>
                  </a:ln>
                  <a:solidFill>
                    <a:prstClr val="white"/>
                  </a:solidFill>
                  <a:effectLst/>
                  <a:uLnTx/>
                  <a:uFillTx/>
                  <a:latin typeface="FedEx Sans Regular"/>
                  <a:ea typeface="+mn-ea"/>
                  <a:cs typeface="+mn-cs"/>
                </a:rPr>
                <a:t> </a:t>
              </a: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Statement</a:t>
              </a:r>
            </a:p>
          </p:txBody>
        </p:sp>
      </p:grpSp>
      <p:grpSp>
        <p:nvGrpSpPr>
          <p:cNvPr id="148" name="Group 147">
            <a:extLst>
              <a:ext uri="{FF2B5EF4-FFF2-40B4-BE49-F238E27FC236}">
                <a16:creationId xmlns:a16="http://schemas.microsoft.com/office/drawing/2014/main" id="{98128AC8-8723-3D61-BE6F-5FDD0FBE14F0}"/>
              </a:ext>
            </a:extLst>
          </p:cNvPr>
          <p:cNvGrpSpPr/>
          <p:nvPr/>
        </p:nvGrpSpPr>
        <p:grpSpPr>
          <a:xfrm>
            <a:off x="4571339" y="1216212"/>
            <a:ext cx="3652608" cy="3192482"/>
            <a:chOff x="8872439" y="1672166"/>
            <a:chExt cx="2735999" cy="1435383"/>
          </a:xfrm>
        </p:grpSpPr>
        <p:grpSp>
          <p:nvGrpSpPr>
            <p:cNvPr id="150" name="Group 149">
              <a:extLst>
                <a:ext uri="{FF2B5EF4-FFF2-40B4-BE49-F238E27FC236}">
                  <a16:creationId xmlns:a16="http://schemas.microsoft.com/office/drawing/2014/main" id="{5FF3483D-B491-9624-BDB0-22656F7779EA}"/>
                </a:ext>
              </a:extLst>
            </p:cNvPr>
            <p:cNvGrpSpPr/>
            <p:nvPr/>
          </p:nvGrpSpPr>
          <p:grpSpPr>
            <a:xfrm>
              <a:off x="8872439" y="1686502"/>
              <a:ext cx="2735999" cy="1421047"/>
              <a:chOff x="9550236" y="1512310"/>
              <a:chExt cx="2598597" cy="1382545"/>
            </a:xfrm>
          </p:grpSpPr>
          <p:sp>
            <p:nvSpPr>
              <p:cNvPr id="152" name="Rectangle : coins arrondis 10">
                <a:extLst>
                  <a:ext uri="{FF2B5EF4-FFF2-40B4-BE49-F238E27FC236}">
                    <a16:creationId xmlns:a16="http://schemas.microsoft.com/office/drawing/2014/main" id="{75893B82-0F41-E354-C179-A2B7B3BFF4F4}"/>
                  </a:ext>
                </a:extLst>
              </p:cNvPr>
              <p:cNvSpPr/>
              <p:nvPr/>
            </p:nvSpPr>
            <p:spPr>
              <a:xfrm rot="10800000" flipV="1">
                <a:off x="9550236" y="1512372"/>
                <a:ext cx="2598597"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0" marR="0" lvl="0" indent="0" algn="l" defTabSz="914400" rtl="0" eaLnBrk="1" fontAlgn="auto" latinLnBrk="0" hangingPunct="1">
                  <a:lnSpc>
                    <a:spcPct val="100000"/>
                  </a:lnSpc>
                  <a:spcBef>
                    <a:spcPts val="0"/>
                  </a:spcBef>
                  <a:spcAft>
                    <a:spcPts val="600"/>
                  </a:spcAft>
                  <a:buClrTx/>
                  <a:buSzPct val="100000"/>
                  <a:buFontTx/>
                  <a:buNone/>
                  <a:tabLst/>
                  <a:defRPr/>
                </a:pPr>
                <a:endPar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53" name="Rectangle : avec coins arrondis en haut 12">
                <a:extLst>
                  <a:ext uri="{FF2B5EF4-FFF2-40B4-BE49-F238E27FC236}">
                    <a16:creationId xmlns:a16="http://schemas.microsoft.com/office/drawing/2014/main" id="{66497A8B-0D54-6988-29B1-83B5326394A1}"/>
                  </a:ext>
                </a:extLst>
              </p:cNvPr>
              <p:cNvSpPr/>
              <p:nvPr/>
            </p:nvSpPr>
            <p:spPr>
              <a:xfrm rot="10800000" flipH="1" flipV="1">
                <a:off x="9550237" y="1512310"/>
                <a:ext cx="2594648"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chemeClr val="bg1"/>
                    </a:solidFill>
                    <a:effectLst/>
                    <a:uLnTx/>
                    <a:uFillTx/>
                    <a:latin typeface="FedEx Sans Regular"/>
                    <a:ea typeface="Calibri" pitchFamily="34" charset="-122"/>
                    <a:cs typeface="Calibri" pitchFamily="34" charset="-120"/>
                  </a:rPr>
                  <a:t>Action items Status</a:t>
                </a:r>
                <a:endParaRPr kumimoji="0" lang="en-IN" sz="1400" b="1" i="0" u="none" strike="noStrike" kern="1200" cap="none" spc="0" normalizeH="0" baseline="0" noProof="0">
                  <a:ln>
                    <a:noFill/>
                  </a:ln>
                  <a:solidFill>
                    <a:schemeClr val="bg1"/>
                  </a:solidFill>
                  <a:effectLst/>
                  <a:uLnTx/>
                  <a:uFillTx/>
                  <a:latin typeface="FedEx Sans Regular"/>
                  <a:ea typeface="Calibri" pitchFamily="34" charset="-122"/>
                  <a:cs typeface="Calibri" pitchFamily="34" charset="-120"/>
                </a:endParaRPr>
              </a:p>
            </p:txBody>
          </p:sp>
        </p:grpSp>
        <p:sp>
          <p:nvSpPr>
            <p:cNvPr id="151" name="Text 10">
              <a:extLst>
                <a:ext uri="{FF2B5EF4-FFF2-40B4-BE49-F238E27FC236}">
                  <a16:creationId xmlns:a16="http://schemas.microsoft.com/office/drawing/2014/main" id="{753FD024-AA39-37F2-99B4-3D2EB27F7A7F}"/>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grpSp>
        <p:nvGrpSpPr>
          <p:cNvPr id="155" name="Group 154">
            <a:extLst>
              <a:ext uri="{FF2B5EF4-FFF2-40B4-BE49-F238E27FC236}">
                <a16:creationId xmlns:a16="http://schemas.microsoft.com/office/drawing/2014/main" id="{AAA0045B-3D5A-E420-28DD-7003BE28D631}"/>
              </a:ext>
            </a:extLst>
          </p:cNvPr>
          <p:cNvGrpSpPr/>
          <p:nvPr/>
        </p:nvGrpSpPr>
        <p:grpSpPr>
          <a:xfrm>
            <a:off x="8358908" y="1207764"/>
            <a:ext cx="3156848" cy="3200194"/>
            <a:chOff x="8872437" y="1672166"/>
            <a:chExt cx="2965698" cy="1435383"/>
          </a:xfrm>
        </p:grpSpPr>
        <p:grpSp>
          <p:nvGrpSpPr>
            <p:cNvPr id="156" name="Group 155">
              <a:extLst>
                <a:ext uri="{FF2B5EF4-FFF2-40B4-BE49-F238E27FC236}">
                  <a16:creationId xmlns:a16="http://schemas.microsoft.com/office/drawing/2014/main" id="{F22E5717-01BB-E319-C3DB-62951D2EF95B}"/>
                </a:ext>
              </a:extLst>
            </p:cNvPr>
            <p:cNvGrpSpPr/>
            <p:nvPr/>
          </p:nvGrpSpPr>
          <p:grpSpPr>
            <a:xfrm>
              <a:off x="8872437" y="1686502"/>
              <a:ext cx="2965698" cy="1421047"/>
              <a:chOff x="9550236" y="1512310"/>
              <a:chExt cx="2816761" cy="1382545"/>
            </a:xfrm>
          </p:grpSpPr>
          <p:sp>
            <p:nvSpPr>
              <p:cNvPr id="164" name="Rectangle : coins arrondis 10">
                <a:extLst>
                  <a:ext uri="{FF2B5EF4-FFF2-40B4-BE49-F238E27FC236}">
                    <a16:creationId xmlns:a16="http://schemas.microsoft.com/office/drawing/2014/main" id="{D49B75E8-4F17-B310-F644-F6526E3DD792}"/>
                  </a:ext>
                </a:extLst>
              </p:cNvPr>
              <p:cNvSpPr/>
              <p:nvPr/>
            </p:nvSpPr>
            <p:spPr>
              <a:xfrm rot="10800000" flipV="1">
                <a:off x="9550236" y="1512372"/>
                <a:ext cx="2816761"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bIns="576000" rtlCol="0" anchor="t"/>
              <a:lstStyle/>
              <a:p>
                <a:pPr marL="228600" marR="0" lvl="0" indent="-228600" algn="l" defTabSz="914400" rtl="0" eaLnBrk="1" fontAlgn="auto" latinLnBrk="0" hangingPunct="1">
                  <a:lnSpc>
                    <a:spcPct val="100000"/>
                  </a:lnSpc>
                  <a:spcBef>
                    <a:spcPts val="0"/>
                  </a:spcBef>
                  <a:spcAft>
                    <a:spcPts val="600"/>
                  </a:spcAft>
                  <a:buClrTx/>
                  <a:buSzPct val="100000"/>
                  <a:buFont typeface="+mj-lt"/>
                  <a:buAutoNum type="arabicPeriod"/>
                  <a:tabLst/>
                  <a:defRPr/>
                </a:pPr>
                <a:endPar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65" name="Rectangle : avec coins arrondis en haut 12">
                <a:extLst>
                  <a:ext uri="{FF2B5EF4-FFF2-40B4-BE49-F238E27FC236}">
                    <a16:creationId xmlns:a16="http://schemas.microsoft.com/office/drawing/2014/main" id="{FE12759C-115A-E691-B28D-78E09F8E3B7A}"/>
                  </a:ext>
                </a:extLst>
              </p:cNvPr>
              <p:cNvSpPr/>
              <p:nvPr/>
            </p:nvSpPr>
            <p:spPr>
              <a:xfrm rot="10800000" flipH="1" flipV="1">
                <a:off x="9550236" y="1512310"/>
                <a:ext cx="2816761"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Highlights</a:t>
                </a:r>
                <a:endParaRPr kumimoji="0" lang="en-IN"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sp>
          <p:nvSpPr>
            <p:cNvPr id="160" name="Text 10">
              <a:extLst>
                <a:ext uri="{FF2B5EF4-FFF2-40B4-BE49-F238E27FC236}">
                  <a16:creationId xmlns:a16="http://schemas.microsoft.com/office/drawing/2014/main" id="{56546B5B-161C-BB5E-9F86-ABA1CDB401B0}"/>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pic>
        <p:nvPicPr>
          <p:cNvPr id="8" name="Graphic 7" descr="Badge Tick with solid fill">
            <a:extLst>
              <a:ext uri="{FF2B5EF4-FFF2-40B4-BE49-F238E27FC236}">
                <a16:creationId xmlns:a16="http://schemas.microsoft.com/office/drawing/2014/main" id="{E06BE75C-A1BC-3618-C4A9-CF1B4AF9B3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20437" y="1316950"/>
            <a:ext cx="288000" cy="288000"/>
          </a:xfrm>
          <a:prstGeom prst="rect">
            <a:avLst/>
          </a:prstGeom>
        </p:spPr>
      </p:pic>
      <p:pic>
        <p:nvPicPr>
          <p:cNvPr id="11" name="Graphic 10" descr="Trophy with solid fill">
            <a:extLst>
              <a:ext uri="{FF2B5EF4-FFF2-40B4-BE49-F238E27FC236}">
                <a16:creationId xmlns:a16="http://schemas.microsoft.com/office/drawing/2014/main" id="{399AB749-D8EE-0C7D-0689-DF38C2B788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02927" y="1316950"/>
            <a:ext cx="288000" cy="217123"/>
          </a:xfrm>
          <a:prstGeom prst="rect">
            <a:avLst/>
          </a:prstGeom>
        </p:spPr>
      </p:pic>
      <p:graphicFrame>
        <p:nvGraphicFramePr>
          <p:cNvPr id="17" name="Table 16">
            <a:extLst>
              <a:ext uri="{FF2B5EF4-FFF2-40B4-BE49-F238E27FC236}">
                <a16:creationId xmlns:a16="http://schemas.microsoft.com/office/drawing/2014/main" id="{9265724C-0212-4AD3-39E1-6C69D95377F0}"/>
              </a:ext>
            </a:extLst>
          </p:cNvPr>
          <p:cNvGraphicFramePr>
            <a:graphicFrameLocks noGrp="1"/>
          </p:cNvGraphicFramePr>
          <p:nvPr/>
        </p:nvGraphicFramePr>
        <p:xfrm>
          <a:off x="4761304" y="2266947"/>
          <a:ext cx="3280534" cy="2113280"/>
        </p:xfrm>
        <a:graphic>
          <a:graphicData uri="http://schemas.openxmlformats.org/drawingml/2006/table">
            <a:tbl>
              <a:tblPr>
                <a:tableStyleId>{5C22544A-7EE6-4342-B048-85BDC9FD1C3A}</a:tableStyleId>
              </a:tblPr>
              <a:tblGrid>
                <a:gridCol w="225563">
                  <a:extLst>
                    <a:ext uri="{9D8B030D-6E8A-4147-A177-3AD203B41FA5}">
                      <a16:colId xmlns:a16="http://schemas.microsoft.com/office/drawing/2014/main" val="1793786000"/>
                    </a:ext>
                  </a:extLst>
                </a:gridCol>
                <a:gridCol w="2080683">
                  <a:extLst>
                    <a:ext uri="{9D8B030D-6E8A-4147-A177-3AD203B41FA5}">
                      <a16:colId xmlns:a16="http://schemas.microsoft.com/office/drawing/2014/main" val="3120727726"/>
                    </a:ext>
                  </a:extLst>
                </a:gridCol>
                <a:gridCol w="974288">
                  <a:extLst>
                    <a:ext uri="{9D8B030D-6E8A-4147-A177-3AD203B41FA5}">
                      <a16:colId xmlns:a16="http://schemas.microsoft.com/office/drawing/2014/main" val="1069534392"/>
                    </a:ext>
                  </a:extLst>
                </a:gridCol>
              </a:tblGrid>
              <a:tr h="370840">
                <a:tc>
                  <a:txBody>
                    <a:bodyPr/>
                    <a:lstStyle/>
                    <a:p>
                      <a:r>
                        <a:rPr lang="en-US" b="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95% Case category                              </a:t>
                      </a:r>
                    </a:p>
                    <a:p>
                      <a:r>
                        <a:rPr lang="en-US" b="0"/>
                        <a:t>Inclusion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a:r>
                        <a:rPr lang="en-US">
                          <a:solidFill>
                            <a:srgbClr val="008A00"/>
                          </a:solidFill>
                        </a:rPr>
                        <a:t>Live</a:t>
                      </a: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370840">
                <a:tc>
                  <a:txBody>
                    <a:bodyPr/>
                    <a:lstStyle/>
                    <a:p>
                      <a:r>
                        <a:rPr lang="en-US" b="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Owning Sales Feedback Form Process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370840">
                <a:tc>
                  <a:txBody>
                    <a:bodyPr/>
                    <a:lstStyle/>
                    <a:p>
                      <a:r>
                        <a:rPr lang="en-US" b="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Agents of Change</a:t>
                      </a:r>
                    </a:p>
                    <a:p>
                      <a:r>
                        <a:rPr lang="en-US" b="0"/>
                        <a:t>Workstream (US)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370840">
                <a:tc>
                  <a:txBody>
                    <a:bodyPr/>
                    <a:lstStyle/>
                    <a:p>
                      <a:r>
                        <a:rPr lang="en-US" b="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iSell API integration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370840">
                <a:tc>
                  <a:txBody>
                    <a:bodyPr/>
                    <a:lstStyle/>
                    <a:p>
                      <a:r>
                        <a:rPr lang="en-US" b="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Cloud Hosting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bl>
          </a:graphicData>
        </a:graphic>
      </p:graphicFrame>
      <p:sp>
        <p:nvSpPr>
          <p:cNvPr id="19" name="Oval 18">
            <a:extLst>
              <a:ext uri="{FF2B5EF4-FFF2-40B4-BE49-F238E27FC236}">
                <a16:creationId xmlns:a16="http://schemas.microsoft.com/office/drawing/2014/main" id="{C85E220E-08CF-816D-DC9E-8D0F327FA0F9}"/>
              </a:ext>
            </a:extLst>
          </p:cNvPr>
          <p:cNvSpPr/>
          <p:nvPr/>
        </p:nvSpPr>
        <p:spPr>
          <a:xfrm>
            <a:off x="7113455" y="2396290"/>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644AA86-4886-678A-AECA-1ACDD350D61C}"/>
              </a:ext>
            </a:extLst>
          </p:cNvPr>
          <p:cNvSpPr/>
          <p:nvPr/>
        </p:nvSpPr>
        <p:spPr>
          <a:xfrm>
            <a:off x="7113455" y="2862460"/>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 descr="A person in a suit&#10;&#10;AI-generated content may be incorrect.">
            <a:extLst>
              <a:ext uri="{FF2B5EF4-FFF2-40B4-BE49-F238E27FC236}">
                <a16:creationId xmlns:a16="http://schemas.microsoft.com/office/drawing/2014/main" id="{72A6A239-222A-E6C1-4860-019314B6175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42277"/>
          <a:stretch>
            <a:fillRect/>
          </a:stretch>
        </p:blipFill>
        <p:spPr bwMode="auto">
          <a:xfrm>
            <a:off x="9039792" y="2435067"/>
            <a:ext cx="430570" cy="287845"/>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A854DC6F-02BC-29C3-AEAB-C121ED83B106}"/>
              </a:ext>
            </a:extLst>
          </p:cNvPr>
          <p:cNvSpPr txBox="1"/>
          <p:nvPr/>
        </p:nvSpPr>
        <p:spPr>
          <a:xfrm>
            <a:off x="9478114" y="1851235"/>
            <a:ext cx="2107307" cy="792653"/>
          </a:xfrm>
          <a:prstGeom prst="rect">
            <a:avLst/>
          </a:prstGeom>
          <a:noFill/>
        </p:spPr>
        <p:txBody>
          <a:bodyPr wrap="square" lIns="0" tIns="0" rIns="0" bIns="0" rtlCol="0">
            <a:spAutoFit/>
          </a:bodyPr>
          <a:lstStyle/>
          <a:p>
            <a:pPr marL="171450" indent="-171450" algn="l">
              <a:lnSpc>
                <a:spcPct val="130000"/>
              </a:lnSpc>
              <a:buFont typeface="Arial" panose="020B0604020202020204" pitchFamily="34" charset="0"/>
              <a:buChar char="•"/>
            </a:pPr>
            <a:r>
              <a:rPr lang="en-US" sz="1100"/>
              <a:t>GSO Townhall</a:t>
            </a:r>
            <a:r>
              <a:rPr lang="en-US" sz="1100" b="0" i="0">
                <a:latin typeface="FedEx Sans" panose="020B0603020203020204" pitchFamily="34" charset="0"/>
                <a:ea typeface="FedEx Sans" panose="020B0603020203020204" pitchFamily="34" charset="0"/>
                <a:cs typeface="FedEx Sans" panose="020B0603020203020204" pitchFamily="34" charset="0"/>
              </a:rPr>
              <a:t> (29/06)</a:t>
            </a:r>
          </a:p>
          <a:p>
            <a:pPr marL="171450" indent="-171450" algn="l">
              <a:lnSpc>
                <a:spcPct val="130000"/>
              </a:lnSpc>
              <a:buFont typeface="Arial" panose="020B0604020202020204" pitchFamily="34" charset="0"/>
              <a:buChar char="•"/>
            </a:pPr>
            <a:r>
              <a:rPr lang="en-US" sz="1100"/>
              <a:t>Mark Colombo (04/06)</a:t>
            </a:r>
          </a:p>
          <a:p>
            <a:pPr marL="171450" indent="-171450" algn="l">
              <a:lnSpc>
                <a:spcPct val="130000"/>
              </a:lnSpc>
              <a:buFont typeface="Arial" panose="020B0604020202020204" pitchFamily="34" charset="0"/>
              <a:buChar char="•"/>
            </a:pPr>
            <a:r>
              <a:rPr lang="en-US" sz="1100"/>
              <a:t>Chris Nicholas (07/05)</a:t>
            </a:r>
          </a:p>
        </p:txBody>
      </p:sp>
      <p:sp>
        <p:nvSpPr>
          <p:cNvPr id="32" name="TextBox 31">
            <a:extLst>
              <a:ext uri="{FF2B5EF4-FFF2-40B4-BE49-F238E27FC236}">
                <a16:creationId xmlns:a16="http://schemas.microsoft.com/office/drawing/2014/main" id="{9426F78D-0CD9-ED77-FFE6-5FF15979DCCB}"/>
              </a:ext>
            </a:extLst>
          </p:cNvPr>
          <p:cNvSpPr txBox="1"/>
          <p:nvPr/>
        </p:nvSpPr>
        <p:spPr>
          <a:xfrm>
            <a:off x="9610580" y="2993672"/>
            <a:ext cx="2099386" cy="216662"/>
          </a:xfrm>
          <a:prstGeom prst="rect">
            <a:avLst/>
          </a:prstGeom>
          <a:noFill/>
        </p:spPr>
        <p:txBody>
          <a:bodyPr wrap="square" lIns="0" tIns="0" rIns="0" bIns="0" rtlCol="0">
            <a:spAutoFit/>
          </a:bodyPr>
          <a:lstStyle/>
          <a:p>
            <a:pPr algn="l">
              <a:lnSpc>
                <a:spcPct val="130000"/>
              </a:lnSpc>
            </a:pPr>
            <a:r>
              <a:rPr lang="en-US" sz="1200">
                <a:solidFill>
                  <a:srgbClr val="333333"/>
                </a:solidFill>
                <a:latin typeface="FedEx Sans Regular"/>
                <a:ea typeface="FedEx Sans Light" panose="020B0403020203020204" pitchFamily="34" charset="0"/>
                <a:cs typeface="FedEx Sans Light" panose="020B0403020203020204" pitchFamily="34" charset="0"/>
              </a:rPr>
              <a:t>Reached</a:t>
            </a:r>
            <a:r>
              <a:rPr lang="en-US" sz="1200" b="1">
                <a:solidFill>
                  <a:srgbClr val="333333"/>
                </a:solidFill>
                <a:latin typeface="FedEx Sans Regular"/>
                <a:ea typeface="FedEx Sans Light" panose="020B0403020203020204" pitchFamily="34" charset="0"/>
                <a:cs typeface="FedEx Sans Light" panose="020B0403020203020204" pitchFamily="34" charset="0"/>
              </a:rPr>
              <a:t> Semi-finals</a:t>
            </a:r>
            <a:endParaRPr lang="en-US" sz="1200" b="0" i="0">
              <a:latin typeface="FedEx Sans" panose="020B0603020203020204" pitchFamily="34" charset="0"/>
              <a:ea typeface="FedEx Sans" panose="020B0603020203020204" pitchFamily="34" charset="0"/>
              <a:cs typeface="FedEx Sans" panose="020B0603020203020204" pitchFamily="34" charset="0"/>
            </a:endParaRPr>
          </a:p>
        </p:txBody>
      </p:sp>
      <p:sp>
        <p:nvSpPr>
          <p:cNvPr id="33" name="TextBox 32">
            <a:extLst>
              <a:ext uri="{FF2B5EF4-FFF2-40B4-BE49-F238E27FC236}">
                <a16:creationId xmlns:a16="http://schemas.microsoft.com/office/drawing/2014/main" id="{EC4F0449-14A4-3DA2-705B-894108B407CB}"/>
              </a:ext>
            </a:extLst>
          </p:cNvPr>
          <p:cNvSpPr txBox="1"/>
          <p:nvPr/>
        </p:nvSpPr>
        <p:spPr>
          <a:xfrm>
            <a:off x="9483988" y="3650362"/>
            <a:ext cx="1999560" cy="661720"/>
          </a:xfrm>
          <a:prstGeom prst="rect">
            <a:avLst/>
          </a:prstGeom>
          <a:noFill/>
        </p:spPr>
        <p:txBody>
          <a:bodyPr wrap="square" lIns="0" tIns="0" rIns="0" bIns="0" rtlCol="0">
            <a:spAutoFit/>
          </a:bodyPr>
          <a:lstStyle/>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CHM (</a:t>
            </a:r>
            <a:r>
              <a:rPr lang="en-US" sz="1100" err="1">
                <a:solidFill>
                  <a:srgbClr val="333333"/>
                </a:solidFill>
                <a:latin typeface="FedEx Sans Regular"/>
                <a:ea typeface="FedEx Sans Light" panose="020B0403020203020204" pitchFamily="34" charset="0"/>
                <a:cs typeface="FedEx Sans Light" panose="020B0403020203020204" pitchFamily="34" charset="0"/>
              </a:rPr>
              <a:t>Streamlit</a:t>
            </a:r>
            <a:r>
              <a:rPr lang="en-US" sz="1100">
                <a:solidFill>
                  <a:srgbClr val="333333"/>
                </a:solidFill>
                <a:latin typeface="FedEx Sans Regular"/>
                <a:ea typeface="FedEx Sans Light" panose="020B0403020203020204" pitchFamily="34" charset="0"/>
                <a:cs typeface="FedEx Sans Light" panose="020B0403020203020204" pitchFamily="34" charset="0"/>
              </a:rPr>
              <a:t> expertise)</a:t>
            </a:r>
          </a:p>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DART (First process)</a:t>
            </a:r>
          </a:p>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APAC (Gemini capabilities)</a:t>
            </a:r>
          </a:p>
        </p:txBody>
      </p:sp>
      <p:pic>
        <p:nvPicPr>
          <p:cNvPr id="35" name="Graphic 34" descr="Meeting with solid fill">
            <a:extLst>
              <a:ext uri="{FF2B5EF4-FFF2-40B4-BE49-F238E27FC236}">
                <a16:creationId xmlns:a16="http://schemas.microsoft.com/office/drawing/2014/main" id="{BF79E490-88B8-62C6-3589-859C5C84068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49350" y="1749642"/>
            <a:ext cx="360000" cy="360000"/>
          </a:xfrm>
          <a:prstGeom prst="rect">
            <a:avLst/>
          </a:prstGeom>
        </p:spPr>
      </p:pic>
      <p:pic>
        <p:nvPicPr>
          <p:cNvPr id="39" name="Graphic 38" descr="Handshake with solid fill">
            <a:extLst>
              <a:ext uri="{FF2B5EF4-FFF2-40B4-BE49-F238E27FC236}">
                <a16:creationId xmlns:a16="http://schemas.microsoft.com/office/drawing/2014/main" id="{F85D678F-1E93-B11E-904E-E861684906E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59956" y="3755085"/>
            <a:ext cx="360000" cy="360000"/>
          </a:xfrm>
          <a:prstGeom prst="rect">
            <a:avLst/>
          </a:prstGeom>
        </p:spPr>
      </p:pic>
      <p:sp>
        <p:nvSpPr>
          <p:cNvPr id="41" name="Oval 40">
            <a:extLst>
              <a:ext uri="{FF2B5EF4-FFF2-40B4-BE49-F238E27FC236}">
                <a16:creationId xmlns:a16="http://schemas.microsoft.com/office/drawing/2014/main" id="{B9C61B64-53B1-E4C2-F2AD-F2027E6290D1}"/>
              </a:ext>
            </a:extLst>
          </p:cNvPr>
          <p:cNvSpPr/>
          <p:nvPr/>
        </p:nvSpPr>
        <p:spPr>
          <a:xfrm>
            <a:off x="7113455" y="3297297"/>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A4EC849-41BE-88C5-2A4A-2A28D897A707}"/>
              </a:ext>
            </a:extLst>
          </p:cNvPr>
          <p:cNvSpPr/>
          <p:nvPr/>
        </p:nvSpPr>
        <p:spPr>
          <a:xfrm>
            <a:off x="7113455" y="3714774"/>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B37C8E1F-3BAF-CF4E-164A-8902381E7E30}"/>
              </a:ext>
            </a:extLst>
          </p:cNvPr>
          <p:cNvSpPr/>
          <p:nvPr/>
        </p:nvSpPr>
        <p:spPr>
          <a:xfrm>
            <a:off x="7113455" y="4093486"/>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c 43" descr="Magnifying glass with solid fill">
            <a:extLst>
              <a:ext uri="{FF2B5EF4-FFF2-40B4-BE49-F238E27FC236}">
                <a16:creationId xmlns:a16="http://schemas.microsoft.com/office/drawing/2014/main" id="{C6ECE4D4-9ECA-B54D-70C2-6E9F508AF2B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3340" y="1264627"/>
            <a:ext cx="288000" cy="288000"/>
          </a:xfrm>
          <a:prstGeom prst="rect">
            <a:avLst/>
          </a:prstGeom>
        </p:spPr>
      </p:pic>
      <p:sp>
        <p:nvSpPr>
          <p:cNvPr id="47" name="Rectangle : avec coins arrondis en haut 12">
            <a:extLst>
              <a:ext uri="{FF2B5EF4-FFF2-40B4-BE49-F238E27FC236}">
                <a16:creationId xmlns:a16="http://schemas.microsoft.com/office/drawing/2014/main" id="{B5467B58-F443-9ACC-560A-E6099A13C736}"/>
              </a:ext>
            </a:extLst>
          </p:cNvPr>
          <p:cNvSpPr/>
          <p:nvPr/>
        </p:nvSpPr>
        <p:spPr>
          <a:xfrm rot="10800000" flipH="1" flipV="1">
            <a:off x="606386" y="2862795"/>
            <a:ext cx="3857567" cy="361509"/>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IN" sz="1600" b="0" i="0" u="none" strike="noStrike" kern="0" cap="none" spc="0" normalizeH="0" baseline="0" noProof="0">
              <a:ln>
                <a:noFill/>
              </a:ln>
              <a:solidFill>
                <a:prstClr val="white"/>
              </a:solidFill>
              <a:effectLst/>
              <a:uLnTx/>
              <a:uFillTx/>
              <a:latin typeface="FedEx Sans Regular"/>
              <a:ea typeface="FedEx Sans Light" panose="020B0403020203020204" pitchFamily="34" charset="0"/>
              <a:cs typeface="FedEx Sans Light" panose="020B0403020203020204" pitchFamily="34" charset="0"/>
            </a:endParaRPr>
          </a:p>
        </p:txBody>
      </p:sp>
      <p:sp>
        <p:nvSpPr>
          <p:cNvPr id="48" name="Text 10">
            <a:extLst>
              <a:ext uri="{FF2B5EF4-FFF2-40B4-BE49-F238E27FC236}">
                <a16:creationId xmlns:a16="http://schemas.microsoft.com/office/drawing/2014/main" id="{F958021B-72F4-F756-C56E-2E5CE0ABD851}"/>
              </a:ext>
            </a:extLst>
          </p:cNvPr>
          <p:cNvSpPr/>
          <p:nvPr/>
        </p:nvSpPr>
        <p:spPr>
          <a:xfrm>
            <a:off x="1512624" y="2846891"/>
            <a:ext cx="2099386" cy="372930"/>
          </a:xfrm>
          <a:prstGeom prst="rect">
            <a:avLst/>
          </a:prstGeom>
          <a:noFill/>
          <a:ln/>
        </p:spPr>
        <p:txBody>
          <a:bodyPr wrap="square" lIns="0" tIns="10160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Solutions Implemented</a:t>
            </a:r>
          </a:p>
        </p:txBody>
      </p:sp>
      <p:pic>
        <p:nvPicPr>
          <p:cNvPr id="49" name="Graphic 48" descr="Puzzle pieces with solid fill">
            <a:extLst>
              <a:ext uri="{FF2B5EF4-FFF2-40B4-BE49-F238E27FC236}">
                <a16:creationId xmlns:a16="http://schemas.microsoft.com/office/drawing/2014/main" id="{C57C0223-CF7B-DCE6-9171-6748ADE24D0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34293" y="2898391"/>
            <a:ext cx="288000" cy="288000"/>
          </a:xfrm>
          <a:prstGeom prst="rect">
            <a:avLst/>
          </a:prstGeom>
        </p:spPr>
      </p:pic>
      <p:sp>
        <p:nvSpPr>
          <p:cNvPr id="51" name="TextBox 50">
            <a:extLst>
              <a:ext uri="{FF2B5EF4-FFF2-40B4-BE49-F238E27FC236}">
                <a16:creationId xmlns:a16="http://schemas.microsoft.com/office/drawing/2014/main" id="{6F32B0F2-F14A-4B29-5E2E-2A5D0A5F83B6}"/>
              </a:ext>
            </a:extLst>
          </p:cNvPr>
          <p:cNvSpPr txBox="1"/>
          <p:nvPr/>
        </p:nvSpPr>
        <p:spPr>
          <a:xfrm>
            <a:off x="677182" y="3227285"/>
            <a:ext cx="3786771" cy="1169551"/>
          </a:xfrm>
          <a:prstGeom prst="rect">
            <a:avLst/>
          </a:prstGeom>
          <a:noFill/>
        </p:spPr>
        <p:txBody>
          <a:bodyPr wrap="square">
            <a:spAutoFit/>
          </a:bodyPr>
          <a:lstStyle/>
          <a:p>
            <a:pPr marL="171450" indent="-171450">
              <a:buFont typeface="Arial" panose="020B0604020202020204" pitchFamily="34" charset="0"/>
              <a:buChar char="•"/>
            </a:pPr>
            <a:r>
              <a:rPr lang="en-US" sz="1200" b="1"/>
              <a:t>Rule-based Python engine </a:t>
            </a:r>
            <a:r>
              <a:rPr lang="en-US" sz="1200"/>
              <a:t>for intelligent case resolution recommendations.</a:t>
            </a:r>
          </a:p>
          <a:p>
            <a:pPr marL="171450" indent="-171450">
              <a:buFont typeface="Arial" panose="020B0604020202020204" pitchFamily="34" charset="0"/>
              <a:buChar char="•"/>
            </a:pPr>
            <a:r>
              <a:rPr lang="en-US" sz="1200" b="1"/>
              <a:t>AI-powered</a:t>
            </a:r>
            <a:r>
              <a:rPr lang="en-US" sz="1200"/>
              <a:t> third-party research using Gemini.</a:t>
            </a:r>
            <a:endParaRPr lang="en-US" sz="1200" b="0" i="0" u="none" strike="noStrike">
              <a:solidFill>
                <a:srgbClr val="1E1B2E"/>
              </a:solidFill>
              <a:effectLst/>
              <a:latin typeface="+mn-lt"/>
            </a:endParaRPr>
          </a:p>
          <a:p>
            <a:pPr marL="171450" indent="-171450">
              <a:buFont typeface="Arial" panose="020B0604020202020204" pitchFamily="34" charset="0"/>
              <a:buChar char="•"/>
            </a:pPr>
            <a:r>
              <a:rPr lang="en-US" sz="1200" b="1"/>
              <a:t>Automated CSV generation </a:t>
            </a:r>
            <a:r>
              <a:rPr lang="en-US" sz="1200"/>
              <a:t>to complete the resolution workflow.</a:t>
            </a:r>
            <a:endParaRPr lang="en-IN" sz="1200">
              <a:latin typeface="+mn-lt"/>
            </a:endParaRPr>
          </a:p>
        </p:txBody>
      </p:sp>
      <p:sp>
        <p:nvSpPr>
          <p:cNvPr id="52" name="TextBox 51">
            <a:extLst>
              <a:ext uri="{FF2B5EF4-FFF2-40B4-BE49-F238E27FC236}">
                <a16:creationId xmlns:a16="http://schemas.microsoft.com/office/drawing/2014/main" id="{0085B596-930C-76E9-A064-BC80E8891BB9}"/>
              </a:ext>
            </a:extLst>
          </p:cNvPr>
          <p:cNvSpPr txBox="1"/>
          <p:nvPr/>
        </p:nvSpPr>
        <p:spPr>
          <a:xfrm>
            <a:off x="680461" y="1644884"/>
            <a:ext cx="3562883" cy="1092607"/>
          </a:xfrm>
          <a:prstGeom prst="rect">
            <a:avLst/>
          </a:prstGeom>
          <a:noFill/>
        </p:spPr>
        <p:txBody>
          <a:bodyPr wrap="square">
            <a:spAutoFit/>
          </a:bodyPr>
          <a:lstStyle/>
          <a:p>
            <a:pPr marL="171450" lvl="0" indent="-171450" algn="l" rtl="0">
              <a:buSzPct val="100000"/>
              <a:buFont typeface="Arial" panose="020B0604020202020204" pitchFamily="34" charset="0"/>
              <a:buChar char="•"/>
              <a:defRPr/>
            </a:pPr>
            <a:r>
              <a:rPr lang="en-US" sz="1200" b="1">
                <a:solidFill>
                  <a:schemeClr val="tx1"/>
                </a:solidFill>
              </a:rPr>
              <a:t>95%</a:t>
            </a:r>
            <a:r>
              <a:rPr lang="en-US" sz="1200">
                <a:solidFill>
                  <a:schemeClr val="tx1"/>
                </a:solidFill>
              </a:rPr>
              <a:t> TP&amp;O cases/month requires multi-system navigation for business rules validation and third party research</a:t>
            </a:r>
          </a:p>
          <a:p>
            <a:pPr marL="171450" lvl="0" indent="-171450" algn="l" rtl="0">
              <a:buSzPct val="100000"/>
              <a:buFont typeface="Arial" panose="020B0604020202020204" pitchFamily="34" charset="0"/>
              <a:buChar char="•"/>
              <a:defRPr/>
            </a:pPr>
            <a:r>
              <a:rPr lang="en-US" sz="1200">
                <a:solidFill>
                  <a:schemeClr val="tx1"/>
                </a:solidFill>
              </a:rPr>
              <a:t>Consumes </a:t>
            </a:r>
            <a:r>
              <a:rPr lang="en-US" sz="1200" b="1">
                <a:solidFill>
                  <a:schemeClr val="tx1"/>
                </a:solidFill>
              </a:rPr>
              <a:t>5–10 min per case</a:t>
            </a:r>
            <a:r>
              <a:rPr lang="en-US" sz="1200">
                <a:solidFill>
                  <a:schemeClr val="tx1"/>
                </a:solidFill>
              </a:rPr>
              <a:t>; manual form-filling drives SLA risk &amp; data errors</a:t>
            </a:r>
            <a:r>
              <a:rPr lang="en-IN" sz="1200">
                <a:solidFill>
                  <a:schemeClr val="tx1"/>
                </a:solidFill>
              </a:rPr>
              <a:t>​</a:t>
            </a:r>
          </a:p>
        </p:txBody>
      </p:sp>
      <p:cxnSp>
        <p:nvCxnSpPr>
          <p:cNvPr id="16" name="Straight Connector 15">
            <a:extLst>
              <a:ext uri="{FF2B5EF4-FFF2-40B4-BE49-F238E27FC236}">
                <a16:creationId xmlns:a16="http://schemas.microsoft.com/office/drawing/2014/main" id="{54062449-5FA9-077B-A682-015C6D88CEBE}"/>
              </a:ext>
            </a:extLst>
          </p:cNvPr>
          <p:cNvCxnSpPr>
            <a:cxnSpLocks/>
          </p:cNvCxnSpPr>
          <p:nvPr/>
        </p:nvCxnSpPr>
        <p:spPr>
          <a:xfrm>
            <a:off x="9093683" y="2808657"/>
            <a:ext cx="2177687" cy="827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DABA928-A587-293D-7188-8833BF64AC04}"/>
              </a:ext>
            </a:extLst>
          </p:cNvPr>
          <p:cNvCxnSpPr>
            <a:cxnSpLocks/>
          </p:cNvCxnSpPr>
          <p:nvPr/>
        </p:nvCxnSpPr>
        <p:spPr>
          <a:xfrm>
            <a:off x="9169400" y="3460812"/>
            <a:ext cx="2101970" cy="6288"/>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44E3890F-622C-429F-9648-513BE3C759A4}"/>
              </a:ext>
            </a:extLst>
          </p:cNvPr>
          <p:cNvSpPr/>
          <p:nvPr/>
        </p:nvSpPr>
        <p:spPr>
          <a:xfrm>
            <a:off x="8365481" y="1622603"/>
            <a:ext cx="523814" cy="118605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DA2D4BD5-4685-CA5D-845F-1A965AF8CF19}"/>
              </a:ext>
            </a:extLst>
          </p:cNvPr>
          <p:cNvSpPr/>
          <p:nvPr/>
        </p:nvSpPr>
        <p:spPr>
          <a:xfrm>
            <a:off x="9098801" y="2114931"/>
            <a:ext cx="282310" cy="282852"/>
          </a:xfrm>
          <a:prstGeom prst="ellipse">
            <a:avLst/>
          </a:prstGeom>
          <a:blipFill>
            <a:blip r:embed="rId10"/>
            <a:stretch>
              <a:fillRect/>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7" name="object 2">
            <a:extLst>
              <a:ext uri="{FF2B5EF4-FFF2-40B4-BE49-F238E27FC236}">
                <a16:creationId xmlns:a16="http://schemas.microsoft.com/office/drawing/2014/main" id="{3E41FA2C-41F0-782F-BDE0-02075D2E3358}"/>
              </a:ext>
            </a:extLst>
          </p:cNvPr>
          <p:cNvPicPr/>
          <p:nvPr/>
        </p:nvPicPr>
        <p:blipFill>
          <a:blip r:embed="rId11" cstate="print"/>
          <a:stretch>
            <a:fillRect/>
          </a:stretch>
        </p:blipFill>
        <p:spPr>
          <a:xfrm>
            <a:off x="9093683" y="2949482"/>
            <a:ext cx="458669" cy="364461"/>
          </a:xfrm>
          <a:prstGeom prst="rect">
            <a:avLst/>
          </a:prstGeom>
        </p:spPr>
      </p:pic>
      <p:sp>
        <p:nvSpPr>
          <p:cNvPr id="24" name="TextBox 23">
            <a:extLst>
              <a:ext uri="{FF2B5EF4-FFF2-40B4-BE49-F238E27FC236}">
                <a16:creationId xmlns:a16="http://schemas.microsoft.com/office/drawing/2014/main" id="{C18A3047-91F2-7155-0D93-CFABEB44341E}"/>
              </a:ext>
            </a:extLst>
          </p:cNvPr>
          <p:cNvSpPr txBox="1"/>
          <p:nvPr/>
        </p:nvSpPr>
        <p:spPr>
          <a:xfrm rot="16200000">
            <a:off x="8080929" y="2031814"/>
            <a:ext cx="1048320" cy="430887"/>
          </a:xfrm>
          <a:prstGeom prst="rect">
            <a:avLst/>
          </a:prstGeom>
          <a:noFill/>
        </p:spPr>
        <p:txBody>
          <a:bodyPr wrap="square" lIns="0" tIns="0" rIns="0" bIns="0" rtlCol="0">
            <a:spAutoFit/>
          </a:bodyPr>
          <a:lstStyle/>
          <a:p>
            <a:pPr algn="ctr">
              <a:spcAft>
                <a:spcPts val="0"/>
              </a:spcAft>
            </a:pPr>
            <a:r>
              <a:rPr lang="en-US" sz="1400" b="1">
                <a:solidFill>
                  <a:schemeClr val="bg1"/>
                </a:solidFill>
                <a:latin typeface="FedEx Sans Regular"/>
                <a:ea typeface="FedEx Sans Light" panose="020B0403020203020204" pitchFamily="34" charset="0"/>
                <a:cs typeface="FedEx Sans Light" panose="020B0403020203020204" pitchFamily="34" charset="0"/>
              </a:rPr>
              <a:t>Demo</a:t>
            </a:r>
            <a:r>
              <a:rPr lang="en-US" sz="1400" b="0" i="0">
                <a:solidFill>
                  <a:schemeClr val="bg1"/>
                </a:solidFill>
                <a:latin typeface="FedEx Sans" panose="020B0603020203020204" pitchFamily="34" charset="0"/>
                <a:ea typeface="FedEx Sans" panose="020B0603020203020204" pitchFamily="34" charset="0"/>
                <a:cs typeface="FedEx Sans" panose="020B0603020203020204" pitchFamily="34" charset="0"/>
              </a:rPr>
              <a:t> </a:t>
            </a:r>
            <a:r>
              <a:rPr lang="en-US" sz="1400" b="1">
                <a:solidFill>
                  <a:schemeClr val="bg1"/>
                </a:solidFill>
                <a:latin typeface="FedEx Sans Regular"/>
                <a:ea typeface="FedEx Sans Light" panose="020B0403020203020204" pitchFamily="34" charset="0"/>
                <a:cs typeface="FedEx Sans Light" panose="020B0403020203020204" pitchFamily="34" charset="0"/>
              </a:rPr>
              <a:t>Session</a:t>
            </a:r>
          </a:p>
        </p:txBody>
      </p:sp>
      <p:sp>
        <p:nvSpPr>
          <p:cNvPr id="166" name="Rectangle 165">
            <a:extLst>
              <a:ext uri="{FF2B5EF4-FFF2-40B4-BE49-F238E27FC236}">
                <a16:creationId xmlns:a16="http://schemas.microsoft.com/office/drawing/2014/main" id="{E0F8F557-D53E-0AE2-D256-F56B5FC7C8B7}"/>
              </a:ext>
            </a:extLst>
          </p:cNvPr>
          <p:cNvSpPr/>
          <p:nvPr/>
        </p:nvSpPr>
        <p:spPr>
          <a:xfrm>
            <a:off x="8363441" y="2835196"/>
            <a:ext cx="523814" cy="6143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A60175B-214A-6481-B470-C91FA6C76CC6}"/>
              </a:ext>
            </a:extLst>
          </p:cNvPr>
          <p:cNvSpPr txBox="1"/>
          <p:nvPr/>
        </p:nvSpPr>
        <p:spPr>
          <a:xfrm rot="16200000">
            <a:off x="8213025" y="3008477"/>
            <a:ext cx="705330" cy="252763"/>
          </a:xfrm>
          <a:prstGeom prst="rect">
            <a:avLst/>
          </a:prstGeom>
          <a:noFill/>
        </p:spPr>
        <p:txBody>
          <a:bodyPr wrap="square" lIns="0" tIns="0" rIns="0" bIns="0" rtlCol="0">
            <a:spAutoFit/>
          </a:bodyPr>
          <a:lstStyle/>
          <a:p>
            <a:pPr algn="ctr">
              <a:lnSpc>
                <a:spcPct val="130000"/>
              </a:lnSpc>
            </a:pPr>
            <a:r>
              <a:rPr lang="en-US" sz="1400" b="1">
                <a:solidFill>
                  <a:schemeClr val="bg1"/>
                </a:solidFill>
                <a:latin typeface="FedEx Sans Regular"/>
                <a:ea typeface="FedEx Sans Light" panose="020B0403020203020204" pitchFamily="34" charset="0"/>
                <a:cs typeface="FedEx Sans Light" panose="020B0403020203020204" pitchFamily="34" charset="0"/>
              </a:rPr>
              <a:t>PPQA</a:t>
            </a:r>
          </a:p>
        </p:txBody>
      </p:sp>
      <p:sp>
        <p:nvSpPr>
          <p:cNvPr id="170" name="Rectangle 169">
            <a:extLst>
              <a:ext uri="{FF2B5EF4-FFF2-40B4-BE49-F238E27FC236}">
                <a16:creationId xmlns:a16="http://schemas.microsoft.com/office/drawing/2014/main" id="{44D642FE-5E6C-2E39-2300-ECE03BDBD97F}"/>
              </a:ext>
            </a:extLst>
          </p:cNvPr>
          <p:cNvSpPr/>
          <p:nvPr/>
        </p:nvSpPr>
        <p:spPr>
          <a:xfrm>
            <a:off x="8365481" y="3470607"/>
            <a:ext cx="523814" cy="9360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9DC2EC65-F687-0BC2-B28B-CD025334F89C}"/>
              </a:ext>
            </a:extLst>
          </p:cNvPr>
          <p:cNvSpPr txBox="1"/>
          <p:nvPr/>
        </p:nvSpPr>
        <p:spPr>
          <a:xfrm rot="16200000">
            <a:off x="8143612" y="3696019"/>
            <a:ext cx="974105" cy="430887"/>
          </a:xfrm>
          <a:prstGeom prst="rect">
            <a:avLst/>
          </a:prstGeom>
          <a:noFill/>
        </p:spPr>
        <p:txBody>
          <a:bodyPr wrap="square" lIns="0" tIns="0" rIns="0" bIns="0" rtlCol="0">
            <a:spAutoFit/>
          </a:bodyPr>
          <a:lstStyle/>
          <a:p>
            <a:pPr algn="ctr">
              <a:spcAft>
                <a:spcPts val="0"/>
              </a:spcAft>
            </a:pPr>
            <a:r>
              <a:rPr lang="en-US" sz="1400" b="1">
                <a:solidFill>
                  <a:schemeClr val="bg1"/>
                </a:solidFill>
                <a:latin typeface="FedEx Sans Regular"/>
                <a:ea typeface="FedEx Sans Light" panose="020B0403020203020204" pitchFamily="34" charset="0"/>
                <a:cs typeface="FedEx Sans Light" panose="020B0403020203020204" pitchFamily="34" charset="0"/>
              </a:rPr>
              <a:t>Cross collab</a:t>
            </a:r>
          </a:p>
        </p:txBody>
      </p:sp>
      <p:sp>
        <p:nvSpPr>
          <p:cNvPr id="171" name="TextBox 170">
            <a:extLst>
              <a:ext uri="{FF2B5EF4-FFF2-40B4-BE49-F238E27FC236}">
                <a16:creationId xmlns:a16="http://schemas.microsoft.com/office/drawing/2014/main" id="{6684E2A1-16E7-49DC-AEEF-CC586C8139A5}"/>
              </a:ext>
            </a:extLst>
          </p:cNvPr>
          <p:cNvSpPr txBox="1"/>
          <p:nvPr/>
        </p:nvSpPr>
        <p:spPr>
          <a:xfrm>
            <a:off x="4823811" y="1714010"/>
            <a:ext cx="3199419" cy="456728"/>
          </a:xfrm>
          <a:prstGeom prst="rect">
            <a:avLst/>
          </a:prstGeom>
          <a:noFill/>
        </p:spPr>
        <p:txBody>
          <a:bodyPr wrap="square" lIns="0" tIns="0" rIns="0" bIns="0" rtlCol="0">
            <a:spAutoFit/>
          </a:bodyPr>
          <a:lstStyle/>
          <a:p>
            <a:pPr algn="l">
              <a:lnSpc>
                <a:spcPct val="130000"/>
              </a:lnSpc>
            </a:pPr>
            <a:r>
              <a:rPr lang="en-US" sz="1200"/>
              <a:t>Following action items were identified from </a:t>
            </a:r>
            <a:r>
              <a:rPr lang="en-US" sz="1200" b="1"/>
              <a:t>last meeting (18/3)</a:t>
            </a:r>
          </a:p>
        </p:txBody>
      </p:sp>
      <p:graphicFrame>
        <p:nvGraphicFramePr>
          <p:cNvPr id="9" name="Table 8">
            <a:extLst>
              <a:ext uri="{FF2B5EF4-FFF2-40B4-BE49-F238E27FC236}">
                <a16:creationId xmlns:a16="http://schemas.microsoft.com/office/drawing/2014/main" id="{B2EB2C40-2689-865D-C65C-2D50B91FD3EF}"/>
              </a:ext>
            </a:extLst>
          </p:cNvPr>
          <p:cNvGraphicFramePr>
            <a:graphicFrameLocks noGrp="1"/>
          </p:cNvGraphicFramePr>
          <p:nvPr/>
        </p:nvGraphicFramePr>
        <p:xfrm>
          <a:off x="689777" y="4861257"/>
          <a:ext cx="10825979" cy="1173480"/>
        </p:xfrm>
        <a:graphic>
          <a:graphicData uri="http://schemas.openxmlformats.org/drawingml/2006/table">
            <a:tbl>
              <a:tblPr bandRow="1">
                <a:tableStyleId>{5C22544A-7EE6-4342-B048-85BDC9FD1C3A}</a:tableStyleId>
              </a:tblPr>
              <a:tblGrid>
                <a:gridCol w="2265156">
                  <a:extLst>
                    <a:ext uri="{9D8B030D-6E8A-4147-A177-3AD203B41FA5}">
                      <a16:colId xmlns:a16="http://schemas.microsoft.com/office/drawing/2014/main" val="1609363122"/>
                    </a:ext>
                  </a:extLst>
                </a:gridCol>
                <a:gridCol w="2747145">
                  <a:extLst>
                    <a:ext uri="{9D8B030D-6E8A-4147-A177-3AD203B41FA5}">
                      <a16:colId xmlns:a16="http://schemas.microsoft.com/office/drawing/2014/main" val="2414861354"/>
                    </a:ext>
                  </a:extLst>
                </a:gridCol>
                <a:gridCol w="2738718">
                  <a:extLst>
                    <a:ext uri="{9D8B030D-6E8A-4147-A177-3AD203B41FA5}">
                      <a16:colId xmlns:a16="http://schemas.microsoft.com/office/drawing/2014/main" val="3237403303"/>
                    </a:ext>
                  </a:extLst>
                </a:gridCol>
                <a:gridCol w="3074960">
                  <a:extLst>
                    <a:ext uri="{9D8B030D-6E8A-4147-A177-3AD203B41FA5}">
                      <a16:colId xmlns:a16="http://schemas.microsoft.com/office/drawing/2014/main" val="128837621"/>
                    </a:ext>
                  </a:extLst>
                </a:gridCol>
              </a:tblGrid>
              <a:tr h="245534">
                <a:tc>
                  <a:txBody>
                    <a:bodyPr/>
                    <a:lstStyle/>
                    <a:p>
                      <a:pPr algn="ctr"/>
                      <a:r>
                        <a:rPr lang="en-US" sz="1100" b="0" i="1"/>
                        <a:t>Sep’25- Dec’25</a:t>
                      </a:r>
                    </a:p>
                  </a:txBody>
                  <a:tcPr>
                    <a:lnB w="38100" cap="flat" cmpd="sng" algn="ctr">
                      <a:solidFill>
                        <a:schemeClr val="bg1"/>
                      </a:solidFill>
                      <a:prstDash val="solid"/>
                      <a:round/>
                      <a:headEnd type="none" w="med" len="med"/>
                      <a:tailEnd type="none" w="med" len="med"/>
                    </a:lnB>
                    <a:solidFill>
                      <a:srgbClr val="E5CFF7">
                        <a:alpha val="20000"/>
                      </a:srgbClr>
                    </a:solidFill>
                  </a:tcPr>
                </a:tc>
                <a:tc>
                  <a:txBody>
                    <a:bodyPr/>
                    <a:lstStyle/>
                    <a:p>
                      <a:pPr algn="ctr"/>
                      <a:r>
                        <a:rPr lang="en-US" sz="1100" b="0" i="1"/>
                        <a:t>Dec’25-Apr’26</a:t>
                      </a:r>
                    </a:p>
                  </a:txBody>
                  <a:tcPr>
                    <a:lnB w="38100" cap="flat" cmpd="sng" algn="ctr">
                      <a:solidFill>
                        <a:schemeClr val="bg1"/>
                      </a:solidFill>
                      <a:prstDash val="solid"/>
                      <a:round/>
                      <a:headEnd type="none" w="med" len="med"/>
                      <a:tailEnd type="none" w="med" len="med"/>
                    </a:lnB>
                    <a:solidFill>
                      <a:srgbClr val="B685ED">
                        <a:alpha val="20000"/>
                      </a:srgbClr>
                    </a:solidFill>
                  </a:tcPr>
                </a:tc>
                <a:tc>
                  <a:txBody>
                    <a:bodyPr/>
                    <a:lstStyle/>
                    <a:p>
                      <a:pPr algn="ctr"/>
                      <a:r>
                        <a:rPr lang="en-US" sz="1100" b="0" i="1"/>
                        <a:t>Apr’26-Jul’26</a:t>
                      </a:r>
                    </a:p>
                  </a:txBody>
                  <a:tcPr>
                    <a:lnB w="38100" cap="flat" cmpd="sng" algn="ctr">
                      <a:solidFill>
                        <a:schemeClr val="bg1"/>
                      </a:solidFill>
                      <a:prstDash val="solid"/>
                      <a:round/>
                      <a:headEnd type="none" w="med" len="med"/>
                      <a:tailEnd type="none" w="med" len="med"/>
                    </a:lnB>
                    <a:solidFill>
                      <a:srgbClr val="9247E5">
                        <a:alpha val="20000"/>
                      </a:srgbClr>
                    </a:solidFill>
                  </a:tcPr>
                </a:tc>
                <a:tc>
                  <a:txBody>
                    <a:bodyPr/>
                    <a:lstStyle/>
                    <a:p>
                      <a:pPr algn="ctr"/>
                      <a:r>
                        <a:rPr lang="en-US" sz="1100" b="0" i="1"/>
                        <a:t>Jul’26-TBD</a:t>
                      </a:r>
                    </a:p>
                  </a:txBody>
                  <a:tcPr>
                    <a:lnB w="38100" cap="flat" cmpd="sng" algn="ctr">
                      <a:solidFill>
                        <a:schemeClr val="bg1"/>
                      </a:solidFill>
                      <a:prstDash val="solid"/>
                      <a:round/>
                      <a:headEnd type="none" w="med" len="med"/>
                      <a:tailEnd type="none" w="med" len="med"/>
                    </a:lnB>
                    <a:solidFill>
                      <a:srgbClr val="3A0F69">
                        <a:alpha val="20000"/>
                      </a:srgbClr>
                    </a:solidFill>
                  </a:tcPr>
                </a:tc>
                <a:extLst>
                  <a:ext uri="{0D108BD9-81ED-4DB2-BD59-A6C34878D82A}">
                    <a16:rowId xmlns:a16="http://schemas.microsoft.com/office/drawing/2014/main" val="413795598"/>
                  </a:ext>
                </a:extLst>
              </a:tr>
              <a:tr h="370840">
                <a:tc>
                  <a:txBody>
                    <a:bodyPr/>
                    <a:lstStyle/>
                    <a:p>
                      <a:pPr marL="171450" indent="-171450">
                        <a:spcAft>
                          <a:spcPts val="600"/>
                        </a:spcAft>
                        <a:buFont typeface="Arial" panose="020B0604020202020204" pitchFamily="34" charset="0"/>
                        <a:buChar char="•"/>
                      </a:pPr>
                      <a:r>
                        <a:rPr lang="en-US" sz="1100" b="0">
                          <a:latin typeface="+mn-lt"/>
                        </a:rPr>
                        <a:t>Live for </a:t>
                      </a:r>
                      <a:r>
                        <a:rPr lang="en-US" sz="1100" b="1">
                          <a:latin typeface="+mn-lt"/>
                        </a:rPr>
                        <a:t>Prospecting and ATC cases</a:t>
                      </a:r>
                    </a:p>
                  </a:txBody>
                  <a:tcPr>
                    <a:lnT w="38100" cap="flat" cmpd="sng" algn="ctr">
                      <a:solidFill>
                        <a:schemeClr val="bg1"/>
                      </a:solidFill>
                      <a:prstDash val="solid"/>
                      <a:round/>
                      <a:headEnd type="none" w="med" len="med"/>
                      <a:tailEnd type="none" w="med" len="med"/>
                    </a:lnT>
                    <a:solidFill>
                      <a:srgbClr val="E5CFF7">
                        <a:alpha val="20000"/>
                      </a:srgbClr>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0">
                          <a:latin typeface="+mn-lt"/>
                        </a:rPr>
                        <a:t>Live for </a:t>
                      </a:r>
                      <a:r>
                        <a:rPr kumimoji="0" lang="en-US" sz="1100" b="1"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DM/HQ, OOB, USI field, Attribute updates</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 (preliminary)</a:t>
                      </a:r>
                      <a:endParaRPr kumimoji="0" lang="en-US" sz="1100" b="0" i="0" u="none" strike="noStrike" kern="0" cap="none" spc="0" normalizeH="0" baseline="3000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 </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(partial)</a:t>
                      </a:r>
                    </a:p>
                  </a:txBody>
                  <a:tcPr>
                    <a:lnT w="38100" cap="flat" cmpd="sng" algn="ctr">
                      <a:solidFill>
                        <a:schemeClr val="bg1"/>
                      </a:solidFill>
                      <a:prstDash val="solid"/>
                      <a:round/>
                      <a:headEnd type="none" w="med" len="med"/>
                      <a:tailEnd type="none" w="med" len="med"/>
                    </a:lnT>
                    <a:solidFill>
                      <a:srgbClr val="B685ED">
                        <a:alpha val="20000"/>
                      </a:srgbClr>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GE Agents </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for OOB, DM/HQ, Attribute &amp; WWS seg update</a:t>
                      </a:r>
                      <a:endPar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indent="-171450">
                        <a:spcAft>
                          <a:spcPts val="600"/>
                        </a:spcAft>
                        <a:buFont typeface="Arial" panose="020B0604020202020204" pitchFamily="34" charset="0"/>
                        <a:buChar char="•"/>
                      </a:pPr>
                      <a:r>
                        <a:rPr lang="en-US" sz="1100" b="1">
                          <a:latin typeface="+mn-lt"/>
                        </a:rPr>
                        <a:t>OPTIX cloud hosting</a:t>
                      </a:r>
                    </a:p>
                  </a:txBody>
                  <a:tcPr>
                    <a:lnT w="38100" cap="flat" cmpd="sng" algn="ctr">
                      <a:solidFill>
                        <a:schemeClr val="bg1"/>
                      </a:solidFill>
                      <a:prstDash val="solid"/>
                      <a:round/>
                      <a:headEnd type="none" w="med" len="med"/>
                      <a:tailEnd type="none" w="med" len="med"/>
                    </a:lnT>
                    <a:solidFill>
                      <a:srgbClr val="9247E5">
                        <a:alpha val="20000"/>
                      </a:srgbClr>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Integrate </a:t>
                      </a:r>
                      <a:r>
                        <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Gemini API</a:t>
                      </a: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 into OPTIX code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Zero-touch resolution </a:t>
                      </a: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via iSell Chatbot with Human-in-the-Loop governance</a:t>
                      </a:r>
                    </a:p>
                  </a:txBody>
                  <a:tcPr>
                    <a:lnT w="38100" cap="flat" cmpd="sng" algn="ctr">
                      <a:solidFill>
                        <a:schemeClr val="bg1"/>
                      </a:solidFill>
                      <a:prstDash val="solid"/>
                      <a:round/>
                      <a:headEnd type="none" w="med" len="med"/>
                      <a:tailEnd type="none" w="med" len="med"/>
                    </a:lnT>
                    <a:solidFill>
                      <a:srgbClr val="3A0F69">
                        <a:alpha val="20000"/>
                      </a:srgbClr>
                    </a:solidFill>
                  </a:tcPr>
                </a:tc>
                <a:extLst>
                  <a:ext uri="{0D108BD9-81ED-4DB2-BD59-A6C34878D82A}">
                    <a16:rowId xmlns:a16="http://schemas.microsoft.com/office/drawing/2014/main" val="631355567"/>
                  </a:ext>
                </a:extLst>
              </a:tr>
            </a:tbl>
          </a:graphicData>
        </a:graphic>
      </p:graphicFrame>
      <p:sp>
        <p:nvSpPr>
          <p:cNvPr id="21" name="Arrow: Pentagon 20">
            <a:extLst>
              <a:ext uri="{FF2B5EF4-FFF2-40B4-BE49-F238E27FC236}">
                <a16:creationId xmlns:a16="http://schemas.microsoft.com/office/drawing/2014/main" id="{5425D454-A5E0-05FB-2B60-685D8F885EAB}"/>
              </a:ext>
            </a:extLst>
          </p:cNvPr>
          <p:cNvSpPr/>
          <p:nvPr/>
        </p:nvSpPr>
        <p:spPr>
          <a:xfrm>
            <a:off x="698394" y="4548217"/>
            <a:ext cx="2379285" cy="262236"/>
          </a:xfrm>
          <a:prstGeom prst="homePlat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OPTIX 1.0</a:t>
            </a:r>
          </a:p>
        </p:txBody>
      </p:sp>
      <p:sp>
        <p:nvSpPr>
          <p:cNvPr id="26" name="Arrow: Chevron 25">
            <a:extLst>
              <a:ext uri="{FF2B5EF4-FFF2-40B4-BE49-F238E27FC236}">
                <a16:creationId xmlns:a16="http://schemas.microsoft.com/office/drawing/2014/main" id="{2102D69D-408C-ECF2-A01B-715ACD52CF13}"/>
              </a:ext>
            </a:extLst>
          </p:cNvPr>
          <p:cNvSpPr/>
          <p:nvPr/>
        </p:nvSpPr>
        <p:spPr>
          <a:xfrm>
            <a:off x="2986729" y="4548217"/>
            <a:ext cx="2819400" cy="260881"/>
          </a:xfrm>
          <a:prstGeom prst="chevr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OPTIX 2.0</a:t>
            </a:r>
          </a:p>
        </p:txBody>
      </p:sp>
      <p:sp>
        <p:nvSpPr>
          <p:cNvPr id="34" name="Arrow: Chevron 33">
            <a:extLst>
              <a:ext uri="{FF2B5EF4-FFF2-40B4-BE49-F238E27FC236}">
                <a16:creationId xmlns:a16="http://schemas.microsoft.com/office/drawing/2014/main" id="{228829F6-E195-8AFB-EA64-3161CD3A4FF4}"/>
              </a:ext>
            </a:extLst>
          </p:cNvPr>
          <p:cNvSpPr/>
          <p:nvPr/>
        </p:nvSpPr>
        <p:spPr>
          <a:xfrm>
            <a:off x="5699566" y="4548217"/>
            <a:ext cx="2819400" cy="260881"/>
          </a:xfrm>
          <a:prstGeom prst="chevr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tx1"/>
                </a:solidFill>
              </a:rPr>
              <a:t>OPTIX 3.0</a:t>
            </a:r>
          </a:p>
        </p:txBody>
      </p:sp>
      <p:sp>
        <p:nvSpPr>
          <p:cNvPr id="36" name="Arrow: Chevron 35">
            <a:extLst>
              <a:ext uri="{FF2B5EF4-FFF2-40B4-BE49-F238E27FC236}">
                <a16:creationId xmlns:a16="http://schemas.microsoft.com/office/drawing/2014/main" id="{92AD4DB3-20E7-63C5-D9DA-5F0F5D2BF6A3}"/>
              </a:ext>
            </a:extLst>
          </p:cNvPr>
          <p:cNvSpPr/>
          <p:nvPr/>
        </p:nvSpPr>
        <p:spPr>
          <a:xfrm>
            <a:off x="8433738" y="4548216"/>
            <a:ext cx="3123767" cy="260881"/>
          </a:xfrm>
          <a:prstGeom prst="chevr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OPTIX 4.0</a:t>
            </a:r>
          </a:p>
        </p:txBody>
      </p:sp>
    </p:spTree>
    <p:extLst>
      <p:ext uri="{BB962C8B-B14F-4D97-AF65-F5344CB8AC3E}">
        <p14:creationId xmlns:p14="http://schemas.microsoft.com/office/powerpoint/2010/main" val="2872479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0D53B7-6ACF-13AB-B4F3-1D2888AAFE48}"/>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71845BB-C865-9E00-5F4D-6D0482119E05}"/>
              </a:ext>
            </a:extLst>
          </p:cNvPr>
          <p:cNvSpPr/>
          <p:nvPr/>
        </p:nvSpPr>
        <p:spPr>
          <a:xfrm>
            <a:off x="525258" y="1145393"/>
            <a:ext cx="11067915" cy="4979022"/>
          </a:xfrm>
          <a:prstGeom prst="roundRect">
            <a:avLst>
              <a:gd name="adj" fmla="val 1490"/>
            </a:avLst>
          </a:prstGeom>
          <a:solidFill>
            <a:srgbClr val="F2F2F2"/>
          </a:solidFill>
          <a:ln>
            <a:solidFill>
              <a:srgbClr val="E7E6E6"/>
            </a:solidFill>
          </a:ln>
        </p:spPr>
        <p:style>
          <a:lnRef idx="2">
            <a:schemeClr val="accent1">
              <a:shade val="15000"/>
            </a:schemeClr>
          </a:lnRef>
          <a:fillRef idx="1">
            <a:schemeClr val="accent1"/>
          </a:fillRef>
          <a:effectRef idx="0">
            <a:schemeClr val="accent1"/>
          </a:effectRef>
          <a:fontRef idx="minor">
            <a:schemeClr val="lt1"/>
          </a:fontRef>
        </p:style>
        <p:txBody>
          <a:bodyPr lIns="1656000" rtlCol="0" anchor="ct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333333"/>
              </a:solidFill>
              <a:effectLst/>
              <a:uLnTx/>
              <a:uFillTx/>
              <a:latin typeface="FedEx Sans Regular"/>
              <a:ea typeface="+mn-ea"/>
              <a:cs typeface="+mn-cs"/>
            </a:endParaRPr>
          </a:p>
        </p:txBody>
      </p:sp>
      <p:sp>
        <p:nvSpPr>
          <p:cNvPr id="2" name="Title 1">
            <a:extLst>
              <a:ext uri="{FF2B5EF4-FFF2-40B4-BE49-F238E27FC236}">
                <a16:creationId xmlns:a16="http://schemas.microsoft.com/office/drawing/2014/main" id="{D33E8F96-84AF-0877-1AE9-85B238F9A41F}"/>
              </a:ext>
            </a:extLst>
          </p:cNvPr>
          <p:cNvSpPr>
            <a:spLocks noGrp="1"/>
          </p:cNvSpPr>
          <p:nvPr>
            <p:ph type="title"/>
          </p:nvPr>
        </p:nvSpPr>
        <p:spPr>
          <a:xfrm>
            <a:off x="552584" y="43349"/>
            <a:ext cx="9176766" cy="605028"/>
          </a:xfrm>
        </p:spPr>
        <p:txBody>
          <a:bodyPr/>
          <a:lstStyle/>
          <a:p>
            <a:r>
              <a:rPr lang="en-US" b="1"/>
              <a:t>OPTIX Recap:    </a:t>
            </a:r>
            <a:r>
              <a:rPr lang="en-US"/>
              <a:t> </a:t>
            </a:r>
            <a:endParaRPr lang="en-IN"/>
          </a:p>
        </p:txBody>
      </p:sp>
      <p:sp>
        <p:nvSpPr>
          <p:cNvPr id="3" name="Slide Number Placeholder 11">
            <a:extLst>
              <a:ext uri="{FF2B5EF4-FFF2-40B4-BE49-F238E27FC236}">
                <a16:creationId xmlns:a16="http://schemas.microsoft.com/office/drawing/2014/main" id="{BD5EB1CC-A43E-CD6F-814E-D3C5EF395628}"/>
              </a:ext>
            </a:extLst>
          </p:cNvPr>
          <p:cNvSpPr txBox="1">
            <a:spLocks/>
          </p:cNvSpPr>
          <p:nvPr/>
        </p:nvSpPr>
        <p:spPr>
          <a:xfrm>
            <a:off x="9982200" y="6374928"/>
            <a:ext cx="1638300" cy="219635"/>
          </a:xfrm>
          <a:prstGeom prst="rect">
            <a:avLst/>
          </a:prstGeom>
        </p:spPr>
        <p:txBody>
          <a:bodyPr vert="horz" lIns="0" tIns="0" rIns="0" bIns="0" rtlCol="0" anchor="ctr" anchorCtr="0"/>
          <a:lstStyle>
            <a:defPPr>
              <a:defRPr lang="en-US"/>
            </a:defPPr>
            <a:lvl1pPr algn="r">
              <a:defRPr sz="800">
                <a:solidFill>
                  <a:schemeClr val="bg1"/>
                </a:solidFill>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pPr marL="0" marR="0" lvl="0" indent="0" algn="r" defTabSz="914400" rtl="0" eaLnBrk="1" fontAlgn="auto" latinLnBrk="0" hangingPunct="1">
              <a:lnSpc>
                <a:spcPct val="100000"/>
              </a:lnSpc>
              <a:spcBef>
                <a:spcPts val="0"/>
              </a:spcBef>
              <a:spcAft>
                <a:spcPts val="600"/>
              </a:spcAft>
              <a:buClrTx/>
              <a:buSzTx/>
              <a:buFontTx/>
              <a:buNone/>
              <a:tabLst/>
              <a:defRPr/>
            </a:pPr>
            <a:fld id="{64B53FD8-04EE-4F67-B5CA-77D45BC12F90}" type="slidenum">
              <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54" name="Rectangle: Rounded Corners 153">
            <a:extLst>
              <a:ext uri="{FF2B5EF4-FFF2-40B4-BE49-F238E27FC236}">
                <a16:creationId xmlns:a16="http://schemas.microsoft.com/office/drawing/2014/main" id="{4C0A7338-E1E3-4514-5B4F-42A96D4A906E}"/>
              </a:ext>
            </a:extLst>
          </p:cNvPr>
          <p:cNvSpPr/>
          <p:nvPr/>
        </p:nvSpPr>
        <p:spPr>
          <a:xfrm>
            <a:off x="592852" y="4450193"/>
            <a:ext cx="10909371" cy="1705949"/>
          </a:xfrm>
          <a:prstGeom prst="roundRect">
            <a:avLst>
              <a:gd name="adj" fmla="val 8213"/>
            </a:avLst>
          </a:prstGeom>
          <a:solidFill>
            <a:schemeClr val="bg1"/>
          </a:solidFill>
          <a:ln>
            <a:solidFill>
              <a:srgbClr val="E7E6E6"/>
            </a:solidFill>
          </a:ln>
        </p:spPr>
        <p:style>
          <a:lnRef idx="2">
            <a:schemeClr val="accent1">
              <a:shade val="15000"/>
            </a:schemeClr>
          </a:lnRef>
          <a:fillRef idx="1">
            <a:schemeClr val="accent1"/>
          </a:fillRef>
          <a:effectRef idx="0">
            <a:schemeClr val="accent1"/>
          </a:effectRef>
          <a:fontRef idx="minor">
            <a:schemeClr val="lt1"/>
          </a:fontRef>
        </p:style>
        <p:txBody>
          <a:bodyPr lIns="756000" tIns="38100" rIns="88900" bIns="381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1" i="0" u="none" strike="noStrike" kern="0" cap="none" spc="0" normalizeH="0" baseline="0" noProof="0">
              <a:ln>
                <a:noFill/>
              </a:ln>
              <a:solidFill>
                <a:srgbClr val="333333"/>
              </a:solidFill>
              <a:effectLst/>
              <a:uLnTx/>
              <a:uFillTx/>
              <a:latin typeface="FedEx Sans Regular"/>
              <a:ea typeface="+mn-ea"/>
              <a:cs typeface="+mn-cs"/>
            </a:endParaRPr>
          </a:p>
        </p:txBody>
      </p:sp>
      <p:sp>
        <p:nvSpPr>
          <p:cNvPr id="18" name="TextBox 17">
            <a:extLst>
              <a:ext uri="{FF2B5EF4-FFF2-40B4-BE49-F238E27FC236}">
                <a16:creationId xmlns:a16="http://schemas.microsoft.com/office/drawing/2014/main" id="{438C1B95-C593-809E-20A6-0EAFD70A01A9}"/>
              </a:ext>
            </a:extLst>
          </p:cNvPr>
          <p:cNvSpPr txBox="1"/>
          <p:nvPr/>
        </p:nvSpPr>
        <p:spPr>
          <a:xfrm>
            <a:off x="577229" y="566852"/>
            <a:ext cx="11182449"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1" u="none" strike="noStrike" kern="1200" cap="none" spc="0" normalizeH="0" baseline="0" noProof="0">
                <a:ln>
                  <a:noFill/>
                </a:ln>
                <a:solidFill>
                  <a:srgbClr val="333333"/>
                </a:solidFill>
                <a:effectLst/>
                <a:uLnTx/>
                <a:uFillTx/>
                <a:latin typeface="FedEx Sans Regular"/>
                <a:ea typeface="+mn-ea"/>
                <a:cs typeface="+mn-cs"/>
              </a:rPr>
              <a:t>“do more with </a:t>
            </a:r>
            <a:r>
              <a:rPr kumimoji="0" lang="en-US" sz="1100" b="0" i="1" u="none" strike="noStrike" kern="1200" cap="none" spc="0" normalizeH="0" baseline="0" noProof="0" err="1">
                <a:ln>
                  <a:noFill/>
                </a:ln>
                <a:solidFill>
                  <a:srgbClr val="333333"/>
                </a:solidFill>
                <a:effectLst/>
                <a:uLnTx/>
                <a:uFillTx/>
                <a:latin typeface="FedEx Sans Regular"/>
                <a:ea typeface="+mn-ea"/>
                <a:cs typeface="+mn-cs"/>
              </a:rPr>
              <a:t>lesss</a:t>
            </a:r>
            <a:r>
              <a:rPr kumimoji="0" lang="en-US" sz="1100" b="0" i="1" u="none" strike="noStrike" kern="1200" cap="none" spc="0" normalizeH="0" baseline="0" noProof="0">
                <a:ln>
                  <a:noFill/>
                </a:ln>
                <a:solidFill>
                  <a:srgbClr val="333333"/>
                </a:solidFill>
                <a:effectLst/>
                <a:uLnTx/>
                <a:uFillTx/>
                <a:latin typeface="FedEx Sans Regular"/>
                <a:ea typeface="+mn-ea"/>
                <a:cs typeface="+mn-cs"/>
              </a:rPr>
              <a:t>” “elevate”</a:t>
            </a:r>
          </a:p>
        </p:txBody>
      </p:sp>
      <p:grpSp>
        <p:nvGrpSpPr>
          <p:cNvPr id="131" name="Group 130">
            <a:extLst>
              <a:ext uri="{FF2B5EF4-FFF2-40B4-BE49-F238E27FC236}">
                <a16:creationId xmlns:a16="http://schemas.microsoft.com/office/drawing/2014/main" id="{C23B68ED-11C9-2B08-4C5E-86D517E7A32D}"/>
              </a:ext>
            </a:extLst>
          </p:cNvPr>
          <p:cNvGrpSpPr/>
          <p:nvPr/>
        </p:nvGrpSpPr>
        <p:grpSpPr>
          <a:xfrm>
            <a:off x="610855" y="1206220"/>
            <a:ext cx="3878850" cy="3176701"/>
            <a:chOff x="8872441" y="1672166"/>
            <a:chExt cx="2735999" cy="1435383"/>
          </a:xfrm>
        </p:grpSpPr>
        <p:sp>
          <p:nvSpPr>
            <p:cNvPr id="134" name="Rectangle : coins arrondis 10">
              <a:extLst>
                <a:ext uri="{FF2B5EF4-FFF2-40B4-BE49-F238E27FC236}">
                  <a16:creationId xmlns:a16="http://schemas.microsoft.com/office/drawing/2014/main" id="{3D9A9E5C-2775-CC76-9F22-3D975BB444F5}"/>
                </a:ext>
              </a:extLst>
            </p:cNvPr>
            <p:cNvSpPr/>
            <p:nvPr/>
          </p:nvSpPr>
          <p:spPr>
            <a:xfrm rot="10800000" flipV="1">
              <a:off x="8872441" y="1686566"/>
              <a:ext cx="2735999" cy="14209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lvl="0" algn="l" rtl="0">
                <a:spcAft>
                  <a:spcPts val="0"/>
                </a:spcAft>
                <a:buSzPct val="100000"/>
                <a:defRPr/>
              </a:pPr>
              <a:br>
                <a:rPr lang="en-IN" sz="1200">
                  <a:solidFill>
                    <a:schemeClr val="tx1"/>
                  </a:solidFill>
                </a:rPr>
              </a:br>
              <a:endParaRPr kumimoji="0" lang="en-US" sz="1200" b="0" i="0" u="none" strike="noStrike" kern="0" cap="none" spc="0" normalizeH="0" baseline="0" noProof="0">
                <a:ln>
                  <a:noFill/>
                </a:ln>
                <a:solidFill>
                  <a:schemeClr val="tx1"/>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33" name="Text 10">
              <a:extLst>
                <a:ext uri="{FF2B5EF4-FFF2-40B4-BE49-F238E27FC236}">
                  <a16:creationId xmlns:a16="http://schemas.microsoft.com/office/drawing/2014/main" id="{E935E672-78FD-3A74-3C4E-609DD685C31D}"/>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Problem</a:t>
              </a:r>
              <a:r>
                <a:rPr kumimoji="0" lang="en-US" sz="1400" b="1" i="0" u="none" strike="noStrike" kern="1200" cap="none" spc="0" normalizeH="0" baseline="0" noProof="0">
                  <a:ln>
                    <a:noFill/>
                  </a:ln>
                  <a:solidFill>
                    <a:prstClr val="white"/>
                  </a:solidFill>
                  <a:effectLst/>
                  <a:uLnTx/>
                  <a:uFillTx/>
                  <a:latin typeface="FedEx Sans Regular"/>
                  <a:ea typeface="+mn-ea"/>
                  <a:cs typeface="+mn-cs"/>
                </a:rPr>
                <a:t> </a:t>
              </a: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Statement</a:t>
              </a:r>
            </a:p>
          </p:txBody>
        </p:sp>
      </p:grpSp>
      <p:grpSp>
        <p:nvGrpSpPr>
          <p:cNvPr id="148" name="Group 147">
            <a:extLst>
              <a:ext uri="{FF2B5EF4-FFF2-40B4-BE49-F238E27FC236}">
                <a16:creationId xmlns:a16="http://schemas.microsoft.com/office/drawing/2014/main" id="{B7F69D8C-3143-1780-D6FB-268DAEF35DA1}"/>
              </a:ext>
            </a:extLst>
          </p:cNvPr>
          <p:cNvGrpSpPr/>
          <p:nvPr/>
        </p:nvGrpSpPr>
        <p:grpSpPr>
          <a:xfrm>
            <a:off x="4571339" y="1216212"/>
            <a:ext cx="3652608" cy="3192482"/>
            <a:chOff x="8872439" y="1672166"/>
            <a:chExt cx="2735999" cy="1435383"/>
          </a:xfrm>
        </p:grpSpPr>
        <p:grpSp>
          <p:nvGrpSpPr>
            <p:cNvPr id="150" name="Group 149">
              <a:extLst>
                <a:ext uri="{FF2B5EF4-FFF2-40B4-BE49-F238E27FC236}">
                  <a16:creationId xmlns:a16="http://schemas.microsoft.com/office/drawing/2014/main" id="{D0561FDE-4157-C110-8574-436D641EC02F}"/>
                </a:ext>
              </a:extLst>
            </p:cNvPr>
            <p:cNvGrpSpPr/>
            <p:nvPr/>
          </p:nvGrpSpPr>
          <p:grpSpPr>
            <a:xfrm>
              <a:off x="8872439" y="1686502"/>
              <a:ext cx="2735999" cy="1421047"/>
              <a:chOff x="9550236" y="1512310"/>
              <a:chExt cx="2598597" cy="1382545"/>
            </a:xfrm>
          </p:grpSpPr>
          <p:sp>
            <p:nvSpPr>
              <p:cNvPr id="152" name="Rectangle : coins arrondis 10">
                <a:extLst>
                  <a:ext uri="{FF2B5EF4-FFF2-40B4-BE49-F238E27FC236}">
                    <a16:creationId xmlns:a16="http://schemas.microsoft.com/office/drawing/2014/main" id="{491FEC7A-725B-0BC6-0DFB-FDA28A2EB515}"/>
                  </a:ext>
                </a:extLst>
              </p:cNvPr>
              <p:cNvSpPr/>
              <p:nvPr/>
            </p:nvSpPr>
            <p:spPr>
              <a:xfrm rot="10800000" flipV="1">
                <a:off x="9550236" y="1512372"/>
                <a:ext cx="2598597"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0" marR="0" lvl="0" indent="0" algn="l" defTabSz="914400" rtl="0" eaLnBrk="1" fontAlgn="auto" latinLnBrk="0" hangingPunct="1">
                  <a:lnSpc>
                    <a:spcPct val="100000"/>
                  </a:lnSpc>
                  <a:spcBef>
                    <a:spcPts val="0"/>
                  </a:spcBef>
                  <a:spcAft>
                    <a:spcPts val="600"/>
                  </a:spcAft>
                  <a:buClrTx/>
                  <a:buSzPct val="100000"/>
                  <a:buFontTx/>
                  <a:buNone/>
                  <a:tabLst/>
                  <a:defRPr/>
                </a:pPr>
                <a:endPar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53" name="Rectangle : avec coins arrondis en haut 12">
                <a:extLst>
                  <a:ext uri="{FF2B5EF4-FFF2-40B4-BE49-F238E27FC236}">
                    <a16:creationId xmlns:a16="http://schemas.microsoft.com/office/drawing/2014/main" id="{7F24A2A9-B4BA-C39E-459E-0E40FDD1DED9}"/>
                  </a:ext>
                </a:extLst>
              </p:cNvPr>
              <p:cNvSpPr/>
              <p:nvPr/>
            </p:nvSpPr>
            <p:spPr>
              <a:xfrm rot="10800000" flipH="1" flipV="1">
                <a:off x="9550237" y="1512310"/>
                <a:ext cx="2594648"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chemeClr val="bg1"/>
                    </a:solidFill>
                    <a:effectLst/>
                    <a:uLnTx/>
                    <a:uFillTx/>
                    <a:latin typeface="FedEx Sans Regular"/>
                    <a:ea typeface="Calibri" pitchFamily="34" charset="-122"/>
                    <a:cs typeface="Calibri" pitchFamily="34" charset="-120"/>
                  </a:rPr>
                  <a:t>Action items Status</a:t>
                </a:r>
                <a:endParaRPr kumimoji="0" lang="en-IN" sz="1400" b="1" i="0" u="none" strike="noStrike" kern="1200" cap="none" spc="0" normalizeH="0" baseline="0" noProof="0">
                  <a:ln>
                    <a:noFill/>
                  </a:ln>
                  <a:solidFill>
                    <a:schemeClr val="bg1"/>
                  </a:solidFill>
                  <a:effectLst/>
                  <a:uLnTx/>
                  <a:uFillTx/>
                  <a:latin typeface="FedEx Sans Regular"/>
                  <a:ea typeface="Calibri" pitchFamily="34" charset="-122"/>
                  <a:cs typeface="Calibri" pitchFamily="34" charset="-120"/>
                </a:endParaRPr>
              </a:p>
            </p:txBody>
          </p:sp>
        </p:grpSp>
        <p:sp>
          <p:nvSpPr>
            <p:cNvPr id="151" name="Text 10">
              <a:extLst>
                <a:ext uri="{FF2B5EF4-FFF2-40B4-BE49-F238E27FC236}">
                  <a16:creationId xmlns:a16="http://schemas.microsoft.com/office/drawing/2014/main" id="{F908CC5F-CA0D-468F-A80D-1F092A330F39}"/>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grpSp>
        <p:nvGrpSpPr>
          <p:cNvPr id="155" name="Group 154">
            <a:extLst>
              <a:ext uri="{FF2B5EF4-FFF2-40B4-BE49-F238E27FC236}">
                <a16:creationId xmlns:a16="http://schemas.microsoft.com/office/drawing/2014/main" id="{503B49D7-FB55-270F-A4D4-E3E5A361E23B}"/>
              </a:ext>
            </a:extLst>
          </p:cNvPr>
          <p:cNvGrpSpPr/>
          <p:nvPr/>
        </p:nvGrpSpPr>
        <p:grpSpPr>
          <a:xfrm>
            <a:off x="8358908" y="1207764"/>
            <a:ext cx="3156848" cy="3200194"/>
            <a:chOff x="8872437" y="1672166"/>
            <a:chExt cx="2965698" cy="1435383"/>
          </a:xfrm>
        </p:grpSpPr>
        <p:grpSp>
          <p:nvGrpSpPr>
            <p:cNvPr id="156" name="Group 155">
              <a:extLst>
                <a:ext uri="{FF2B5EF4-FFF2-40B4-BE49-F238E27FC236}">
                  <a16:creationId xmlns:a16="http://schemas.microsoft.com/office/drawing/2014/main" id="{2A38303B-1DD5-A076-272C-70D0A1427EF4}"/>
                </a:ext>
              </a:extLst>
            </p:cNvPr>
            <p:cNvGrpSpPr/>
            <p:nvPr/>
          </p:nvGrpSpPr>
          <p:grpSpPr>
            <a:xfrm>
              <a:off x="8872437" y="1686502"/>
              <a:ext cx="2965698" cy="1421047"/>
              <a:chOff x="9550236" y="1512310"/>
              <a:chExt cx="2816761" cy="1382545"/>
            </a:xfrm>
          </p:grpSpPr>
          <p:sp>
            <p:nvSpPr>
              <p:cNvPr id="164" name="Rectangle : coins arrondis 10">
                <a:extLst>
                  <a:ext uri="{FF2B5EF4-FFF2-40B4-BE49-F238E27FC236}">
                    <a16:creationId xmlns:a16="http://schemas.microsoft.com/office/drawing/2014/main" id="{466B56C4-827C-7F75-41FF-F6B499408EEE}"/>
                  </a:ext>
                </a:extLst>
              </p:cNvPr>
              <p:cNvSpPr/>
              <p:nvPr/>
            </p:nvSpPr>
            <p:spPr>
              <a:xfrm rot="10800000" flipV="1">
                <a:off x="9550236" y="1512372"/>
                <a:ext cx="2816761"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bIns="576000" rtlCol="0" anchor="t"/>
              <a:lstStyle/>
              <a:p>
                <a:pPr marL="228600" marR="0" lvl="0" indent="-228600" algn="l" defTabSz="914400" rtl="0" eaLnBrk="1" fontAlgn="auto" latinLnBrk="0" hangingPunct="1">
                  <a:lnSpc>
                    <a:spcPct val="100000"/>
                  </a:lnSpc>
                  <a:spcBef>
                    <a:spcPts val="0"/>
                  </a:spcBef>
                  <a:spcAft>
                    <a:spcPts val="600"/>
                  </a:spcAft>
                  <a:buClrTx/>
                  <a:buSzPct val="100000"/>
                  <a:buFont typeface="+mj-lt"/>
                  <a:buAutoNum type="arabicPeriod"/>
                  <a:tabLst/>
                  <a:defRPr/>
                </a:pPr>
                <a:endPar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65" name="Rectangle : avec coins arrondis en haut 12">
                <a:extLst>
                  <a:ext uri="{FF2B5EF4-FFF2-40B4-BE49-F238E27FC236}">
                    <a16:creationId xmlns:a16="http://schemas.microsoft.com/office/drawing/2014/main" id="{FDC8AD2B-FAEF-2BD4-FAF8-54B3F7C9611F}"/>
                  </a:ext>
                </a:extLst>
              </p:cNvPr>
              <p:cNvSpPr/>
              <p:nvPr/>
            </p:nvSpPr>
            <p:spPr>
              <a:xfrm rot="10800000" flipH="1" flipV="1">
                <a:off x="9550236" y="1512310"/>
                <a:ext cx="2816761"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Highlights</a:t>
                </a:r>
                <a:endParaRPr kumimoji="0" lang="en-IN"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sp>
          <p:nvSpPr>
            <p:cNvPr id="160" name="Text 10">
              <a:extLst>
                <a:ext uri="{FF2B5EF4-FFF2-40B4-BE49-F238E27FC236}">
                  <a16:creationId xmlns:a16="http://schemas.microsoft.com/office/drawing/2014/main" id="{7E3A5959-1750-83EA-D7D1-A9D8A9CA6925}"/>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pic>
        <p:nvPicPr>
          <p:cNvPr id="8" name="Graphic 7" descr="Badge Tick with solid fill">
            <a:extLst>
              <a:ext uri="{FF2B5EF4-FFF2-40B4-BE49-F238E27FC236}">
                <a16:creationId xmlns:a16="http://schemas.microsoft.com/office/drawing/2014/main" id="{479E95B4-A428-D259-DF44-690B55DB442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20437" y="1316950"/>
            <a:ext cx="288000" cy="288000"/>
          </a:xfrm>
          <a:prstGeom prst="rect">
            <a:avLst/>
          </a:prstGeom>
        </p:spPr>
      </p:pic>
      <p:pic>
        <p:nvPicPr>
          <p:cNvPr id="11" name="Graphic 10" descr="Trophy with solid fill">
            <a:extLst>
              <a:ext uri="{FF2B5EF4-FFF2-40B4-BE49-F238E27FC236}">
                <a16:creationId xmlns:a16="http://schemas.microsoft.com/office/drawing/2014/main" id="{7D3724F8-CAE6-970F-1579-85398304D0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02927" y="1316950"/>
            <a:ext cx="288000" cy="217123"/>
          </a:xfrm>
          <a:prstGeom prst="rect">
            <a:avLst/>
          </a:prstGeom>
        </p:spPr>
      </p:pic>
      <p:graphicFrame>
        <p:nvGraphicFramePr>
          <p:cNvPr id="17" name="Table 16">
            <a:extLst>
              <a:ext uri="{FF2B5EF4-FFF2-40B4-BE49-F238E27FC236}">
                <a16:creationId xmlns:a16="http://schemas.microsoft.com/office/drawing/2014/main" id="{F5BCF98B-8446-7F53-D5D0-E5974112473E}"/>
              </a:ext>
            </a:extLst>
          </p:cNvPr>
          <p:cNvGraphicFramePr>
            <a:graphicFrameLocks noGrp="1"/>
          </p:cNvGraphicFramePr>
          <p:nvPr/>
        </p:nvGraphicFramePr>
        <p:xfrm>
          <a:off x="4761304" y="2266947"/>
          <a:ext cx="3280534" cy="2113280"/>
        </p:xfrm>
        <a:graphic>
          <a:graphicData uri="http://schemas.openxmlformats.org/drawingml/2006/table">
            <a:tbl>
              <a:tblPr>
                <a:tableStyleId>{5C22544A-7EE6-4342-B048-85BDC9FD1C3A}</a:tableStyleId>
              </a:tblPr>
              <a:tblGrid>
                <a:gridCol w="225563">
                  <a:extLst>
                    <a:ext uri="{9D8B030D-6E8A-4147-A177-3AD203B41FA5}">
                      <a16:colId xmlns:a16="http://schemas.microsoft.com/office/drawing/2014/main" val="1793786000"/>
                    </a:ext>
                  </a:extLst>
                </a:gridCol>
                <a:gridCol w="2080683">
                  <a:extLst>
                    <a:ext uri="{9D8B030D-6E8A-4147-A177-3AD203B41FA5}">
                      <a16:colId xmlns:a16="http://schemas.microsoft.com/office/drawing/2014/main" val="3120727726"/>
                    </a:ext>
                  </a:extLst>
                </a:gridCol>
                <a:gridCol w="974288">
                  <a:extLst>
                    <a:ext uri="{9D8B030D-6E8A-4147-A177-3AD203B41FA5}">
                      <a16:colId xmlns:a16="http://schemas.microsoft.com/office/drawing/2014/main" val="1069534392"/>
                    </a:ext>
                  </a:extLst>
                </a:gridCol>
              </a:tblGrid>
              <a:tr h="370840">
                <a:tc>
                  <a:txBody>
                    <a:bodyPr/>
                    <a:lstStyle/>
                    <a:p>
                      <a:r>
                        <a:rPr lang="en-US" b="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95% Case category                              </a:t>
                      </a:r>
                    </a:p>
                    <a:p>
                      <a:r>
                        <a:rPr lang="en-US" b="0"/>
                        <a:t>Inclusion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a:r>
                        <a:rPr lang="en-US">
                          <a:solidFill>
                            <a:srgbClr val="008A00"/>
                          </a:solidFill>
                        </a:rPr>
                        <a:t>Live</a:t>
                      </a:r>
                    </a:p>
                  </a:txBody>
                  <a:tcPr marR="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370840">
                <a:tc>
                  <a:txBody>
                    <a:bodyPr/>
                    <a:lstStyle/>
                    <a:p>
                      <a:r>
                        <a:rPr lang="en-US" b="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Owning Sales Feedback Form Process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370840">
                <a:tc>
                  <a:txBody>
                    <a:bodyPr/>
                    <a:lstStyle/>
                    <a:p>
                      <a:r>
                        <a:rPr lang="en-US" b="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Agents of Change</a:t>
                      </a:r>
                    </a:p>
                    <a:p>
                      <a:r>
                        <a:rPr lang="en-US" b="0"/>
                        <a:t>Workstream (US)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370840">
                <a:tc>
                  <a:txBody>
                    <a:bodyPr/>
                    <a:lstStyle/>
                    <a:p>
                      <a:r>
                        <a:rPr lang="en-US" b="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iSell API integration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370840">
                <a:tc>
                  <a:txBody>
                    <a:bodyPr/>
                    <a:lstStyle/>
                    <a:p>
                      <a:r>
                        <a:rPr lang="en-US" b="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a:t>Cloud Hosting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33333"/>
                          </a:solidFill>
                          <a:effectLst/>
                          <a:uLnTx/>
                          <a:uFillTx/>
                          <a:latin typeface="FedEx Sans Regular"/>
                          <a:ea typeface="+mn-ea"/>
                          <a:cs typeface="+mn-cs"/>
                        </a:rPr>
                        <a:t>WIP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bl>
          </a:graphicData>
        </a:graphic>
      </p:graphicFrame>
      <p:sp>
        <p:nvSpPr>
          <p:cNvPr id="19" name="Oval 18">
            <a:extLst>
              <a:ext uri="{FF2B5EF4-FFF2-40B4-BE49-F238E27FC236}">
                <a16:creationId xmlns:a16="http://schemas.microsoft.com/office/drawing/2014/main" id="{52369529-BDCE-AB29-58E3-47461F1A61FE}"/>
              </a:ext>
            </a:extLst>
          </p:cNvPr>
          <p:cNvSpPr/>
          <p:nvPr/>
        </p:nvSpPr>
        <p:spPr>
          <a:xfrm>
            <a:off x="7113455" y="2396290"/>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D9C90BB-2F63-81CB-8CA6-D52A3DC9FAAB}"/>
              </a:ext>
            </a:extLst>
          </p:cNvPr>
          <p:cNvSpPr/>
          <p:nvPr/>
        </p:nvSpPr>
        <p:spPr>
          <a:xfrm>
            <a:off x="7113455" y="2862460"/>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 descr="A person in a suit&#10;&#10;AI-generated content may be incorrect.">
            <a:extLst>
              <a:ext uri="{FF2B5EF4-FFF2-40B4-BE49-F238E27FC236}">
                <a16:creationId xmlns:a16="http://schemas.microsoft.com/office/drawing/2014/main" id="{6F436E93-1276-9D58-5D61-142179CFB97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42277"/>
          <a:stretch>
            <a:fillRect/>
          </a:stretch>
        </p:blipFill>
        <p:spPr bwMode="auto">
          <a:xfrm>
            <a:off x="9039792" y="2435067"/>
            <a:ext cx="430570" cy="287845"/>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5F29F444-FD1F-FC2F-CE3C-3B35017EC3CB}"/>
              </a:ext>
            </a:extLst>
          </p:cNvPr>
          <p:cNvSpPr txBox="1"/>
          <p:nvPr/>
        </p:nvSpPr>
        <p:spPr>
          <a:xfrm>
            <a:off x="9478114" y="1851235"/>
            <a:ext cx="2107307" cy="792653"/>
          </a:xfrm>
          <a:prstGeom prst="rect">
            <a:avLst/>
          </a:prstGeom>
          <a:noFill/>
        </p:spPr>
        <p:txBody>
          <a:bodyPr wrap="square" lIns="0" tIns="0" rIns="0" bIns="0" rtlCol="0">
            <a:spAutoFit/>
          </a:bodyPr>
          <a:lstStyle/>
          <a:p>
            <a:pPr marL="171450" indent="-171450" algn="l">
              <a:lnSpc>
                <a:spcPct val="130000"/>
              </a:lnSpc>
              <a:buFont typeface="Arial" panose="020B0604020202020204" pitchFamily="34" charset="0"/>
              <a:buChar char="•"/>
            </a:pPr>
            <a:r>
              <a:rPr lang="en-US" sz="1100"/>
              <a:t>GSO Townhall</a:t>
            </a:r>
            <a:r>
              <a:rPr lang="en-US" sz="1100" b="0" i="0">
                <a:latin typeface="FedEx Sans" panose="020B0603020203020204" pitchFamily="34" charset="0"/>
                <a:ea typeface="FedEx Sans" panose="020B0603020203020204" pitchFamily="34" charset="0"/>
                <a:cs typeface="FedEx Sans" panose="020B0603020203020204" pitchFamily="34" charset="0"/>
              </a:rPr>
              <a:t> (29/06)</a:t>
            </a:r>
          </a:p>
          <a:p>
            <a:pPr marL="171450" indent="-171450" algn="l">
              <a:lnSpc>
                <a:spcPct val="130000"/>
              </a:lnSpc>
              <a:buFont typeface="Arial" panose="020B0604020202020204" pitchFamily="34" charset="0"/>
              <a:buChar char="•"/>
            </a:pPr>
            <a:r>
              <a:rPr lang="en-US" sz="1100"/>
              <a:t>Mark Colombo (04/06)</a:t>
            </a:r>
          </a:p>
          <a:p>
            <a:pPr marL="171450" indent="-171450" algn="l">
              <a:lnSpc>
                <a:spcPct val="130000"/>
              </a:lnSpc>
              <a:buFont typeface="Arial" panose="020B0604020202020204" pitchFamily="34" charset="0"/>
              <a:buChar char="•"/>
            </a:pPr>
            <a:r>
              <a:rPr lang="en-US" sz="1100"/>
              <a:t>Chris Nicholas (07/05)</a:t>
            </a:r>
          </a:p>
        </p:txBody>
      </p:sp>
      <p:sp>
        <p:nvSpPr>
          <p:cNvPr id="32" name="TextBox 31">
            <a:extLst>
              <a:ext uri="{FF2B5EF4-FFF2-40B4-BE49-F238E27FC236}">
                <a16:creationId xmlns:a16="http://schemas.microsoft.com/office/drawing/2014/main" id="{548A3053-8F44-BDF2-ACE0-470A1538CC6C}"/>
              </a:ext>
            </a:extLst>
          </p:cNvPr>
          <p:cNvSpPr txBox="1"/>
          <p:nvPr/>
        </p:nvSpPr>
        <p:spPr>
          <a:xfrm>
            <a:off x="9610580" y="2993672"/>
            <a:ext cx="2099386" cy="216662"/>
          </a:xfrm>
          <a:prstGeom prst="rect">
            <a:avLst/>
          </a:prstGeom>
          <a:noFill/>
        </p:spPr>
        <p:txBody>
          <a:bodyPr wrap="square" lIns="0" tIns="0" rIns="0" bIns="0" rtlCol="0">
            <a:spAutoFit/>
          </a:bodyPr>
          <a:lstStyle/>
          <a:p>
            <a:pPr algn="l">
              <a:lnSpc>
                <a:spcPct val="130000"/>
              </a:lnSpc>
            </a:pPr>
            <a:r>
              <a:rPr lang="en-US" sz="1200">
                <a:solidFill>
                  <a:srgbClr val="333333"/>
                </a:solidFill>
                <a:latin typeface="FedEx Sans Regular"/>
                <a:ea typeface="FedEx Sans Light" panose="020B0403020203020204" pitchFamily="34" charset="0"/>
                <a:cs typeface="FedEx Sans Light" panose="020B0403020203020204" pitchFamily="34" charset="0"/>
              </a:rPr>
              <a:t>Reached</a:t>
            </a:r>
            <a:r>
              <a:rPr lang="en-US" sz="1200" b="1">
                <a:solidFill>
                  <a:srgbClr val="333333"/>
                </a:solidFill>
                <a:latin typeface="FedEx Sans Regular"/>
                <a:ea typeface="FedEx Sans Light" panose="020B0403020203020204" pitchFamily="34" charset="0"/>
                <a:cs typeface="FedEx Sans Light" panose="020B0403020203020204" pitchFamily="34" charset="0"/>
              </a:rPr>
              <a:t> Semi-finals</a:t>
            </a:r>
            <a:endParaRPr lang="en-US" sz="1200" b="0" i="0">
              <a:latin typeface="FedEx Sans" panose="020B0603020203020204" pitchFamily="34" charset="0"/>
              <a:ea typeface="FedEx Sans" panose="020B0603020203020204" pitchFamily="34" charset="0"/>
              <a:cs typeface="FedEx Sans" panose="020B0603020203020204" pitchFamily="34" charset="0"/>
            </a:endParaRPr>
          </a:p>
        </p:txBody>
      </p:sp>
      <p:sp>
        <p:nvSpPr>
          <p:cNvPr id="33" name="TextBox 32">
            <a:extLst>
              <a:ext uri="{FF2B5EF4-FFF2-40B4-BE49-F238E27FC236}">
                <a16:creationId xmlns:a16="http://schemas.microsoft.com/office/drawing/2014/main" id="{DE27E6FF-7416-9BB9-F0BA-DB2A9E2E4E81}"/>
              </a:ext>
            </a:extLst>
          </p:cNvPr>
          <p:cNvSpPr txBox="1"/>
          <p:nvPr/>
        </p:nvSpPr>
        <p:spPr>
          <a:xfrm>
            <a:off x="9483988" y="3650362"/>
            <a:ext cx="1999560" cy="661720"/>
          </a:xfrm>
          <a:prstGeom prst="rect">
            <a:avLst/>
          </a:prstGeom>
          <a:noFill/>
        </p:spPr>
        <p:txBody>
          <a:bodyPr wrap="square" lIns="0" tIns="0" rIns="0" bIns="0" rtlCol="0">
            <a:spAutoFit/>
          </a:bodyPr>
          <a:lstStyle/>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CHM (</a:t>
            </a:r>
            <a:r>
              <a:rPr lang="en-US" sz="1100" err="1">
                <a:solidFill>
                  <a:srgbClr val="333333"/>
                </a:solidFill>
                <a:latin typeface="FedEx Sans Regular"/>
                <a:ea typeface="FedEx Sans Light" panose="020B0403020203020204" pitchFamily="34" charset="0"/>
                <a:cs typeface="FedEx Sans Light" panose="020B0403020203020204" pitchFamily="34" charset="0"/>
              </a:rPr>
              <a:t>Streamlit</a:t>
            </a:r>
            <a:r>
              <a:rPr lang="en-US" sz="1100">
                <a:solidFill>
                  <a:srgbClr val="333333"/>
                </a:solidFill>
                <a:latin typeface="FedEx Sans Regular"/>
                <a:ea typeface="FedEx Sans Light" panose="020B0403020203020204" pitchFamily="34" charset="0"/>
                <a:cs typeface="FedEx Sans Light" panose="020B0403020203020204" pitchFamily="34" charset="0"/>
              </a:rPr>
              <a:t> expertise)</a:t>
            </a:r>
          </a:p>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DART (First process)</a:t>
            </a:r>
          </a:p>
          <a:p>
            <a:pPr marL="216000" indent="-216000" algn="l">
              <a:buFont typeface="Arial" panose="020B0604020202020204" pitchFamily="34" charset="0"/>
              <a:buChar char="•"/>
            </a:pPr>
            <a:r>
              <a:rPr lang="en-US" sz="1100">
                <a:solidFill>
                  <a:srgbClr val="333333"/>
                </a:solidFill>
                <a:latin typeface="FedEx Sans Regular"/>
                <a:ea typeface="FedEx Sans Light" panose="020B0403020203020204" pitchFamily="34" charset="0"/>
                <a:cs typeface="FedEx Sans Light" panose="020B0403020203020204" pitchFamily="34" charset="0"/>
              </a:rPr>
              <a:t>APAC (Gemini capabilities)</a:t>
            </a:r>
          </a:p>
        </p:txBody>
      </p:sp>
      <p:pic>
        <p:nvPicPr>
          <p:cNvPr id="35" name="Graphic 34" descr="Meeting with solid fill">
            <a:extLst>
              <a:ext uri="{FF2B5EF4-FFF2-40B4-BE49-F238E27FC236}">
                <a16:creationId xmlns:a16="http://schemas.microsoft.com/office/drawing/2014/main" id="{F2AEAD0F-75E5-0B7C-3D18-834051543E9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049350" y="1749642"/>
            <a:ext cx="360000" cy="360000"/>
          </a:xfrm>
          <a:prstGeom prst="rect">
            <a:avLst/>
          </a:prstGeom>
        </p:spPr>
      </p:pic>
      <p:pic>
        <p:nvPicPr>
          <p:cNvPr id="39" name="Graphic 38" descr="Handshake with solid fill">
            <a:extLst>
              <a:ext uri="{FF2B5EF4-FFF2-40B4-BE49-F238E27FC236}">
                <a16:creationId xmlns:a16="http://schemas.microsoft.com/office/drawing/2014/main" id="{C7DFDB89-75BF-EAFD-EB78-150571C2973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059956" y="3755085"/>
            <a:ext cx="360000" cy="360000"/>
          </a:xfrm>
          <a:prstGeom prst="rect">
            <a:avLst/>
          </a:prstGeom>
        </p:spPr>
      </p:pic>
      <p:sp>
        <p:nvSpPr>
          <p:cNvPr id="41" name="Oval 40">
            <a:extLst>
              <a:ext uri="{FF2B5EF4-FFF2-40B4-BE49-F238E27FC236}">
                <a16:creationId xmlns:a16="http://schemas.microsoft.com/office/drawing/2014/main" id="{F341E6C6-1119-B06C-C7D5-509E4AF38A50}"/>
              </a:ext>
            </a:extLst>
          </p:cNvPr>
          <p:cNvSpPr/>
          <p:nvPr/>
        </p:nvSpPr>
        <p:spPr>
          <a:xfrm>
            <a:off x="7113455" y="3297297"/>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088611D-1D0A-12FF-D0D6-CBD0E9D46198}"/>
              </a:ext>
            </a:extLst>
          </p:cNvPr>
          <p:cNvSpPr/>
          <p:nvPr/>
        </p:nvSpPr>
        <p:spPr>
          <a:xfrm>
            <a:off x="7113455" y="3714774"/>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80B464C-0177-46F6-0347-18ADFB5344DF}"/>
              </a:ext>
            </a:extLst>
          </p:cNvPr>
          <p:cNvSpPr/>
          <p:nvPr/>
        </p:nvSpPr>
        <p:spPr>
          <a:xfrm>
            <a:off x="7113455" y="4093486"/>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Graphic 43" descr="Magnifying glass with solid fill">
            <a:extLst>
              <a:ext uri="{FF2B5EF4-FFF2-40B4-BE49-F238E27FC236}">
                <a16:creationId xmlns:a16="http://schemas.microsoft.com/office/drawing/2014/main" id="{26533F42-8F18-399D-AD7B-A8A2B4F4CE1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3340" y="1264627"/>
            <a:ext cx="288000" cy="288000"/>
          </a:xfrm>
          <a:prstGeom prst="rect">
            <a:avLst/>
          </a:prstGeom>
        </p:spPr>
      </p:pic>
      <p:pic>
        <p:nvPicPr>
          <p:cNvPr id="49" name="Graphic 48" descr="Puzzle pieces with solid fill">
            <a:extLst>
              <a:ext uri="{FF2B5EF4-FFF2-40B4-BE49-F238E27FC236}">
                <a16:creationId xmlns:a16="http://schemas.microsoft.com/office/drawing/2014/main" id="{04B478C7-A65C-B5AB-078B-2C03761D6D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34293" y="2898391"/>
            <a:ext cx="288000" cy="288000"/>
          </a:xfrm>
          <a:prstGeom prst="rect">
            <a:avLst/>
          </a:prstGeom>
        </p:spPr>
      </p:pic>
      <p:sp>
        <p:nvSpPr>
          <p:cNvPr id="51" name="TextBox 50">
            <a:extLst>
              <a:ext uri="{FF2B5EF4-FFF2-40B4-BE49-F238E27FC236}">
                <a16:creationId xmlns:a16="http://schemas.microsoft.com/office/drawing/2014/main" id="{0F9CB489-4126-C282-030E-D200D5187271}"/>
              </a:ext>
            </a:extLst>
          </p:cNvPr>
          <p:cNvSpPr txBox="1"/>
          <p:nvPr/>
        </p:nvSpPr>
        <p:spPr>
          <a:xfrm>
            <a:off x="1123379" y="3014707"/>
            <a:ext cx="3366503" cy="1354217"/>
          </a:xfrm>
          <a:prstGeom prst="rect">
            <a:avLst/>
          </a:prstGeom>
          <a:noFill/>
        </p:spPr>
        <p:txBody>
          <a:bodyPr wrap="square">
            <a:spAutoFit/>
          </a:bodyPr>
          <a:lstStyle/>
          <a:p>
            <a:pPr marL="171450" indent="-171450">
              <a:buFont typeface="Arial" panose="020B0604020202020204" pitchFamily="34" charset="0"/>
              <a:buChar char="•"/>
            </a:pPr>
            <a:r>
              <a:rPr lang="en-US" sz="1200" b="1"/>
              <a:t>Rule-based Python engine </a:t>
            </a:r>
            <a:r>
              <a:rPr lang="en-US" sz="1200"/>
              <a:t>for intelligent case resolution recommendations.</a:t>
            </a:r>
          </a:p>
          <a:p>
            <a:pPr marL="171450" indent="-171450">
              <a:buFont typeface="Arial" panose="020B0604020202020204" pitchFamily="34" charset="0"/>
              <a:buChar char="•"/>
            </a:pPr>
            <a:r>
              <a:rPr lang="en-US" sz="1200" b="1"/>
              <a:t>AI-powered</a:t>
            </a:r>
            <a:r>
              <a:rPr lang="en-US" sz="1200"/>
              <a:t> third-party research using Gemini.</a:t>
            </a:r>
            <a:endParaRPr lang="en-US" sz="1200" b="0" i="0" u="none" strike="noStrike">
              <a:solidFill>
                <a:srgbClr val="1E1B2E"/>
              </a:solidFill>
              <a:effectLst/>
              <a:latin typeface="+mn-lt"/>
            </a:endParaRPr>
          </a:p>
          <a:p>
            <a:pPr marL="171450" indent="-171450">
              <a:buFont typeface="Arial" panose="020B0604020202020204" pitchFamily="34" charset="0"/>
              <a:buChar char="•"/>
            </a:pPr>
            <a:r>
              <a:rPr lang="en-US" sz="1200" b="1"/>
              <a:t>Automated CSV generation </a:t>
            </a:r>
            <a:r>
              <a:rPr lang="en-US" sz="1200"/>
              <a:t>to complete the resolution workflow.</a:t>
            </a:r>
            <a:endParaRPr lang="en-IN" sz="1200">
              <a:latin typeface="+mn-lt"/>
            </a:endParaRPr>
          </a:p>
        </p:txBody>
      </p:sp>
      <p:sp>
        <p:nvSpPr>
          <p:cNvPr id="52" name="TextBox 51">
            <a:extLst>
              <a:ext uri="{FF2B5EF4-FFF2-40B4-BE49-F238E27FC236}">
                <a16:creationId xmlns:a16="http://schemas.microsoft.com/office/drawing/2014/main" id="{7060B1ED-E599-049A-6951-22BD4B792027}"/>
              </a:ext>
            </a:extLst>
          </p:cNvPr>
          <p:cNvSpPr txBox="1"/>
          <p:nvPr/>
        </p:nvSpPr>
        <p:spPr>
          <a:xfrm>
            <a:off x="1098059" y="1809477"/>
            <a:ext cx="3297591" cy="1092607"/>
          </a:xfrm>
          <a:prstGeom prst="rect">
            <a:avLst/>
          </a:prstGeom>
          <a:noFill/>
        </p:spPr>
        <p:txBody>
          <a:bodyPr wrap="square">
            <a:spAutoFit/>
          </a:bodyPr>
          <a:lstStyle/>
          <a:p>
            <a:pPr marL="171450" lvl="0" indent="-171450" algn="l" rtl="0">
              <a:buSzPct val="100000"/>
              <a:buFont typeface="Arial" panose="020B0604020202020204" pitchFamily="34" charset="0"/>
              <a:buChar char="•"/>
              <a:defRPr/>
            </a:pPr>
            <a:r>
              <a:rPr lang="en-US" sz="1200" b="1">
                <a:solidFill>
                  <a:schemeClr val="tx1"/>
                </a:solidFill>
              </a:rPr>
              <a:t>95%</a:t>
            </a:r>
            <a:r>
              <a:rPr lang="en-US" sz="1200">
                <a:solidFill>
                  <a:schemeClr val="tx1"/>
                </a:solidFill>
              </a:rPr>
              <a:t> TP&amp;O cases/month requires multi-system navigation for business rules validation and third party research</a:t>
            </a:r>
          </a:p>
          <a:p>
            <a:pPr marL="171450" lvl="0" indent="-171450" algn="l" rtl="0">
              <a:buSzPct val="100000"/>
              <a:buFont typeface="Arial" panose="020B0604020202020204" pitchFamily="34" charset="0"/>
              <a:buChar char="•"/>
              <a:defRPr/>
            </a:pPr>
            <a:r>
              <a:rPr lang="en-US" sz="1200">
                <a:solidFill>
                  <a:schemeClr val="tx1"/>
                </a:solidFill>
              </a:rPr>
              <a:t>Consumes </a:t>
            </a:r>
            <a:r>
              <a:rPr lang="en-US" sz="1200" b="1">
                <a:solidFill>
                  <a:schemeClr val="tx1"/>
                </a:solidFill>
              </a:rPr>
              <a:t>5–10 min per case</a:t>
            </a:r>
            <a:r>
              <a:rPr lang="en-US" sz="1200">
                <a:solidFill>
                  <a:schemeClr val="tx1"/>
                </a:solidFill>
              </a:rPr>
              <a:t>; manual form-filling drives SLA risk &amp; data errors</a:t>
            </a:r>
            <a:r>
              <a:rPr lang="en-IN" sz="1200">
                <a:solidFill>
                  <a:schemeClr val="tx1"/>
                </a:solidFill>
              </a:rPr>
              <a:t>​</a:t>
            </a:r>
          </a:p>
        </p:txBody>
      </p:sp>
      <p:cxnSp>
        <p:nvCxnSpPr>
          <p:cNvPr id="16" name="Straight Connector 15">
            <a:extLst>
              <a:ext uri="{FF2B5EF4-FFF2-40B4-BE49-F238E27FC236}">
                <a16:creationId xmlns:a16="http://schemas.microsoft.com/office/drawing/2014/main" id="{3E596EC2-54EE-B016-6C5D-8474691E6E74}"/>
              </a:ext>
            </a:extLst>
          </p:cNvPr>
          <p:cNvCxnSpPr>
            <a:cxnSpLocks/>
          </p:cNvCxnSpPr>
          <p:nvPr/>
        </p:nvCxnSpPr>
        <p:spPr>
          <a:xfrm>
            <a:off x="9093683" y="2808657"/>
            <a:ext cx="2177687" cy="827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F404A38-FFFF-27BC-D886-B08DFE12FF91}"/>
              </a:ext>
            </a:extLst>
          </p:cNvPr>
          <p:cNvCxnSpPr>
            <a:cxnSpLocks/>
          </p:cNvCxnSpPr>
          <p:nvPr/>
        </p:nvCxnSpPr>
        <p:spPr>
          <a:xfrm>
            <a:off x="9169400" y="3460812"/>
            <a:ext cx="2101970" cy="6288"/>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822D20F2-736E-21AC-BB3D-222D9E05E37B}"/>
              </a:ext>
            </a:extLst>
          </p:cNvPr>
          <p:cNvSpPr/>
          <p:nvPr/>
        </p:nvSpPr>
        <p:spPr>
          <a:xfrm>
            <a:off x="8365481" y="1622603"/>
            <a:ext cx="523814" cy="118605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E71EBC25-2634-3314-0067-62A75B96A648}"/>
              </a:ext>
            </a:extLst>
          </p:cNvPr>
          <p:cNvSpPr/>
          <p:nvPr/>
        </p:nvSpPr>
        <p:spPr>
          <a:xfrm>
            <a:off x="9098801" y="2114931"/>
            <a:ext cx="282310" cy="282852"/>
          </a:xfrm>
          <a:prstGeom prst="ellipse">
            <a:avLst/>
          </a:prstGeom>
          <a:blipFill>
            <a:blip r:embed="rId10"/>
            <a:stretch>
              <a:fillRect/>
            </a:stretch>
          </a:bli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7" name="object 2">
            <a:extLst>
              <a:ext uri="{FF2B5EF4-FFF2-40B4-BE49-F238E27FC236}">
                <a16:creationId xmlns:a16="http://schemas.microsoft.com/office/drawing/2014/main" id="{97710DC5-7145-8038-A22F-EA108E8794A3}"/>
              </a:ext>
            </a:extLst>
          </p:cNvPr>
          <p:cNvPicPr/>
          <p:nvPr/>
        </p:nvPicPr>
        <p:blipFill>
          <a:blip r:embed="rId11" cstate="print"/>
          <a:stretch>
            <a:fillRect/>
          </a:stretch>
        </p:blipFill>
        <p:spPr>
          <a:xfrm>
            <a:off x="9093683" y="2949482"/>
            <a:ext cx="458669" cy="364461"/>
          </a:xfrm>
          <a:prstGeom prst="rect">
            <a:avLst/>
          </a:prstGeom>
        </p:spPr>
      </p:pic>
      <p:sp>
        <p:nvSpPr>
          <p:cNvPr id="24" name="TextBox 23">
            <a:extLst>
              <a:ext uri="{FF2B5EF4-FFF2-40B4-BE49-F238E27FC236}">
                <a16:creationId xmlns:a16="http://schemas.microsoft.com/office/drawing/2014/main" id="{71FF1A00-F74E-927A-CD7A-A121798618CB}"/>
              </a:ext>
            </a:extLst>
          </p:cNvPr>
          <p:cNvSpPr txBox="1"/>
          <p:nvPr/>
        </p:nvSpPr>
        <p:spPr>
          <a:xfrm rot="16200000">
            <a:off x="8080929" y="2031814"/>
            <a:ext cx="1048320" cy="430887"/>
          </a:xfrm>
          <a:prstGeom prst="rect">
            <a:avLst/>
          </a:prstGeom>
          <a:noFill/>
        </p:spPr>
        <p:txBody>
          <a:bodyPr wrap="square" lIns="0" tIns="0" rIns="0" bIns="0" rtlCol="0">
            <a:spAutoFit/>
          </a:bodyPr>
          <a:lstStyle/>
          <a:p>
            <a:pPr algn="ctr">
              <a:spcAft>
                <a:spcPts val="0"/>
              </a:spcAft>
            </a:pPr>
            <a:r>
              <a:rPr lang="en-US" sz="1400" b="1">
                <a:solidFill>
                  <a:schemeClr val="bg1"/>
                </a:solidFill>
                <a:latin typeface="FedEx Sans Regular"/>
                <a:ea typeface="FedEx Sans Light" panose="020B0403020203020204" pitchFamily="34" charset="0"/>
                <a:cs typeface="FedEx Sans Light" panose="020B0403020203020204" pitchFamily="34" charset="0"/>
              </a:rPr>
              <a:t>Demo</a:t>
            </a:r>
            <a:r>
              <a:rPr lang="en-US" sz="1400" b="0" i="0">
                <a:solidFill>
                  <a:schemeClr val="bg1"/>
                </a:solidFill>
                <a:latin typeface="FedEx Sans" panose="020B0603020203020204" pitchFamily="34" charset="0"/>
                <a:ea typeface="FedEx Sans" panose="020B0603020203020204" pitchFamily="34" charset="0"/>
                <a:cs typeface="FedEx Sans" panose="020B0603020203020204" pitchFamily="34" charset="0"/>
              </a:rPr>
              <a:t> </a:t>
            </a:r>
            <a:r>
              <a:rPr lang="en-US" sz="1400" b="1">
                <a:solidFill>
                  <a:schemeClr val="bg1"/>
                </a:solidFill>
                <a:latin typeface="FedEx Sans Regular"/>
                <a:ea typeface="FedEx Sans Light" panose="020B0403020203020204" pitchFamily="34" charset="0"/>
                <a:cs typeface="FedEx Sans Light" panose="020B0403020203020204" pitchFamily="34" charset="0"/>
              </a:rPr>
              <a:t>Session</a:t>
            </a:r>
          </a:p>
        </p:txBody>
      </p:sp>
      <p:sp>
        <p:nvSpPr>
          <p:cNvPr id="166" name="Rectangle 165">
            <a:extLst>
              <a:ext uri="{FF2B5EF4-FFF2-40B4-BE49-F238E27FC236}">
                <a16:creationId xmlns:a16="http://schemas.microsoft.com/office/drawing/2014/main" id="{699E4EAD-FD19-E1E7-909C-84B5EFB954B2}"/>
              </a:ext>
            </a:extLst>
          </p:cNvPr>
          <p:cNvSpPr/>
          <p:nvPr/>
        </p:nvSpPr>
        <p:spPr>
          <a:xfrm>
            <a:off x="8363441" y="2835196"/>
            <a:ext cx="523814" cy="61432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82A0771-F334-49C8-B8F3-0C6306269F73}"/>
              </a:ext>
            </a:extLst>
          </p:cNvPr>
          <p:cNvSpPr txBox="1"/>
          <p:nvPr/>
        </p:nvSpPr>
        <p:spPr>
          <a:xfrm rot="16200000">
            <a:off x="8213025" y="3008477"/>
            <a:ext cx="705330" cy="252763"/>
          </a:xfrm>
          <a:prstGeom prst="rect">
            <a:avLst/>
          </a:prstGeom>
          <a:noFill/>
        </p:spPr>
        <p:txBody>
          <a:bodyPr wrap="square" lIns="0" tIns="0" rIns="0" bIns="0" rtlCol="0">
            <a:spAutoFit/>
          </a:bodyPr>
          <a:lstStyle/>
          <a:p>
            <a:pPr algn="ctr">
              <a:lnSpc>
                <a:spcPct val="130000"/>
              </a:lnSpc>
            </a:pPr>
            <a:r>
              <a:rPr lang="en-US" sz="1400" b="1">
                <a:solidFill>
                  <a:schemeClr val="bg1"/>
                </a:solidFill>
                <a:latin typeface="FedEx Sans Regular"/>
                <a:ea typeface="FedEx Sans Light" panose="020B0403020203020204" pitchFamily="34" charset="0"/>
                <a:cs typeface="FedEx Sans Light" panose="020B0403020203020204" pitchFamily="34" charset="0"/>
              </a:rPr>
              <a:t>PPQA</a:t>
            </a:r>
          </a:p>
        </p:txBody>
      </p:sp>
      <p:sp>
        <p:nvSpPr>
          <p:cNvPr id="170" name="Rectangle 169">
            <a:extLst>
              <a:ext uri="{FF2B5EF4-FFF2-40B4-BE49-F238E27FC236}">
                <a16:creationId xmlns:a16="http://schemas.microsoft.com/office/drawing/2014/main" id="{61B664DD-6A4C-C4BF-DB59-FB4D879EC182}"/>
              </a:ext>
            </a:extLst>
          </p:cNvPr>
          <p:cNvSpPr/>
          <p:nvPr/>
        </p:nvSpPr>
        <p:spPr>
          <a:xfrm>
            <a:off x="8365481" y="3470607"/>
            <a:ext cx="523814" cy="93608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F485D561-192A-19A1-EA7A-EC1768542409}"/>
              </a:ext>
            </a:extLst>
          </p:cNvPr>
          <p:cNvSpPr txBox="1"/>
          <p:nvPr/>
        </p:nvSpPr>
        <p:spPr>
          <a:xfrm rot="16200000">
            <a:off x="8143612" y="3696019"/>
            <a:ext cx="974105" cy="430887"/>
          </a:xfrm>
          <a:prstGeom prst="rect">
            <a:avLst/>
          </a:prstGeom>
          <a:noFill/>
        </p:spPr>
        <p:txBody>
          <a:bodyPr wrap="square" lIns="0" tIns="0" rIns="0" bIns="0" rtlCol="0">
            <a:spAutoFit/>
          </a:bodyPr>
          <a:lstStyle/>
          <a:p>
            <a:pPr algn="ctr">
              <a:spcAft>
                <a:spcPts val="0"/>
              </a:spcAft>
            </a:pPr>
            <a:r>
              <a:rPr lang="en-US" sz="1400" b="1">
                <a:solidFill>
                  <a:schemeClr val="bg1"/>
                </a:solidFill>
                <a:latin typeface="FedEx Sans Regular"/>
                <a:ea typeface="FedEx Sans Light" panose="020B0403020203020204" pitchFamily="34" charset="0"/>
                <a:cs typeface="FedEx Sans Light" panose="020B0403020203020204" pitchFamily="34" charset="0"/>
              </a:rPr>
              <a:t>Cross collab</a:t>
            </a:r>
          </a:p>
        </p:txBody>
      </p:sp>
      <p:sp>
        <p:nvSpPr>
          <p:cNvPr id="171" name="TextBox 170">
            <a:extLst>
              <a:ext uri="{FF2B5EF4-FFF2-40B4-BE49-F238E27FC236}">
                <a16:creationId xmlns:a16="http://schemas.microsoft.com/office/drawing/2014/main" id="{677A24D0-7705-33C5-98E4-C224981707BC}"/>
              </a:ext>
            </a:extLst>
          </p:cNvPr>
          <p:cNvSpPr txBox="1"/>
          <p:nvPr/>
        </p:nvSpPr>
        <p:spPr>
          <a:xfrm>
            <a:off x="4823811" y="1714010"/>
            <a:ext cx="3199419" cy="456728"/>
          </a:xfrm>
          <a:prstGeom prst="rect">
            <a:avLst/>
          </a:prstGeom>
          <a:noFill/>
        </p:spPr>
        <p:txBody>
          <a:bodyPr wrap="square" lIns="0" tIns="0" rIns="0" bIns="0" rtlCol="0">
            <a:spAutoFit/>
          </a:bodyPr>
          <a:lstStyle/>
          <a:p>
            <a:pPr algn="l">
              <a:lnSpc>
                <a:spcPct val="130000"/>
              </a:lnSpc>
            </a:pPr>
            <a:r>
              <a:rPr lang="en-US" sz="1200"/>
              <a:t>Following action items were identified from </a:t>
            </a:r>
            <a:r>
              <a:rPr lang="en-US" sz="1200" b="1"/>
              <a:t>last meeting (18/3)</a:t>
            </a:r>
          </a:p>
        </p:txBody>
      </p:sp>
      <p:graphicFrame>
        <p:nvGraphicFramePr>
          <p:cNvPr id="9" name="Table 8">
            <a:extLst>
              <a:ext uri="{FF2B5EF4-FFF2-40B4-BE49-F238E27FC236}">
                <a16:creationId xmlns:a16="http://schemas.microsoft.com/office/drawing/2014/main" id="{B1A2CA75-783D-2DE4-1708-FC7C15F5C4B1}"/>
              </a:ext>
            </a:extLst>
          </p:cNvPr>
          <p:cNvGraphicFramePr>
            <a:graphicFrameLocks noGrp="1"/>
          </p:cNvGraphicFramePr>
          <p:nvPr>
            <p:extLst>
              <p:ext uri="{D42A27DB-BD31-4B8C-83A1-F6EECF244321}">
                <p14:modId xmlns:p14="http://schemas.microsoft.com/office/powerpoint/2010/main" val="3595574796"/>
              </p:ext>
            </p:extLst>
          </p:nvPr>
        </p:nvGraphicFramePr>
        <p:xfrm>
          <a:off x="721719" y="4912237"/>
          <a:ext cx="10644781" cy="1173480"/>
        </p:xfrm>
        <a:graphic>
          <a:graphicData uri="http://schemas.openxmlformats.org/drawingml/2006/table">
            <a:tbl>
              <a:tblPr bandRow="1">
                <a:tableStyleId>{5C22544A-7EE6-4342-B048-85BDC9FD1C3A}</a:tableStyleId>
              </a:tblPr>
              <a:tblGrid>
                <a:gridCol w="2265156">
                  <a:extLst>
                    <a:ext uri="{9D8B030D-6E8A-4147-A177-3AD203B41FA5}">
                      <a16:colId xmlns:a16="http://schemas.microsoft.com/office/drawing/2014/main" val="1609363122"/>
                    </a:ext>
                  </a:extLst>
                </a:gridCol>
                <a:gridCol w="2624408">
                  <a:extLst>
                    <a:ext uri="{9D8B030D-6E8A-4147-A177-3AD203B41FA5}">
                      <a16:colId xmlns:a16="http://schemas.microsoft.com/office/drawing/2014/main" val="2414861354"/>
                    </a:ext>
                  </a:extLst>
                </a:gridCol>
                <a:gridCol w="2735157">
                  <a:extLst>
                    <a:ext uri="{9D8B030D-6E8A-4147-A177-3AD203B41FA5}">
                      <a16:colId xmlns:a16="http://schemas.microsoft.com/office/drawing/2014/main" val="3237403303"/>
                    </a:ext>
                  </a:extLst>
                </a:gridCol>
                <a:gridCol w="3020060">
                  <a:extLst>
                    <a:ext uri="{9D8B030D-6E8A-4147-A177-3AD203B41FA5}">
                      <a16:colId xmlns:a16="http://schemas.microsoft.com/office/drawing/2014/main" val="128837621"/>
                    </a:ext>
                  </a:extLst>
                </a:gridCol>
              </a:tblGrid>
              <a:tr h="245534">
                <a:tc>
                  <a:txBody>
                    <a:bodyPr/>
                    <a:lstStyle/>
                    <a:p>
                      <a:pPr algn="ctr"/>
                      <a:r>
                        <a:rPr lang="en-US" sz="1100" b="0" i="1"/>
                        <a:t>Sep’25- Dec’25</a:t>
                      </a:r>
                    </a:p>
                  </a:txBody>
                  <a:tcP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rgbClr val="E5CFF7">
                        <a:alpha val="20000"/>
                      </a:srgbClr>
                    </a:solidFill>
                  </a:tcPr>
                </a:tc>
                <a:tc>
                  <a:txBody>
                    <a:bodyPr/>
                    <a:lstStyle/>
                    <a:p>
                      <a:pPr algn="ctr"/>
                      <a:r>
                        <a:rPr lang="en-US" sz="1100" b="0" i="1"/>
                        <a:t>Dec’25-Apr’26</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rgbClr val="B685ED">
                        <a:alpha val="20000"/>
                      </a:srgbClr>
                    </a:solidFill>
                  </a:tcPr>
                </a:tc>
                <a:tc>
                  <a:txBody>
                    <a:bodyPr/>
                    <a:lstStyle/>
                    <a:p>
                      <a:pPr algn="ctr"/>
                      <a:r>
                        <a:rPr lang="en-US" sz="1100" b="0" i="1"/>
                        <a:t>Apr’26-Jul’26</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rgbClr val="9247E5">
                        <a:alpha val="20000"/>
                      </a:srgbClr>
                    </a:solidFill>
                  </a:tcPr>
                </a:tc>
                <a:tc>
                  <a:txBody>
                    <a:bodyPr/>
                    <a:lstStyle/>
                    <a:p>
                      <a:pPr algn="ctr"/>
                      <a:r>
                        <a:rPr lang="en-US" sz="1100" b="0" i="1"/>
                        <a:t>Jul’26-TBD</a:t>
                      </a:r>
                    </a:p>
                  </a:txBody>
                  <a:tcPr>
                    <a:lnL w="381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rgbClr val="3A0F69">
                        <a:alpha val="20000"/>
                      </a:srgbClr>
                    </a:solidFill>
                  </a:tcPr>
                </a:tc>
                <a:extLst>
                  <a:ext uri="{0D108BD9-81ED-4DB2-BD59-A6C34878D82A}">
                    <a16:rowId xmlns:a16="http://schemas.microsoft.com/office/drawing/2014/main" val="413795598"/>
                  </a:ext>
                </a:extLst>
              </a:tr>
              <a:tr h="370840">
                <a:tc>
                  <a:txBody>
                    <a:bodyPr/>
                    <a:lstStyle/>
                    <a:p>
                      <a:pPr marL="171450" indent="-171450">
                        <a:spcAft>
                          <a:spcPts val="600"/>
                        </a:spcAft>
                        <a:buFont typeface="Arial" panose="020B0604020202020204" pitchFamily="34" charset="0"/>
                        <a:buChar char="•"/>
                      </a:pPr>
                      <a:r>
                        <a:rPr lang="en-US" sz="1100" b="0">
                          <a:latin typeface="+mn-lt"/>
                        </a:rPr>
                        <a:t>Live for </a:t>
                      </a:r>
                      <a:r>
                        <a:rPr lang="en-US" sz="1100" b="1">
                          <a:latin typeface="+mn-lt"/>
                        </a:rPr>
                        <a:t>Prospecting and ATC cases</a:t>
                      </a:r>
                    </a:p>
                  </a:txBody>
                  <a:tcP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rgbClr val="E5CFF7">
                        <a:alpha val="20000"/>
                      </a:srgbClr>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100" b="0">
                          <a:latin typeface="+mn-lt"/>
                        </a:rPr>
                        <a:t>Live for </a:t>
                      </a:r>
                      <a:r>
                        <a:rPr kumimoji="0" lang="en-US" sz="1100" b="1"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DM/HQ, OOB, USI field, Attribute updates</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 (preliminary)</a:t>
                      </a:r>
                      <a:endParaRPr kumimoji="0" lang="en-US" sz="1100" b="0" i="0" u="none" strike="noStrike" kern="0" cap="none" spc="0" normalizeH="0" baseline="3000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 </a:t>
                      </a:r>
                      <a:r>
                        <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(partial)</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rgbClr val="B685ED">
                        <a:alpha val="20000"/>
                      </a:srgbClr>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Feedback Form &amp; AUR Automation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GE Agents </a:t>
                      </a:r>
                      <a:r>
                        <a:rPr kumimoji="0" lang="en-US" sz="1100" b="0" i="0" u="none" strike="noStrike" kern="120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rPr>
                        <a:t>for OOB, DM/HQ, Attribute &amp; WWS seg update</a:t>
                      </a:r>
                      <a:endParaRPr kumimoji="0" lang="en-US" sz="1100" b="0" i="0" u="none" strike="noStrike" kern="0" cap="none" spc="0" normalizeH="0" baseline="0" noProof="0">
                        <a:ln>
                          <a:noFill/>
                        </a:ln>
                        <a:solidFill>
                          <a:srgbClr val="333333"/>
                        </a:solidFill>
                        <a:effectLst/>
                        <a:uLnTx/>
                        <a:uFillTx/>
                        <a:latin typeface="+mn-lt"/>
                        <a:ea typeface="FedEx Sans" panose="020B0603020203020204" pitchFamily="34" charset="0"/>
                        <a:cs typeface="FedEx Sans" panose="020B0603020203020204" pitchFamily="34" charset="0"/>
                      </a:endParaRPr>
                    </a:p>
                    <a:p>
                      <a:pPr marL="171450" indent="-171450">
                        <a:spcAft>
                          <a:spcPts val="600"/>
                        </a:spcAft>
                        <a:buFont typeface="Arial" panose="020B0604020202020204" pitchFamily="34" charset="0"/>
                        <a:buChar char="•"/>
                      </a:pPr>
                      <a:r>
                        <a:rPr lang="en-US" sz="1100" b="1">
                          <a:latin typeface="+mn-lt"/>
                        </a:rPr>
                        <a:t>OPTIX cloud hosting</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rgbClr val="9247E5">
                        <a:alpha val="20000"/>
                      </a:srgbClr>
                    </a:solidFill>
                  </a:tcPr>
                </a:tc>
                <a:tc>
                  <a:txBody>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Integrate </a:t>
                      </a:r>
                      <a:r>
                        <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Gemini API</a:t>
                      </a: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 into OPTIX code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Zero-touch resolution </a:t>
                      </a: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via iSell Chatbot with Human-in-the-Loop governance</a:t>
                      </a:r>
                    </a:p>
                  </a:txBody>
                  <a:tcP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rgbClr val="3A0F69">
                        <a:alpha val="20000"/>
                      </a:srgbClr>
                    </a:solidFill>
                  </a:tcPr>
                </a:tc>
                <a:extLst>
                  <a:ext uri="{0D108BD9-81ED-4DB2-BD59-A6C34878D82A}">
                    <a16:rowId xmlns:a16="http://schemas.microsoft.com/office/drawing/2014/main" val="631355567"/>
                  </a:ext>
                </a:extLst>
              </a:tr>
            </a:tbl>
          </a:graphicData>
        </a:graphic>
      </p:graphicFrame>
      <p:sp>
        <p:nvSpPr>
          <p:cNvPr id="45" name="Arrow: Right 44">
            <a:extLst>
              <a:ext uri="{FF2B5EF4-FFF2-40B4-BE49-F238E27FC236}">
                <a16:creationId xmlns:a16="http://schemas.microsoft.com/office/drawing/2014/main" id="{02930BAF-F757-630F-1B1B-89CAD3E61A78}"/>
              </a:ext>
            </a:extLst>
          </p:cNvPr>
          <p:cNvSpPr/>
          <p:nvPr/>
        </p:nvSpPr>
        <p:spPr>
          <a:xfrm>
            <a:off x="8373947" y="4450962"/>
            <a:ext cx="3246553" cy="489259"/>
          </a:xfrm>
          <a:prstGeom prst="rightArrow">
            <a:avLst>
              <a:gd name="adj1" fmla="val 70585"/>
              <a:gd name="adj2" fmla="val 50000"/>
            </a:avLst>
          </a:prstGeom>
          <a:solidFill>
            <a:srgbClr val="3A0F69"/>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4.0</a:t>
            </a:r>
          </a:p>
        </p:txBody>
      </p:sp>
      <p:sp>
        <p:nvSpPr>
          <p:cNvPr id="40" name="Arrow: Right 39">
            <a:extLst>
              <a:ext uri="{FF2B5EF4-FFF2-40B4-BE49-F238E27FC236}">
                <a16:creationId xmlns:a16="http://schemas.microsoft.com/office/drawing/2014/main" id="{688F482F-8470-94C5-BC79-CD34EF92F04A}"/>
              </a:ext>
            </a:extLst>
          </p:cNvPr>
          <p:cNvSpPr/>
          <p:nvPr/>
        </p:nvSpPr>
        <p:spPr>
          <a:xfrm>
            <a:off x="5626240" y="4450962"/>
            <a:ext cx="2984359" cy="489259"/>
          </a:xfrm>
          <a:prstGeom prst="rightArrow">
            <a:avLst>
              <a:gd name="adj1" fmla="val 70585"/>
              <a:gd name="adj2" fmla="val 50000"/>
            </a:avLst>
          </a:prstGeom>
          <a:solidFill>
            <a:srgbClr val="9247E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3.0</a:t>
            </a:r>
          </a:p>
        </p:txBody>
      </p:sp>
      <p:sp>
        <p:nvSpPr>
          <p:cNvPr id="38" name="Arrow: Right 37">
            <a:extLst>
              <a:ext uri="{FF2B5EF4-FFF2-40B4-BE49-F238E27FC236}">
                <a16:creationId xmlns:a16="http://schemas.microsoft.com/office/drawing/2014/main" id="{A23FE598-4F9D-746C-E7FD-574B2E9304CC}"/>
              </a:ext>
            </a:extLst>
          </p:cNvPr>
          <p:cNvSpPr/>
          <p:nvPr/>
        </p:nvSpPr>
        <p:spPr>
          <a:xfrm>
            <a:off x="2915708" y="4450962"/>
            <a:ext cx="2947454" cy="489259"/>
          </a:xfrm>
          <a:prstGeom prst="rightArrow">
            <a:avLst>
              <a:gd name="adj1" fmla="val 70585"/>
              <a:gd name="adj2" fmla="val 50000"/>
            </a:avLst>
          </a:prstGeom>
          <a:solidFill>
            <a:srgbClr val="B685ED"/>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t>OPTIX 2.0</a:t>
            </a:r>
          </a:p>
        </p:txBody>
      </p:sp>
      <p:sp>
        <p:nvSpPr>
          <p:cNvPr id="37" name="Arrow: Right 36">
            <a:extLst>
              <a:ext uri="{FF2B5EF4-FFF2-40B4-BE49-F238E27FC236}">
                <a16:creationId xmlns:a16="http://schemas.microsoft.com/office/drawing/2014/main" id="{0B21E1E7-5AB7-458F-6751-4C30B752FB1A}"/>
              </a:ext>
            </a:extLst>
          </p:cNvPr>
          <p:cNvSpPr/>
          <p:nvPr/>
        </p:nvSpPr>
        <p:spPr>
          <a:xfrm>
            <a:off x="643346" y="4450962"/>
            <a:ext cx="2548588" cy="489259"/>
          </a:xfrm>
          <a:prstGeom prst="rightArrow">
            <a:avLst>
              <a:gd name="adj1" fmla="val 70585"/>
              <a:gd name="adj2" fmla="val 50000"/>
            </a:avLst>
          </a:prstGeom>
          <a:solidFill>
            <a:srgbClr val="E5CFF7"/>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OPTIX 1.0</a:t>
            </a:r>
          </a:p>
        </p:txBody>
      </p:sp>
      <p:cxnSp>
        <p:nvCxnSpPr>
          <p:cNvPr id="46" name="Straight Connector 45">
            <a:extLst>
              <a:ext uri="{FF2B5EF4-FFF2-40B4-BE49-F238E27FC236}">
                <a16:creationId xmlns:a16="http://schemas.microsoft.com/office/drawing/2014/main" id="{5E7CEB4D-1221-811A-57F4-58B7F6765732}"/>
              </a:ext>
            </a:extLst>
          </p:cNvPr>
          <p:cNvCxnSpPr>
            <a:cxnSpLocks/>
          </p:cNvCxnSpPr>
          <p:nvPr/>
        </p:nvCxnSpPr>
        <p:spPr>
          <a:xfrm>
            <a:off x="1291099" y="2934587"/>
            <a:ext cx="2786872" cy="2002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9FB52E58-AFBC-0E01-DBE5-421419FFEF4E}"/>
              </a:ext>
            </a:extLst>
          </p:cNvPr>
          <p:cNvSpPr/>
          <p:nvPr/>
        </p:nvSpPr>
        <p:spPr>
          <a:xfrm>
            <a:off x="599742" y="1604004"/>
            <a:ext cx="523814" cy="13294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48E50012-1E47-E569-8839-0C6D4585B5DF}"/>
              </a:ext>
            </a:extLst>
          </p:cNvPr>
          <p:cNvSpPr txBox="1"/>
          <p:nvPr/>
        </p:nvSpPr>
        <p:spPr>
          <a:xfrm rot="16200000">
            <a:off x="116426" y="2203287"/>
            <a:ext cx="1441227" cy="221657"/>
          </a:xfrm>
          <a:prstGeom prst="rect">
            <a:avLst/>
          </a:prstGeom>
          <a:noFill/>
        </p:spPr>
        <p:txBody>
          <a:bodyPr wrap="square" lIns="0" tIns="0" rIns="0" bIns="0" rtlCol="0">
            <a:spAutoFit/>
          </a:bodyPr>
          <a:lstStyle/>
          <a:p>
            <a:pPr algn="ctr">
              <a:spcAft>
                <a:spcPts val="0"/>
              </a:spcAft>
            </a:pPr>
            <a:r>
              <a:rPr lang="en-US" sz="1400" b="1">
                <a:solidFill>
                  <a:schemeClr val="bg1"/>
                </a:solidFill>
                <a:latin typeface="FedEx Sans Regular"/>
                <a:ea typeface="FedEx Sans Light" panose="020B0403020203020204" pitchFamily="34" charset="0"/>
                <a:cs typeface="FedEx Sans Light" panose="020B0403020203020204" pitchFamily="34" charset="0"/>
              </a:rPr>
              <a:t>Problem </a:t>
            </a:r>
          </a:p>
        </p:txBody>
      </p:sp>
      <p:sp>
        <p:nvSpPr>
          <p:cNvPr id="55" name="Rectangle 54">
            <a:extLst>
              <a:ext uri="{FF2B5EF4-FFF2-40B4-BE49-F238E27FC236}">
                <a16:creationId xmlns:a16="http://schemas.microsoft.com/office/drawing/2014/main" id="{A75B81C9-57C0-C60D-35A1-0833E809508D}"/>
              </a:ext>
            </a:extLst>
          </p:cNvPr>
          <p:cNvSpPr/>
          <p:nvPr/>
        </p:nvSpPr>
        <p:spPr>
          <a:xfrm>
            <a:off x="599742" y="2993671"/>
            <a:ext cx="523814" cy="1384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TextBox 136">
            <a:extLst>
              <a:ext uri="{FF2B5EF4-FFF2-40B4-BE49-F238E27FC236}">
                <a16:creationId xmlns:a16="http://schemas.microsoft.com/office/drawing/2014/main" id="{0D917FEA-8563-7D66-6A83-7C0455606375}"/>
              </a:ext>
            </a:extLst>
          </p:cNvPr>
          <p:cNvSpPr txBox="1"/>
          <p:nvPr/>
        </p:nvSpPr>
        <p:spPr>
          <a:xfrm rot="16200000">
            <a:off x="121842" y="3644899"/>
            <a:ext cx="1441227" cy="221657"/>
          </a:xfrm>
          <a:prstGeom prst="rect">
            <a:avLst/>
          </a:prstGeom>
          <a:noFill/>
        </p:spPr>
        <p:txBody>
          <a:bodyPr wrap="square" lIns="0" tIns="0" rIns="0" bIns="0" rtlCol="0">
            <a:spAutoFit/>
          </a:bodyPr>
          <a:lstStyle/>
          <a:p>
            <a:pPr algn="ctr">
              <a:spcAft>
                <a:spcPts val="0"/>
              </a:spcAft>
            </a:pPr>
            <a:r>
              <a:rPr lang="en-US" sz="1400" b="1">
                <a:solidFill>
                  <a:schemeClr val="bg1"/>
                </a:solidFill>
                <a:latin typeface="FedEx Sans Regular"/>
                <a:ea typeface="FedEx Sans Light" panose="020B0403020203020204" pitchFamily="34" charset="0"/>
                <a:cs typeface="FedEx Sans Light" panose="020B0403020203020204" pitchFamily="34" charset="0"/>
              </a:rPr>
              <a:t>Solution</a:t>
            </a:r>
          </a:p>
        </p:txBody>
      </p:sp>
      <p:sp>
        <p:nvSpPr>
          <p:cNvPr id="141" name="Rectangle : avec coins arrondis en haut 12">
            <a:extLst>
              <a:ext uri="{FF2B5EF4-FFF2-40B4-BE49-F238E27FC236}">
                <a16:creationId xmlns:a16="http://schemas.microsoft.com/office/drawing/2014/main" id="{D9077FEE-7ED1-A958-FAEA-BE7D80DC2BF6}"/>
              </a:ext>
            </a:extLst>
          </p:cNvPr>
          <p:cNvSpPr/>
          <p:nvPr/>
        </p:nvSpPr>
        <p:spPr>
          <a:xfrm rot="10800000" flipH="1" flipV="1">
            <a:off x="610852" y="1237948"/>
            <a:ext cx="3872955" cy="381647"/>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IN" sz="1600" b="1" i="0" u="none" strike="noStrike" kern="0" cap="none" spc="0" normalizeH="0" baseline="0" noProof="0">
                <a:ln>
                  <a:noFill/>
                </a:ln>
                <a:solidFill>
                  <a:prstClr val="white"/>
                </a:solidFill>
                <a:effectLst/>
                <a:uLnTx/>
                <a:uFillTx/>
                <a:latin typeface="FedEx Sans Regular"/>
                <a:ea typeface="FedEx Sans Light" panose="020B0403020203020204" pitchFamily="34" charset="0"/>
                <a:cs typeface="FedEx Sans Light" panose="020B0403020203020204" pitchFamily="34" charset="0"/>
              </a:rPr>
              <a:t>OPTIX Summary</a:t>
            </a:r>
          </a:p>
        </p:txBody>
      </p:sp>
    </p:spTree>
    <p:extLst>
      <p:ext uri="{BB962C8B-B14F-4D97-AF65-F5344CB8AC3E}">
        <p14:creationId xmlns:p14="http://schemas.microsoft.com/office/powerpoint/2010/main" val="3114976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2D83965-37FD-D6A7-E75F-4AC8103A80FE}"/>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435F8CC7-D8E7-F36F-0DB6-5428E84EEFB9}"/>
              </a:ext>
            </a:extLst>
          </p:cNvPr>
          <p:cNvSpPr/>
          <p:nvPr/>
        </p:nvSpPr>
        <p:spPr>
          <a:xfrm>
            <a:off x="525258" y="1145393"/>
            <a:ext cx="11067915" cy="4979022"/>
          </a:xfrm>
          <a:prstGeom prst="roundRect">
            <a:avLst>
              <a:gd name="adj" fmla="val 1490"/>
            </a:avLst>
          </a:prstGeom>
          <a:solidFill>
            <a:srgbClr val="F2F2F2"/>
          </a:solidFill>
          <a:ln>
            <a:solidFill>
              <a:srgbClr val="E7E6E6"/>
            </a:solidFill>
          </a:ln>
        </p:spPr>
        <p:style>
          <a:lnRef idx="2">
            <a:schemeClr val="accent1">
              <a:shade val="15000"/>
            </a:schemeClr>
          </a:lnRef>
          <a:fillRef idx="1">
            <a:schemeClr val="accent1"/>
          </a:fillRef>
          <a:effectRef idx="0">
            <a:schemeClr val="accent1"/>
          </a:effectRef>
          <a:fontRef idx="minor">
            <a:schemeClr val="lt1"/>
          </a:fontRef>
        </p:style>
        <p:txBody>
          <a:bodyPr lIns="1656000" rtlCol="0" anchor="ct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200" b="0" i="0" u="none" strike="noStrike" kern="0" cap="none" spc="0" normalizeH="0" baseline="0" noProof="0">
              <a:ln>
                <a:noFill/>
              </a:ln>
              <a:solidFill>
                <a:srgbClr val="333333"/>
              </a:solidFill>
              <a:effectLst/>
              <a:uLnTx/>
              <a:uFillTx/>
              <a:latin typeface="FedEx Sans Regular"/>
              <a:ea typeface="+mn-ea"/>
              <a:cs typeface="+mn-cs"/>
            </a:endParaRPr>
          </a:p>
        </p:txBody>
      </p:sp>
      <p:grpSp>
        <p:nvGrpSpPr>
          <p:cNvPr id="141" name="Group 140">
            <a:extLst>
              <a:ext uri="{FF2B5EF4-FFF2-40B4-BE49-F238E27FC236}">
                <a16:creationId xmlns:a16="http://schemas.microsoft.com/office/drawing/2014/main" id="{3C6FF01D-BA2E-84E5-03A0-9C8EAF46ABD5}"/>
              </a:ext>
            </a:extLst>
          </p:cNvPr>
          <p:cNvGrpSpPr/>
          <p:nvPr/>
        </p:nvGrpSpPr>
        <p:grpSpPr>
          <a:xfrm>
            <a:off x="3446750" y="1244145"/>
            <a:ext cx="2736001" cy="3214802"/>
            <a:chOff x="9548344" y="1504990"/>
            <a:chExt cx="2600491" cy="1389865"/>
          </a:xfrm>
        </p:grpSpPr>
        <p:sp>
          <p:nvSpPr>
            <p:cNvPr id="143" name="Rectangle : coins arrondis 10">
              <a:extLst>
                <a:ext uri="{FF2B5EF4-FFF2-40B4-BE49-F238E27FC236}">
                  <a16:creationId xmlns:a16="http://schemas.microsoft.com/office/drawing/2014/main" id="{19C1DC26-36A6-E516-8093-9B9A586E2078}"/>
                </a:ext>
              </a:extLst>
            </p:cNvPr>
            <p:cNvSpPr/>
            <p:nvPr/>
          </p:nvSpPr>
          <p:spPr>
            <a:xfrm rot="10800000" flipV="1">
              <a:off x="9550238" y="1512372"/>
              <a:ext cx="2598597"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000" b="0" i="0" u="none" strike="noStrike" kern="1200" cap="none" spc="0" normalizeH="0" baseline="0" noProof="0">
                <a:ln>
                  <a:noFill/>
                </a:ln>
                <a:solidFill>
                  <a:srgbClr val="333333"/>
                </a:solidFill>
                <a:effectLst/>
                <a:uLnTx/>
                <a:uFillTx/>
                <a:latin typeface="FedEx Sans Regular"/>
                <a:ea typeface="+mn-ea"/>
                <a:cs typeface="+mn-cs"/>
              </a:endParaRPr>
            </a:p>
          </p:txBody>
        </p:sp>
        <p:sp>
          <p:nvSpPr>
            <p:cNvPr id="144" name="Rectangle : avec coins arrondis en haut 12">
              <a:extLst>
                <a:ext uri="{FF2B5EF4-FFF2-40B4-BE49-F238E27FC236}">
                  <a16:creationId xmlns:a16="http://schemas.microsoft.com/office/drawing/2014/main" id="{5A0AC3AA-63AE-ECB4-87CD-7CF01FCA0E75}"/>
                </a:ext>
              </a:extLst>
            </p:cNvPr>
            <p:cNvSpPr/>
            <p:nvPr/>
          </p:nvSpPr>
          <p:spPr>
            <a:xfrm rot="10800000" flipH="1" flipV="1">
              <a:off x="9548344" y="1504990"/>
              <a:ext cx="2594648"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IN" sz="1600" b="0" i="0" u="none" strike="noStrike" kern="0" cap="none" spc="0" normalizeH="0" baseline="0" noProof="0">
                <a:ln>
                  <a:noFill/>
                </a:ln>
                <a:solidFill>
                  <a:prstClr val="white"/>
                </a:solidFill>
                <a:effectLst/>
                <a:uLnTx/>
                <a:uFillTx/>
                <a:latin typeface="FedEx Sans Regular"/>
                <a:ea typeface="FedEx Sans Light" panose="020B0403020203020204" pitchFamily="34" charset="0"/>
                <a:cs typeface="FedEx Sans Light" panose="020B0403020203020204" pitchFamily="34" charset="0"/>
              </a:endParaRPr>
            </a:p>
          </p:txBody>
        </p:sp>
      </p:grpSp>
      <p:sp>
        <p:nvSpPr>
          <p:cNvPr id="142" name="Text 10">
            <a:extLst>
              <a:ext uri="{FF2B5EF4-FFF2-40B4-BE49-F238E27FC236}">
                <a16:creationId xmlns:a16="http://schemas.microsoft.com/office/drawing/2014/main" id="{9724EE9C-4BBF-BFEF-08F9-9979505BE9B3}"/>
              </a:ext>
            </a:extLst>
          </p:cNvPr>
          <p:cNvSpPr/>
          <p:nvPr/>
        </p:nvSpPr>
        <p:spPr>
          <a:xfrm>
            <a:off x="3959829" y="1259884"/>
            <a:ext cx="2099386" cy="372930"/>
          </a:xfrm>
          <a:prstGeom prst="rect">
            <a:avLst/>
          </a:prstGeom>
          <a:noFill/>
          <a:ln/>
        </p:spPr>
        <p:txBody>
          <a:bodyPr wrap="square" lIns="0" tIns="10160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Solutions Implemented</a:t>
            </a:r>
          </a:p>
        </p:txBody>
      </p:sp>
      <p:sp>
        <p:nvSpPr>
          <p:cNvPr id="2" name="Title 1">
            <a:extLst>
              <a:ext uri="{FF2B5EF4-FFF2-40B4-BE49-F238E27FC236}">
                <a16:creationId xmlns:a16="http://schemas.microsoft.com/office/drawing/2014/main" id="{2F327F51-040F-D29A-37A2-37F240061BBA}"/>
              </a:ext>
            </a:extLst>
          </p:cNvPr>
          <p:cNvSpPr>
            <a:spLocks noGrp="1"/>
          </p:cNvSpPr>
          <p:nvPr>
            <p:ph type="title"/>
          </p:nvPr>
        </p:nvSpPr>
        <p:spPr>
          <a:xfrm>
            <a:off x="552584" y="43349"/>
            <a:ext cx="9176766" cy="605028"/>
          </a:xfrm>
        </p:spPr>
        <p:txBody>
          <a:bodyPr/>
          <a:lstStyle/>
          <a:p>
            <a:r>
              <a:rPr lang="en-US" b="1"/>
              <a:t>OPTIX Recap:    </a:t>
            </a:r>
            <a:r>
              <a:rPr lang="en-US"/>
              <a:t> </a:t>
            </a:r>
            <a:endParaRPr lang="en-IN"/>
          </a:p>
        </p:txBody>
      </p:sp>
      <p:sp>
        <p:nvSpPr>
          <p:cNvPr id="3" name="Slide Number Placeholder 11">
            <a:extLst>
              <a:ext uri="{FF2B5EF4-FFF2-40B4-BE49-F238E27FC236}">
                <a16:creationId xmlns:a16="http://schemas.microsoft.com/office/drawing/2014/main" id="{995C9373-C0D8-FC32-3D0F-A5126D37E77B}"/>
              </a:ext>
            </a:extLst>
          </p:cNvPr>
          <p:cNvSpPr txBox="1">
            <a:spLocks/>
          </p:cNvSpPr>
          <p:nvPr/>
        </p:nvSpPr>
        <p:spPr>
          <a:xfrm>
            <a:off x="9982200" y="6374928"/>
            <a:ext cx="1638300" cy="219635"/>
          </a:xfrm>
          <a:prstGeom prst="rect">
            <a:avLst/>
          </a:prstGeom>
        </p:spPr>
        <p:txBody>
          <a:bodyPr vert="horz" lIns="0" tIns="0" rIns="0" bIns="0" rtlCol="0" anchor="ctr" anchorCtr="0"/>
          <a:lstStyle>
            <a:defPPr>
              <a:defRPr lang="en-US"/>
            </a:defPPr>
            <a:lvl1pPr algn="r">
              <a:defRPr sz="800">
                <a:solidFill>
                  <a:schemeClr val="bg1"/>
                </a:solidFill>
              </a:defRPr>
            </a:lvl1pPr>
            <a:lvl2pPr marL="0" indent="0">
              <a:buNone/>
              <a:tabLst/>
              <a:defRPr lang="en-US" sz="1600" b="1" i="0" kern="1200" dirty="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buNone/>
              <a:tabLst/>
              <a:defRPr lang="en-US" sz="1600" kern="1200" dirty="0">
                <a:solidFill>
                  <a:schemeClr val="tx1"/>
                </a:solidFill>
                <a:latin typeface="+mn-lt"/>
                <a:ea typeface="+mn-ea"/>
                <a:cs typeface="+mn-cs"/>
              </a:defRPr>
            </a:lvl3pPr>
            <a:lvl4pPr marL="219456" indent="-219456">
              <a:buFont typeface="Arial" panose="020B0604020202020204" pitchFamily="34" charset="0"/>
              <a:buChar char="•"/>
              <a:defRPr lang="en-US" sz="1600" kern="1200" dirty="0">
                <a:solidFill>
                  <a:schemeClr val="tx1"/>
                </a:solidFill>
                <a:latin typeface="+mn-lt"/>
                <a:ea typeface="+mn-ea"/>
                <a:cs typeface="+mn-cs"/>
              </a:defRPr>
            </a:lvl4pPr>
            <a:lvl5pPr marL="438912" indent="-219456">
              <a:spcBef>
                <a:spcPts val="0"/>
              </a:spcBef>
              <a:buFont typeface="System Font Regular"/>
              <a:buChar char="–"/>
              <a:defRPr sz="1600"/>
            </a:lvl5pPr>
            <a:lvl6pPr marL="658368" indent="-219456">
              <a:buFont typeface="System Font Regular"/>
              <a:buChar char="&gt;"/>
              <a:defRPr sz="1400"/>
            </a:lvl6pPr>
          </a:lstStyle>
          <a:p>
            <a:pPr marL="0" marR="0" lvl="0" indent="0" algn="r" defTabSz="914400" rtl="0" eaLnBrk="1" fontAlgn="auto" latinLnBrk="0" hangingPunct="1">
              <a:lnSpc>
                <a:spcPct val="100000"/>
              </a:lnSpc>
              <a:spcBef>
                <a:spcPts val="0"/>
              </a:spcBef>
              <a:spcAft>
                <a:spcPts val="600"/>
              </a:spcAft>
              <a:buClrTx/>
              <a:buSzTx/>
              <a:buFontTx/>
              <a:buNone/>
              <a:tabLst/>
              <a:defRPr/>
            </a:pPr>
            <a:fld id="{64B53FD8-04EE-4F67-B5CA-77D45BC12F90}" type="slidenum">
              <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rtl="0" eaLnBrk="1" fontAlgn="auto" latinLnBrk="0" hangingPunct="1">
                <a:lnSpc>
                  <a:spcPct val="100000"/>
                </a:lnSpc>
                <a:spcBef>
                  <a:spcPts val="0"/>
                </a:spcBef>
                <a:spcAft>
                  <a:spcPts val="600"/>
                </a:spcAft>
                <a:buClrTx/>
                <a:buSzTx/>
                <a:buFontTx/>
                <a:buNone/>
                <a:tabLst/>
                <a:defRPr/>
              </a:pPr>
              <a:t>19</a:t>
            </a:fld>
            <a:endParaRPr kumimoji="0" lang="en-US" sz="800" b="0" i="0" u="none" strike="noStrike" kern="0" cap="none" spc="0" normalizeH="0" baseline="0" noProof="0">
              <a:ln>
                <a:noFill/>
              </a:ln>
              <a:solidFill>
                <a:srgbClr val="333333">
                  <a:lumMod val="60000"/>
                  <a:lumOff val="40000"/>
                </a:srgbClr>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4" name="Text Placeholder 6">
            <a:extLst>
              <a:ext uri="{FF2B5EF4-FFF2-40B4-BE49-F238E27FC236}">
                <a16:creationId xmlns:a16="http://schemas.microsoft.com/office/drawing/2014/main" id="{4C186138-6A56-7F7B-A8EE-FB7A422ABB19}"/>
              </a:ext>
            </a:extLst>
          </p:cNvPr>
          <p:cNvSpPr txBox="1">
            <a:spLocks/>
          </p:cNvSpPr>
          <p:nvPr/>
        </p:nvSpPr>
        <p:spPr>
          <a:xfrm>
            <a:off x="5011179" y="6124415"/>
            <a:ext cx="6477000" cy="72038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800" b="1"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Note :</a:t>
            </a:r>
            <a:endParaRPr kumimoji="0" lang="en-US" sz="800" b="0"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0" cap="none" spc="0" normalizeH="0" baseline="0" noProof="0">
                <a:ln>
                  <a:noFill/>
                </a:ln>
                <a:solidFill>
                  <a:srgbClr val="333333"/>
                </a:solidFill>
                <a:effectLst/>
                <a:uLnTx/>
                <a:uFillTx/>
                <a:latin typeface="FedEx Sans Regular"/>
                <a:ea typeface="FedEx Sans" panose="020B0603020203020204" pitchFamily="34" charset="0"/>
                <a:cs typeface="FedEx Sans" panose="020B0603020203020204" pitchFamily="34" charset="0"/>
              </a:rPr>
              <a:t>Optix code undergoing updates post TP&amp;O policy and case intake form changes</a:t>
            </a: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0" cap="none" spc="0" normalizeH="0" baseline="0" noProof="0">
                <a:ln>
                  <a:noFill/>
                </a:ln>
                <a:solidFill>
                  <a:srgbClr val="333333"/>
                </a:solidFill>
                <a:effectLst/>
                <a:uLnTx/>
                <a:uFillTx/>
                <a:latin typeface="FedEx Sans Regular"/>
                <a:ea typeface="FedEx Sans" panose="020B0603020203020204" pitchFamily="34" charset="0"/>
                <a:cs typeface="FedEx Sans" panose="020B0603020203020204" pitchFamily="34" charset="0"/>
              </a:rPr>
              <a:t>These case categories are live for </a:t>
            </a:r>
            <a:r>
              <a:rPr kumimoji="0" lang="en-US" sz="8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research-only processing, with end-to-end resolution enabled after Gemini-API integration</a:t>
            </a: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Efficiency gain calculated for only Prospecting and Adjust Potential cases in Dec’25</a:t>
            </a:r>
          </a:p>
          <a:p>
            <a:pPr marL="228600" marR="0" lvl="0" indent="-228600" algn="l" defTabSz="914400" rtl="0" eaLnBrk="1" fontAlgn="auto" latinLnBrk="0" hangingPunct="1">
              <a:lnSpc>
                <a:spcPct val="100000"/>
              </a:lnSpc>
              <a:spcBef>
                <a:spcPts val="0"/>
              </a:spcBef>
              <a:spcAft>
                <a:spcPts val="0"/>
              </a:spcAft>
              <a:buClrTx/>
              <a:buSzPct val="100000"/>
              <a:buFont typeface="Arial" panose="020B0604020202020204" pitchFamily="34" charset="0"/>
              <a:buAutoNum type="arabicPeriod"/>
              <a:tabLst/>
              <a:defRPr/>
            </a:pPr>
            <a:r>
              <a:rPr kumimoji="0" lang="en-US" sz="800" b="0" i="0" u="none" strike="noStrike" kern="0" cap="none" spc="0" normalizeH="0" baseline="0" noProof="0">
                <a:ln>
                  <a:noFill/>
                </a:ln>
                <a:solidFill>
                  <a:srgbClr val="333333"/>
                </a:solidFill>
                <a:effectLst/>
                <a:uLnTx/>
                <a:uFillTx/>
                <a:latin typeface="FedEx Sans Regular"/>
                <a:ea typeface="FedEx Sans" panose="020B0603020203020204" pitchFamily="34" charset="0"/>
                <a:cs typeface="FedEx Sans" panose="020B0603020203020204" pitchFamily="34" charset="0"/>
              </a:rPr>
              <a:t>Gemini API integration dependent on AI-UC prioritization</a:t>
            </a: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a:t>
            </a:r>
            <a:endParaRPr kumimoji="0" lang="en-IN" sz="1000" b="0" i="0" u="none" strike="noStrike" kern="120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54" name="Rectangle: Rounded Corners 153">
            <a:extLst>
              <a:ext uri="{FF2B5EF4-FFF2-40B4-BE49-F238E27FC236}">
                <a16:creationId xmlns:a16="http://schemas.microsoft.com/office/drawing/2014/main" id="{1ACF8113-9F22-54CB-89EB-984253E361DA}"/>
              </a:ext>
            </a:extLst>
          </p:cNvPr>
          <p:cNvSpPr/>
          <p:nvPr/>
        </p:nvSpPr>
        <p:spPr>
          <a:xfrm>
            <a:off x="585336" y="4516793"/>
            <a:ext cx="10909371" cy="1519701"/>
          </a:xfrm>
          <a:prstGeom prst="roundRect">
            <a:avLst>
              <a:gd name="adj" fmla="val 8213"/>
            </a:avLst>
          </a:prstGeom>
          <a:solidFill>
            <a:schemeClr val="bg1"/>
          </a:solidFill>
          <a:ln>
            <a:solidFill>
              <a:srgbClr val="E7E6E6"/>
            </a:solidFill>
          </a:ln>
        </p:spPr>
        <p:style>
          <a:lnRef idx="2">
            <a:schemeClr val="accent1">
              <a:shade val="15000"/>
            </a:schemeClr>
          </a:lnRef>
          <a:fillRef idx="1">
            <a:schemeClr val="accent1"/>
          </a:fillRef>
          <a:effectRef idx="0">
            <a:schemeClr val="accent1"/>
          </a:effectRef>
          <a:fontRef idx="minor">
            <a:schemeClr val="lt1"/>
          </a:fontRef>
        </p:style>
        <p:txBody>
          <a:bodyPr lIns="756000" tIns="38100" rIns="88900" bIns="381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0" cap="none" spc="0" normalizeH="0" baseline="0" noProof="0">
                <a:ln>
                  <a:noFill/>
                </a:ln>
                <a:solidFill>
                  <a:srgbClr val="333333"/>
                </a:solidFill>
                <a:effectLst/>
                <a:uLnTx/>
                <a:uFillTx/>
                <a:latin typeface="FedEx Sans Regular"/>
                <a:ea typeface="+mn-ea"/>
                <a:cs typeface="+mn-cs"/>
              </a:rPr>
              <a:t>Progress Timeline</a:t>
            </a:r>
          </a:p>
        </p:txBody>
      </p:sp>
      <p:sp>
        <p:nvSpPr>
          <p:cNvPr id="158" name="Text Placeholder 105">
            <a:extLst>
              <a:ext uri="{FF2B5EF4-FFF2-40B4-BE49-F238E27FC236}">
                <a16:creationId xmlns:a16="http://schemas.microsoft.com/office/drawing/2014/main" id="{7A1B7E2D-99A6-ABD3-7EE6-0CBD158A0123}"/>
              </a:ext>
            </a:extLst>
          </p:cNvPr>
          <p:cNvSpPr txBox="1">
            <a:spLocks/>
          </p:cNvSpPr>
          <p:nvPr/>
        </p:nvSpPr>
        <p:spPr>
          <a:xfrm>
            <a:off x="1147473" y="5325740"/>
            <a:ext cx="715980"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2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Optix Kick Off</a:t>
            </a:r>
          </a:p>
        </p:txBody>
      </p:sp>
      <p:sp>
        <p:nvSpPr>
          <p:cNvPr id="159" name="TextBox 158">
            <a:extLst>
              <a:ext uri="{FF2B5EF4-FFF2-40B4-BE49-F238E27FC236}">
                <a16:creationId xmlns:a16="http://schemas.microsoft.com/office/drawing/2014/main" id="{04993724-E461-8A60-769C-D05D7E5A2DCF}"/>
              </a:ext>
            </a:extLst>
          </p:cNvPr>
          <p:cNvSpPr txBox="1"/>
          <p:nvPr/>
        </p:nvSpPr>
        <p:spPr>
          <a:xfrm>
            <a:off x="1212542" y="4816919"/>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Sep’25</a:t>
            </a:r>
          </a:p>
        </p:txBody>
      </p:sp>
      <p:sp>
        <p:nvSpPr>
          <p:cNvPr id="161" name="TextBox 160">
            <a:extLst>
              <a:ext uri="{FF2B5EF4-FFF2-40B4-BE49-F238E27FC236}">
                <a16:creationId xmlns:a16="http://schemas.microsoft.com/office/drawing/2014/main" id="{A7899A8E-3C46-65E3-C40F-A490A49A2F69}"/>
              </a:ext>
            </a:extLst>
          </p:cNvPr>
          <p:cNvSpPr txBox="1"/>
          <p:nvPr/>
        </p:nvSpPr>
        <p:spPr>
          <a:xfrm>
            <a:off x="3584260" y="4816919"/>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Dec’25</a:t>
            </a:r>
          </a:p>
        </p:txBody>
      </p:sp>
      <p:sp>
        <p:nvSpPr>
          <p:cNvPr id="162" name="Text Placeholder 105">
            <a:extLst>
              <a:ext uri="{FF2B5EF4-FFF2-40B4-BE49-F238E27FC236}">
                <a16:creationId xmlns:a16="http://schemas.microsoft.com/office/drawing/2014/main" id="{F42A66DC-91A9-93CF-72EF-6B1E374B7C49}"/>
              </a:ext>
            </a:extLst>
          </p:cNvPr>
          <p:cNvSpPr txBox="1">
            <a:spLocks/>
          </p:cNvSpPr>
          <p:nvPr/>
        </p:nvSpPr>
        <p:spPr>
          <a:xfrm>
            <a:off x="4326241" y="5325740"/>
            <a:ext cx="1432488"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 for cases</a:t>
            </a:r>
            <a:r>
              <a:rPr kumimoji="0" lang="en-US" sz="1000" b="0" i="0" u="none" strike="noStrike" kern="1200" cap="none" spc="0" normalizeH="0" baseline="3200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2</a:t>
            </a: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DM/HQ, OOB, USI field, Attribute updates</a:t>
            </a:r>
            <a:r>
              <a:rPr kumimoji="0" lang="en-US" sz="1000" b="1" i="0" u="none" strike="noStrike" kern="0" cap="none" spc="0" normalizeH="0" baseline="3000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 </a:t>
            </a:r>
            <a:endParaRPr kumimoji="0" lang="en-US" sz="1000" b="1"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000" b="0"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63" name="TextBox 162">
            <a:extLst>
              <a:ext uri="{FF2B5EF4-FFF2-40B4-BE49-F238E27FC236}">
                <a16:creationId xmlns:a16="http://schemas.microsoft.com/office/drawing/2014/main" id="{0B1AC9C4-8859-447C-7E92-A905DEC1C18E}"/>
              </a:ext>
            </a:extLst>
          </p:cNvPr>
          <p:cNvSpPr txBox="1"/>
          <p:nvPr/>
        </p:nvSpPr>
        <p:spPr>
          <a:xfrm>
            <a:off x="6150198" y="4810595"/>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Apr’26</a:t>
            </a:r>
          </a:p>
        </p:txBody>
      </p:sp>
      <p:sp>
        <p:nvSpPr>
          <p:cNvPr id="172" name="Text Placeholder 105">
            <a:extLst>
              <a:ext uri="{FF2B5EF4-FFF2-40B4-BE49-F238E27FC236}">
                <a16:creationId xmlns:a16="http://schemas.microsoft.com/office/drawing/2014/main" id="{55042148-6E29-8743-F4D6-8262153617EA}"/>
              </a:ext>
            </a:extLst>
          </p:cNvPr>
          <p:cNvSpPr txBox="1">
            <a:spLocks/>
          </p:cNvSpPr>
          <p:nvPr/>
        </p:nvSpPr>
        <p:spPr>
          <a:xfrm>
            <a:off x="7080675" y="5281989"/>
            <a:ext cx="1188385"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Cloud Hosting: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Deployment of Optix on python server</a:t>
            </a:r>
            <a:endParaRPr kumimoji="0" lang="en-US" sz="1000" b="0"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78" name="TextBox 177">
            <a:extLst>
              <a:ext uri="{FF2B5EF4-FFF2-40B4-BE49-F238E27FC236}">
                <a16:creationId xmlns:a16="http://schemas.microsoft.com/office/drawing/2014/main" id="{84BF454D-AAB4-7907-5B15-5CE429C3AD15}"/>
              </a:ext>
            </a:extLst>
          </p:cNvPr>
          <p:cNvSpPr txBox="1"/>
          <p:nvPr/>
        </p:nvSpPr>
        <p:spPr>
          <a:xfrm>
            <a:off x="4770119" y="4816919"/>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Regular"/>
                <a:ea typeface="+mn-ea"/>
                <a:cs typeface="+mn-cs"/>
              </a:rPr>
              <a:t>Mar</a:t>
            </a: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’26</a:t>
            </a:r>
          </a:p>
        </p:txBody>
      </p:sp>
      <p:sp>
        <p:nvSpPr>
          <p:cNvPr id="179" name="Text Placeholder 105">
            <a:extLst>
              <a:ext uri="{FF2B5EF4-FFF2-40B4-BE49-F238E27FC236}">
                <a16:creationId xmlns:a16="http://schemas.microsoft.com/office/drawing/2014/main" id="{8B0CD48A-ED7F-87B4-4EDC-ED898E070830}"/>
              </a:ext>
            </a:extLst>
          </p:cNvPr>
          <p:cNvSpPr txBox="1">
            <a:spLocks/>
          </p:cNvSpPr>
          <p:nvPr/>
        </p:nvSpPr>
        <p:spPr>
          <a:xfrm>
            <a:off x="2259593" y="5325740"/>
            <a:ext cx="960109"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 for </a:t>
            </a: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Prospecting cases</a:t>
            </a:r>
            <a:endPar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80" name="Text Placeholder 105">
            <a:extLst>
              <a:ext uri="{FF2B5EF4-FFF2-40B4-BE49-F238E27FC236}">
                <a16:creationId xmlns:a16="http://schemas.microsoft.com/office/drawing/2014/main" id="{D2B4C96D-6BE6-46C1-4F4F-6FCCFEADA54F}"/>
              </a:ext>
            </a:extLst>
          </p:cNvPr>
          <p:cNvSpPr txBox="1">
            <a:spLocks/>
          </p:cNvSpPr>
          <p:nvPr/>
        </p:nvSpPr>
        <p:spPr>
          <a:xfrm>
            <a:off x="5790173" y="5319416"/>
            <a:ext cx="1112120"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Feedback Form &amp; AUR Automation </a:t>
            </a:r>
            <a:endParaRPr kumimoji="0" lang="en-US" sz="1000" b="0" i="0" u="none" strike="noStrike" kern="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84" name="TextBox 183">
            <a:extLst>
              <a:ext uri="{FF2B5EF4-FFF2-40B4-BE49-F238E27FC236}">
                <a16:creationId xmlns:a16="http://schemas.microsoft.com/office/drawing/2014/main" id="{D254FAD2-F781-4471-5CB0-1794F428C318}"/>
              </a:ext>
            </a:extLst>
          </p:cNvPr>
          <p:cNvSpPr txBox="1"/>
          <p:nvPr/>
        </p:nvSpPr>
        <p:spPr>
          <a:xfrm>
            <a:off x="7382150" y="4811171"/>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Jul’26</a:t>
            </a:r>
          </a:p>
        </p:txBody>
      </p:sp>
      <p:sp>
        <p:nvSpPr>
          <p:cNvPr id="185" name="Text Placeholder 105">
            <a:extLst>
              <a:ext uri="{FF2B5EF4-FFF2-40B4-BE49-F238E27FC236}">
                <a16:creationId xmlns:a16="http://schemas.microsoft.com/office/drawing/2014/main" id="{80D8B543-B186-6FFE-A955-8DA51435B23A}"/>
              </a:ext>
            </a:extLst>
          </p:cNvPr>
          <p:cNvSpPr txBox="1">
            <a:spLocks/>
          </p:cNvSpPr>
          <p:nvPr/>
        </p:nvSpPr>
        <p:spPr>
          <a:xfrm>
            <a:off x="3371713" y="5325740"/>
            <a:ext cx="814784" cy="648000"/>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 for </a:t>
            </a: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Adjust Potential cases</a:t>
            </a:r>
            <a:endPar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86" name="TextBox 185">
            <a:extLst>
              <a:ext uri="{FF2B5EF4-FFF2-40B4-BE49-F238E27FC236}">
                <a16:creationId xmlns:a16="http://schemas.microsoft.com/office/drawing/2014/main" id="{3A8212CC-D36D-E32E-C48A-1B79CCDD0068}"/>
              </a:ext>
            </a:extLst>
          </p:cNvPr>
          <p:cNvSpPr txBox="1"/>
          <p:nvPr/>
        </p:nvSpPr>
        <p:spPr>
          <a:xfrm>
            <a:off x="2398401" y="4816919"/>
            <a:ext cx="754621"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Nov’25</a:t>
            </a:r>
          </a:p>
        </p:txBody>
      </p:sp>
      <p:pic>
        <p:nvPicPr>
          <p:cNvPr id="188" name="Graphic 187" descr="Race Flag with solid fill">
            <a:extLst>
              <a:ext uri="{FF2B5EF4-FFF2-40B4-BE49-F238E27FC236}">
                <a16:creationId xmlns:a16="http://schemas.microsoft.com/office/drawing/2014/main" id="{E3E557E7-4168-F106-F63E-59EE2BF77E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8610" y="4480645"/>
            <a:ext cx="518762" cy="518762"/>
          </a:xfrm>
          <a:prstGeom prst="rect">
            <a:avLst/>
          </a:prstGeom>
        </p:spPr>
      </p:pic>
      <p:sp>
        <p:nvSpPr>
          <p:cNvPr id="6" name="Rectangle 5">
            <a:extLst>
              <a:ext uri="{FF2B5EF4-FFF2-40B4-BE49-F238E27FC236}">
                <a16:creationId xmlns:a16="http://schemas.microsoft.com/office/drawing/2014/main" id="{689314BA-69F9-0F7D-2AEC-A5CC13149014}"/>
              </a:ext>
            </a:extLst>
          </p:cNvPr>
          <p:cNvSpPr/>
          <p:nvPr/>
        </p:nvSpPr>
        <p:spPr>
          <a:xfrm>
            <a:off x="778094" y="5909768"/>
            <a:ext cx="76992" cy="61645"/>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7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0" name="Text Placeholder 105">
            <a:extLst>
              <a:ext uri="{FF2B5EF4-FFF2-40B4-BE49-F238E27FC236}">
                <a16:creationId xmlns:a16="http://schemas.microsoft.com/office/drawing/2014/main" id="{96D58D21-98DA-5C80-E438-F41195F6075B}"/>
              </a:ext>
            </a:extLst>
          </p:cNvPr>
          <p:cNvSpPr txBox="1">
            <a:spLocks/>
          </p:cNvSpPr>
          <p:nvPr/>
        </p:nvSpPr>
        <p:spPr>
          <a:xfrm>
            <a:off x="811029" y="5843893"/>
            <a:ext cx="960109" cy="24261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Live</a:t>
            </a:r>
          </a:p>
        </p:txBody>
      </p:sp>
      <p:sp>
        <p:nvSpPr>
          <p:cNvPr id="12" name="Rectangle 11">
            <a:extLst>
              <a:ext uri="{FF2B5EF4-FFF2-40B4-BE49-F238E27FC236}">
                <a16:creationId xmlns:a16="http://schemas.microsoft.com/office/drawing/2014/main" id="{4BAD4447-596C-5FEA-5329-9C1B198B9D71}"/>
              </a:ext>
            </a:extLst>
          </p:cNvPr>
          <p:cNvSpPr/>
          <p:nvPr/>
        </p:nvSpPr>
        <p:spPr>
          <a:xfrm>
            <a:off x="1163297" y="5909768"/>
            <a:ext cx="76992" cy="6164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7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5" name="Text Placeholder 105">
            <a:extLst>
              <a:ext uri="{FF2B5EF4-FFF2-40B4-BE49-F238E27FC236}">
                <a16:creationId xmlns:a16="http://schemas.microsoft.com/office/drawing/2014/main" id="{FB1A6B6C-6EB8-D695-29A6-18F954CFFE55}"/>
              </a:ext>
            </a:extLst>
          </p:cNvPr>
          <p:cNvSpPr txBox="1">
            <a:spLocks/>
          </p:cNvSpPr>
          <p:nvPr/>
        </p:nvSpPr>
        <p:spPr>
          <a:xfrm>
            <a:off x="1189958" y="5843893"/>
            <a:ext cx="960109" cy="24261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In Progress</a:t>
            </a:r>
          </a:p>
        </p:txBody>
      </p:sp>
      <p:sp>
        <p:nvSpPr>
          <p:cNvPr id="18" name="TextBox 17">
            <a:extLst>
              <a:ext uri="{FF2B5EF4-FFF2-40B4-BE49-F238E27FC236}">
                <a16:creationId xmlns:a16="http://schemas.microsoft.com/office/drawing/2014/main" id="{15006DEC-7A12-4C4F-8EA2-E013A982DBFE}"/>
              </a:ext>
            </a:extLst>
          </p:cNvPr>
          <p:cNvSpPr txBox="1"/>
          <p:nvPr/>
        </p:nvSpPr>
        <p:spPr>
          <a:xfrm>
            <a:off x="577229" y="566852"/>
            <a:ext cx="11182449" cy="41870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0" i="1" u="none" strike="noStrike" kern="1200" cap="none" spc="0" normalizeH="0" baseline="0" noProof="0">
                <a:ln>
                  <a:noFill/>
                </a:ln>
                <a:solidFill>
                  <a:srgbClr val="333333"/>
                </a:solidFill>
                <a:effectLst/>
                <a:uLnTx/>
                <a:uFillTx/>
                <a:latin typeface="FedEx Sans Regular"/>
                <a:ea typeface="+mn-ea"/>
                <a:cs typeface="+mn-cs"/>
              </a:rPr>
              <a:t>OPTIX is a Human-in-the-Loop AI tool designed to accelerate TP&amp;O case research by 1) consolidating data from multiple systems, 2) performing validation checks, and 3) recommending case resolutions. Once integrated with </a:t>
            </a:r>
            <a:r>
              <a:rPr kumimoji="0" lang="en-US" sz="1100" b="0" i="1" u="none" strike="noStrike" kern="1200" cap="none" spc="0" normalizeH="0" baseline="0" noProof="0" err="1">
                <a:ln>
                  <a:noFill/>
                </a:ln>
                <a:solidFill>
                  <a:srgbClr val="333333"/>
                </a:solidFill>
                <a:effectLst/>
                <a:uLnTx/>
                <a:uFillTx/>
                <a:latin typeface="FedEx Sans Regular"/>
                <a:ea typeface="+mn-ea"/>
                <a:cs typeface="+mn-cs"/>
              </a:rPr>
              <a:t>AgenticAI</a:t>
            </a:r>
            <a:r>
              <a:rPr kumimoji="0" lang="en-US" sz="1100" b="0" i="1" u="none" strike="noStrike" kern="1200" cap="none" spc="0" normalizeH="0" baseline="0" noProof="0">
                <a:ln>
                  <a:noFill/>
                </a:ln>
                <a:solidFill>
                  <a:srgbClr val="333333"/>
                </a:solidFill>
                <a:effectLst/>
                <a:uLnTx/>
                <a:uFillTx/>
                <a:latin typeface="FedEx Sans Regular"/>
                <a:ea typeface="+mn-ea"/>
                <a:cs typeface="+mn-cs"/>
              </a:rPr>
              <a:t> in iSell, Sales Reps can raise cases via the chatbot to get the required details updated in the systems.</a:t>
            </a:r>
          </a:p>
        </p:txBody>
      </p:sp>
      <p:sp>
        <p:nvSpPr>
          <p:cNvPr id="5" name="Rectangle 4">
            <a:extLst>
              <a:ext uri="{FF2B5EF4-FFF2-40B4-BE49-F238E27FC236}">
                <a16:creationId xmlns:a16="http://schemas.microsoft.com/office/drawing/2014/main" id="{047CD1BB-2159-5C54-D64B-6445B5E6E632}"/>
              </a:ext>
            </a:extLst>
          </p:cNvPr>
          <p:cNvSpPr/>
          <p:nvPr/>
        </p:nvSpPr>
        <p:spPr>
          <a:xfrm>
            <a:off x="9761731" y="4497841"/>
            <a:ext cx="1776321" cy="1519701"/>
          </a:xfrm>
          <a:prstGeom prst="rect">
            <a:avLst/>
          </a:prstGeom>
          <a:solidFill>
            <a:schemeClr val="bg1">
              <a:lumMod val="95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pic>
        <p:nvPicPr>
          <p:cNvPr id="22" name="Graphic 21" descr="Race Flag with solid fill">
            <a:extLst>
              <a:ext uri="{FF2B5EF4-FFF2-40B4-BE49-F238E27FC236}">
                <a16:creationId xmlns:a16="http://schemas.microsoft.com/office/drawing/2014/main" id="{4BE1D2CA-C1D3-5AB9-8014-4CC2A61A2A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44279" y="4644663"/>
            <a:ext cx="518762" cy="518762"/>
          </a:xfrm>
          <a:prstGeom prst="rect">
            <a:avLst/>
          </a:prstGeom>
        </p:spPr>
      </p:pic>
      <p:sp>
        <p:nvSpPr>
          <p:cNvPr id="27" name="TextBox 26">
            <a:extLst>
              <a:ext uri="{FF2B5EF4-FFF2-40B4-BE49-F238E27FC236}">
                <a16:creationId xmlns:a16="http://schemas.microsoft.com/office/drawing/2014/main" id="{14488621-30C9-6471-76B6-8D131947A916}"/>
              </a:ext>
            </a:extLst>
          </p:cNvPr>
          <p:cNvSpPr txBox="1"/>
          <p:nvPr/>
        </p:nvSpPr>
        <p:spPr>
          <a:xfrm>
            <a:off x="10340106" y="4785954"/>
            <a:ext cx="702059"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1" i="0" u="none" strike="noStrike" kern="1200" cap="none" spc="0" normalizeH="0" baseline="0" noProof="0">
                <a:ln>
                  <a:noFill/>
                </a:ln>
                <a:solidFill>
                  <a:srgbClr val="333333"/>
                </a:solidFill>
                <a:effectLst/>
                <a:uLnTx/>
                <a:uFillTx/>
                <a:latin typeface="FedEx Sans Regular"/>
                <a:ea typeface="+mn-ea"/>
                <a:cs typeface="+mn-cs"/>
              </a:rPr>
              <a:t>TBD</a:t>
            </a:r>
            <a:endPar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4" name="TextBox 13">
            <a:extLst>
              <a:ext uri="{FF2B5EF4-FFF2-40B4-BE49-F238E27FC236}">
                <a16:creationId xmlns:a16="http://schemas.microsoft.com/office/drawing/2014/main" id="{37E6507B-A9D1-F752-98E1-585CA97932DB}"/>
              </a:ext>
            </a:extLst>
          </p:cNvPr>
          <p:cNvSpPr txBox="1"/>
          <p:nvPr/>
        </p:nvSpPr>
        <p:spPr>
          <a:xfrm>
            <a:off x="9832959" y="5281989"/>
            <a:ext cx="15757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Zero-touch resolution </a:t>
            </a: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via iSell Chatbot with Human-in-the-Loop governance</a:t>
            </a:r>
          </a:p>
        </p:txBody>
      </p:sp>
      <p:sp>
        <p:nvSpPr>
          <p:cNvPr id="157" name="Text Placeholder 71">
            <a:extLst>
              <a:ext uri="{FF2B5EF4-FFF2-40B4-BE49-F238E27FC236}">
                <a16:creationId xmlns:a16="http://schemas.microsoft.com/office/drawing/2014/main" id="{B1DB892A-AD61-5322-C76E-146176C6FAEB}"/>
              </a:ext>
            </a:extLst>
          </p:cNvPr>
          <p:cNvSpPr txBox="1">
            <a:spLocks/>
          </p:cNvSpPr>
          <p:nvPr/>
        </p:nvSpPr>
        <p:spPr>
          <a:xfrm>
            <a:off x="580380" y="5181692"/>
            <a:ext cx="10957673" cy="45719"/>
          </a:xfrm>
          <a:prstGeom prst="rect">
            <a:avLst/>
          </a:prstGeom>
          <a:solidFill>
            <a:schemeClr val="bg1">
              <a:lumMod val="85000"/>
            </a:schemeClr>
          </a:solidFill>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1200"/>
              </a:spcAft>
              <a:buClrTx/>
              <a:buSzTx/>
              <a:buFont typeface="Arial" panose="020B0604020202020204" pitchFamily="34" charset="0"/>
              <a:buNone/>
              <a:tabLst/>
              <a:defRPr/>
            </a:pPr>
            <a:endParaRPr kumimoji="0" lang="en-US" sz="22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173" name="Isosceles Triangle 172">
            <a:extLst>
              <a:ext uri="{FF2B5EF4-FFF2-40B4-BE49-F238E27FC236}">
                <a16:creationId xmlns:a16="http://schemas.microsoft.com/office/drawing/2014/main" id="{570F8536-F337-2378-2A3A-BCA5AA1D8EF6}"/>
              </a:ext>
            </a:extLst>
          </p:cNvPr>
          <p:cNvSpPr/>
          <p:nvPr/>
        </p:nvSpPr>
        <p:spPr>
          <a:xfrm rot="5400000">
            <a:off x="7492154" y="5107034"/>
            <a:ext cx="253918" cy="190479"/>
          </a:xfrm>
          <a:prstGeom prst="triangl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83" name="Isosceles Triangle 182">
            <a:extLst>
              <a:ext uri="{FF2B5EF4-FFF2-40B4-BE49-F238E27FC236}">
                <a16:creationId xmlns:a16="http://schemas.microsoft.com/office/drawing/2014/main" id="{E80FF7E6-DD4E-B6BF-0799-E14B0C740184}"/>
              </a:ext>
            </a:extLst>
          </p:cNvPr>
          <p:cNvSpPr/>
          <p:nvPr/>
        </p:nvSpPr>
        <p:spPr>
          <a:xfrm rot="5400000">
            <a:off x="6140475" y="5112044"/>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77" name="Isosceles Triangle 176">
            <a:extLst>
              <a:ext uri="{FF2B5EF4-FFF2-40B4-BE49-F238E27FC236}">
                <a16:creationId xmlns:a16="http://schemas.microsoft.com/office/drawing/2014/main" id="{B9F12566-BE3E-A668-1CEC-6EBD7077BB48}"/>
              </a:ext>
            </a:extLst>
          </p:cNvPr>
          <p:cNvSpPr/>
          <p:nvPr/>
        </p:nvSpPr>
        <p:spPr>
          <a:xfrm rot="5400000">
            <a:off x="4788980" y="5118368"/>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76" name="Isosceles Triangle 175">
            <a:extLst>
              <a:ext uri="{FF2B5EF4-FFF2-40B4-BE49-F238E27FC236}">
                <a16:creationId xmlns:a16="http://schemas.microsoft.com/office/drawing/2014/main" id="{9887C38F-61A1-4283-B0B4-D7BE5E97BD3F}"/>
              </a:ext>
            </a:extLst>
          </p:cNvPr>
          <p:cNvSpPr/>
          <p:nvPr/>
        </p:nvSpPr>
        <p:spPr>
          <a:xfrm rot="5400000">
            <a:off x="3631705" y="5118368"/>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75" name="Isosceles Triangle 174">
            <a:extLst>
              <a:ext uri="{FF2B5EF4-FFF2-40B4-BE49-F238E27FC236}">
                <a16:creationId xmlns:a16="http://schemas.microsoft.com/office/drawing/2014/main" id="{8C041608-C74D-43AB-FB86-2533F87CB5AF}"/>
              </a:ext>
            </a:extLst>
          </p:cNvPr>
          <p:cNvSpPr/>
          <p:nvPr/>
        </p:nvSpPr>
        <p:spPr>
          <a:xfrm rot="5400000">
            <a:off x="1317155" y="5118368"/>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87" name="Isosceles Triangle 186">
            <a:extLst>
              <a:ext uri="{FF2B5EF4-FFF2-40B4-BE49-F238E27FC236}">
                <a16:creationId xmlns:a16="http://schemas.microsoft.com/office/drawing/2014/main" id="{6803627B-8E29-9D8B-E82D-EC50EEE688B1}"/>
              </a:ext>
            </a:extLst>
          </p:cNvPr>
          <p:cNvSpPr/>
          <p:nvPr/>
        </p:nvSpPr>
        <p:spPr>
          <a:xfrm rot="5400000">
            <a:off x="2474430" y="5118368"/>
            <a:ext cx="253918" cy="190479"/>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13" name="TextBox 12">
            <a:extLst>
              <a:ext uri="{FF2B5EF4-FFF2-40B4-BE49-F238E27FC236}">
                <a16:creationId xmlns:a16="http://schemas.microsoft.com/office/drawing/2014/main" id="{B19A25A5-67D4-92D2-2076-EAB61250F772}"/>
              </a:ext>
            </a:extLst>
          </p:cNvPr>
          <p:cNvSpPr txBox="1"/>
          <p:nvPr/>
        </p:nvSpPr>
        <p:spPr>
          <a:xfrm>
            <a:off x="8612801" y="5301967"/>
            <a:ext cx="1203357"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Integrate </a:t>
            </a:r>
            <a:r>
              <a:rPr kumimoji="0" lang="en-US" sz="10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Gemini API</a:t>
            </a:r>
            <a:r>
              <a:rPr kumimoji="0" lang="en-US" sz="10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 into OPTIX code</a:t>
            </a:r>
          </a:p>
        </p:txBody>
      </p:sp>
      <p:sp>
        <p:nvSpPr>
          <p:cNvPr id="28" name="Isosceles Triangle 27">
            <a:extLst>
              <a:ext uri="{FF2B5EF4-FFF2-40B4-BE49-F238E27FC236}">
                <a16:creationId xmlns:a16="http://schemas.microsoft.com/office/drawing/2014/main" id="{E3606AA9-7ABA-3F9D-79E5-419BB28483B7}"/>
              </a:ext>
            </a:extLst>
          </p:cNvPr>
          <p:cNvSpPr/>
          <p:nvPr/>
        </p:nvSpPr>
        <p:spPr>
          <a:xfrm rot="5400000">
            <a:off x="10378916" y="5097217"/>
            <a:ext cx="253918" cy="19047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31" name="Isosceles Triangle 30">
            <a:extLst>
              <a:ext uri="{FF2B5EF4-FFF2-40B4-BE49-F238E27FC236}">
                <a16:creationId xmlns:a16="http://schemas.microsoft.com/office/drawing/2014/main" id="{92436D56-D2C7-2377-E5BC-C028BBA8776B}"/>
              </a:ext>
            </a:extLst>
          </p:cNvPr>
          <p:cNvSpPr/>
          <p:nvPr/>
        </p:nvSpPr>
        <p:spPr>
          <a:xfrm rot="5400000">
            <a:off x="8863968" y="5103542"/>
            <a:ext cx="253918" cy="190479"/>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60" name="TextBox 59">
            <a:extLst>
              <a:ext uri="{FF2B5EF4-FFF2-40B4-BE49-F238E27FC236}">
                <a16:creationId xmlns:a16="http://schemas.microsoft.com/office/drawing/2014/main" id="{C9B73ED5-3360-6985-2A8D-BD8FDB40F233}"/>
              </a:ext>
            </a:extLst>
          </p:cNvPr>
          <p:cNvSpPr txBox="1"/>
          <p:nvPr/>
        </p:nvSpPr>
        <p:spPr>
          <a:xfrm>
            <a:off x="8776787" y="4823675"/>
            <a:ext cx="702059" cy="198644"/>
          </a:xfrm>
          <a:prstGeom prst="rect">
            <a:avLst/>
          </a:prstGeom>
          <a:noFill/>
        </p:spPr>
        <p:txBody>
          <a:bodyPr wrap="square" lIns="0" tIns="0" rIns="0" bIns="0"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100" b="1" i="0" u="none" strike="noStrike" kern="1200" cap="none" spc="0" normalizeH="0" baseline="0" noProof="0">
                <a:ln>
                  <a:noFill/>
                </a:ln>
                <a:solidFill>
                  <a:srgbClr val="333333"/>
                </a:solidFill>
                <a:effectLst/>
                <a:uLnTx/>
                <a:uFillTx/>
                <a:latin typeface="FedEx Sans Regular"/>
                <a:ea typeface="+mn-ea"/>
                <a:cs typeface="+mn-cs"/>
              </a:rPr>
              <a:t>TBD</a:t>
            </a:r>
            <a:endParaRPr kumimoji="0" lang="en-US" sz="1100" b="1"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62" name="Rectangle 61">
            <a:extLst>
              <a:ext uri="{FF2B5EF4-FFF2-40B4-BE49-F238E27FC236}">
                <a16:creationId xmlns:a16="http://schemas.microsoft.com/office/drawing/2014/main" id="{E4B02FDC-A702-751A-BFE4-97FB388A9DB2}"/>
              </a:ext>
            </a:extLst>
          </p:cNvPr>
          <p:cNvSpPr/>
          <p:nvPr/>
        </p:nvSpPr>
        <p:spPr>
          <a:xfrm>
            <a:off x="1873187" y="5909768"/>
            <a:ext cx="76992" cy="616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700" b="0" i="0" u="none" strike="noStrike" kern="1200" cap="none" spc="0" normalizeH="0" baseline="0" noProof="0">
              <a:ln>
                <a:noFill/>
              </a:ln>
              <a:solidFill>
                <a:prstClr val="white"/>
              </a:solidFill>
              <a:effectLst/>
              <a:uLnTx/>
              <a:uFillTx/>
              <a:latin typeface="FedEx Sans Regular"/>
              <a:ea typeface="+mn-ea"/>
              <a:cs typeface="+mn-cs"/>
            </a:endParaRPr>
          </a:p>
        </p:txBody>
      </p:sp>
      <p:sp>
        <p:nvSpPr>
          <p:cNvPr id="63" name="Text Placeholder 105">
            <a:extLst>
              <a:ext uri="{FF2B5EF4-FFF2-40B4-BE49-F238E27FC236}">
                <a16:creationId xmlns:a16="http://schemas.microsoft.com/office/drawing/2014/main" id="{2CE29D24-7526-73A9-4161-244AAA6D48A0}"/>
              </a:ext>
            </a:extLst>
          </p:cNvPr>
          <p:cNvSpPr txBox="1">
            <a:spLocks/>
          </p:cNvSpPr>
          <p:nvPr/>
        </p:nvSpPr>
        <p:spPr>
          <a:xfrm>
            <a:off x="1917286" y="5841372"/>
            <a:ext cx="960109" cy="242618"/>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700" b="0" i="0" u="none" strike="noStrike" kern="1200" cap="none" spc="0" normalizeH="0" baseline="0" noProof="0">
                <a:ln>
                  <a:noFill/>
                </a:ln>
                <a:solidFill>
                  <a:srgbClr val="333333"/>
                </a:solidFill>
                <a:effectLst/>
                <a:uLnTx/>
                <a:uFillTx/>
                <a:latin typeface="FedEx Sans" panose="020B0603020203020204" pitchFamily="34" charset="0"/>
                <a:ea typeface="FedEx Sans" panose="020B0603020203020204" pitchFamily="34" charset="0"/>
                <a:cs typeface="FedEx Sans" panose="020B0603020203020204" pitchFamily="34" charset="0"/>
              </a:rPr>
              <a:t>Not Started</a:t>
            </a:r>
          </a:p>
        </p:txBody>
      </p:sp>
      <p:grpSp>
        <p:nvGrpSpPr>
          <p:cNvPr id="131" name="Group 130">
            <a:extLst>
              <a:ext uri="{FF2B5EF4-FFF2-40B4-BE49-F238E27FC236}">
                <a16:creationId xmlns:a16="http://schemas.microsoft.com/office/drawing/2014/main" id="{3ACF6DD9-AFC0-AB83-136A-1B999707131F}"/>
              </a:ext>
            </a:extLst>
          </p:cNvPr>
          <p:cNvGrpSpPr/>
          <p:nvPr/>
        </p:nvGrpSpPr>
        <p:grpSpPr>
          <a:xfrm>
            <a:off x="610854" y="1211063"/>
            <a:ext cx="2736000" cy="3236469"/>
            <a:chOff x="8872440" y="1672166"/>
            <a:chExt cx="2736000" cy="1435383"/>
          </a:xfrm>
        </p:grpSpPr>
        <p:grpSp>
          <p:nvGrpSpPr>
            <p:cNvPr id="132" name="Group 131">
              <a:extLst>
                <a:ext uri="{FF2B5EF4-FFF2-40B4-BE49-F238E27FC236}">
                  <a16:creationId xmlns:a16="http://schemas.microsoft.com/office/drawing/2014/main" id="{C64F6999-925D-03DA-E440-BDC41DC29186}"/>
                </a:ext>
              </a:extLst>
            </p:cNvPr>
            <p:cNvGrpSpPr/>
            <p:nvPr/>
          </p:nvGrpSpPr>
          <p:grpSpPr>
            <a:xfrm>
              <a:off x="8872440" y="1686502"/>
              <a:ext cx="2736000" cy="1421047"/>
              <a:chOff x="9550237" y="1512310"/>
              <a:chExt cx="2598598" cy="1382545"/>
            </a:xfrm>
          </p:grpSpPr>
          <p:sp>
            <p:nvSpPr>
              <p:cNvPr id="134" name="Rectangle : coins arrondis 10">
                <a:extLst>
                  <a:ext uri="{FF2B5EF4-FFF2-40B4-BE49-F238E27FC236}">
                    <a16:creationId xmlns:a16="http://schemas.microsoft.com/office/drawing/2014/main" id="{03127F4D-A363-2DE1-A5C8-60453ED8C834}"/>
                  </a:ext>
                </a:extLst>
              </p:cNvPr>
              <p:cNvSpPr/>
              <p:nvPr/>
            </p:nvSpPr>
            <p:spPr>
              <a:xfrm rot="10800000" flipV="1">
                <a:off x="9550238" y="1512372"/>
                <a:ext cx="2598597"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~51% of TP&amp;O cases (≈2538/month) </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in Prospecting &amp; Potential categories require analysts to navigate 3+ enterprise systems (Atlantis, </a:t>
                </a:r>
                <a:r>
                  <a:rPr kumimoji="0" lang="en-US" sz="1000" b="0" i="0" u="none" strike="noStrike" kern="0" cap="none" spc="0" normalizeH="0" baseline="0" noProof="0" err="1">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iSell</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CHT)</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Manual processing time: </a:t>
                </a: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5–8 minutes per case </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response time directly tied to volume, creating SLA risk</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Manual form filling and case comments </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increases probability of data entry errors </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Analyst capacity consumed by </a:t>
                </a: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repetitive, rule-based tasks </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limiting bandwidth for complex, judgment-intensive cases.</a:t>
                </a:r>
              </a:p>
            </p:txBody>
          </p:sp>
          <p:sp>
            <p:nvSpPr>
              <p:cNvPr id="135" name="Rectangle : avec coins arrondis en haut 12">
                <a:extLst>
                  <a:ext uri="{FF2B5EF4-FFF2-40B4-BE49-F238E27FC236}">
                    <a16:creationId xmlns:a16="http://schemas.microsoft.com/office/drawing/2014/main" id="{C0CA572F-2030-C0FD-C30B-F5AAB67E8AB7}"/>
                  </a:ext>
                </a:extLst>
              </p:cNvPr>
              <p:cNvSpPr/>
              <p:nvPr/>
            </p:nvSpPr>
            <p:spPr>
              <a:xfrm rot="10800000" flipH="1" flipV="1">
                <a:off x="9550237" y="1512310"/>
                <a:ext cx="2594648"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IN" sz="1600" b="0" i="0" u="none" strike="noStrike" kern="0" cap="none" spc="0" normalizeH="0" baseline="0" noProof="0">
                  <a:ln>
                    <a:noFill/>
                  </a:ln>
                  <a:solidFill>
                    <a:prstClr val="white"/>
                  </a:solidFill>
                  <a:effectLst/>
                  <a:uLnTx/>
                  <a:uFillTx/>
                  <a:latin typeface="FedEx Sans Regular"/>
                  <a:ea typeface="FedEx Sans Light" panose="020B0403020203020204" pitchFamily="34" charset="0"/>
                  <a:cs typeface="FedEx Sans Light" panose="020B0403020203020204" pitchFamily="34" charset="0"/>
                </a:endParaRPr>
              </a:p>
            </p:txBody>
          </p:sp>
        </p:grpSp>
        <p:sp>
          <p:nvSpPr>
            <p:cNvPr id="133" name="Text 10">
              <a:extLst>
                <a:ext uri="{FF2B5EF4-FFF2-40B4-BE49-F238E27FC236}">
                  <a16:creationId xmlns:a16="http://schemas.microsoft.com/office/drawing/2014/main" id="{820A82E0-93BA-3DBF-FDD9-8DC280BD8FFE}"/>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Problem</a:t>
              </a:r>
              <a:r>
                <a:rPr kumimoji="0" lang="en-US" sz="1400" b="1" i="0" u="none" strike="noStrike" kern="1200" cap="none" spc="0" normalizeH="0" baseline="0" noProof="0">
                  <a:ln>
                    <a:noFill/>
                  </a:ln>
                  <a:solidFill>
                    <a:prstClr val="white"/>
                  </a:solidFill>
                  <a:effectLst/>
                  <a:uLnTx/>
                  <a:uFillTx/>
                  <a:latin typeface="FedEx Sans Regular"/>
                  <a:ea typeface="+mn-ea"/>
                  <a:cs typeface="+mn-cs"/>
                </a:rPr>
                <a:t> </a:t>
              </a: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Statement</a:t>
              </a:r>
            </a:p>
          </p:txBody>
        </p:sp>
      </p:grpSp>
      <p:pic>
        <p:nvPicPr>
          <p:cNvPr id="147" name="Graphic 146" descr="Magnifying glass with solid fill">
            <a:extLst>
              <a:ext uri="{FF2B5EF4-FFF2-40B4-BE49-F238E27FC236}">
                <a16:creationId xmlns:a16="http://schemas.microsoft.com/office/drawing/2014/main" id="{6C1048EA-4F34-BC33-7348-5BCE213786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8252" y="1306281"/>
            <a:ext cx="288000" cy="288000"/>
          </a:xfrm>
          <a:prstGeom prst="rect">
            <a:avLst/>
          </a:prstGeom>
        </p:spPr>
      </p:pic>
      <p:pic>
        <p:nvPicPr>
          <p:cNvPr id="145" name="Graphic 144" descr="Puzzle pieces with solid fill">
            <a:extLst>
              <a:ext uri="{FF2B5EF4-FFF2-40B4-BE49-F238E27FC236}">
                <a16:creationId xmlns:a16="http://schemas.microsoft.com/office/drawing/2014/main" id="{034673AD-26AC-3BEF-FF0D-101A972DBA2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673570" y="1309271"/>
            <a:ext cx="288000" cy="288000"/>
          </a:xfrm>
          <a:prstGeom prst="rect">
            <a:avLst/>
          </a:prstGeom>
        </p:spPr>
      </p:pic>
      <p:sp>
        <p:nvSpPr>
          <p:cNvPr id="128" name="TextBox 127">
            <a:extLst>
              <a:ext uri="{FF2B5EF4-FFF2-40B4-BE49-F238E27FC236}">
                <a16:creationId xmlns:a16="http://schemas.microsoft.com/office/drawing/2014/main" id="{978419DF-B577-EFB7-B576-9AE8753CD2A7}"/>
              </a:ext>
            </a:extLst>
          </p:cNvPr>
          <p:cNvSpPr txBox="1"/>
          <p:nvPr/>
        </p:nvSpPr>
        <p:spPr>
          <a:xfrm>
            <a:off x="3446751" y="1703784"/>
            <a:ext cx="2731840" cy="2631490"/>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333333"/>
                </a:solidFill>
                <a:effectLst/>
                <a:uLnTx/>
                <a:uFillTx/>
                <a:latin typeface="FedEx Sans Regular"/>
                <a:ea typeface="+mn-ea"/>
                <a:cs typeface="+mn-cs"/>
              </a:rPr>
              <a:t>Multi-Source Data Ingestion</a:t>
            </a:r>
            <a:r>
              <a:rPr kumimoji="0" lang="en-US" sz="1000" b="0" i="0" u="none" strike="noStrike" kern="1200" cap="none" spc="0" normalizeH="0" baseline="0" noProof="0">
                <a:ln>
                  <a:noFill/>
                </a:ln>
                <a:solidFill>
                  <a:srgbClr val="333333"/>
                </a:solidFill>
                <a:effectLst/>
                <a:uLnTx/>
                <a:uFillTx/>
                <a:latin typeface="FedEx Sans Regular"/>
                <a:ea typeface="+mn-ea"/>
                <a:cs typeface="+mn-cs"/>
              </a:rPr>
              <a:t>: Automated the consolidation of live case data from iSell, Atlantis, and CHT.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333333"/>
                </a:solidFill>
                <a:effectLst/>
                <a:uLnTx/>
                <a:uFillTx/>
                <a:latin typeface="FedEx Sans Regular"/>
                <a:ea typeface="+mn-ea"/>
                <a:cs typeface="+mn-cs"/>
              </a:rPr>
              <a:t>Automated Parsing &amp; Validation</a:t>
            </a:r>
            <a:r>
              <a:rPr kumimoji="0" lang="en-US" sz="1000" b="0" i="0" u="none" strike="noStrike" kern="1200" cap="none" spc="0" normalizeH="0" baseline="0" noProof="0">
                <a:ln>
                  <a:noFill/>
                </a:ln>
                <a:solidFill>
                  <a:srgbClr val="333333"/>
                </a:solidFill>
                <a:effectLst/>
                <a:uLnTx/>
                <a:uFillTx/>
                <a:latin typeface="FedEx Sans Regular"/>
                <a:ea typeface="+mn-ea"/>
                <a:cs typeface="+mn-cs"/>
              </a:rPr>
              <a:t>: Built validation protocols to identify active cases, categorize requests, and ensure data hygiene pre-processing.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333333"/>
                </a:solidFill>
                <a:effectLst/>
                <a:uLnTx/>
                <a:uFillTx/>
                <a:latin typeface="FedEx Sans Regular"/>
                <a:ea typeface="+mn-ea"/>
                <a:cs typeface="+mn-cs"/>
              </a:rPr>
              <a:t>Rules based engine</a:t>
            </a:r>
            <a:r>
              <a:rPr kumimoji="0" lang="en-US" sz="1000" b="0" i="0" u="none" strike="noStrike" kern="1200" cap="none" spc="0" normalizeH="0" baseline="0" noProof="0">
                <a:ln>
                  <a:noFill/>
                </a:ln>
                <a:solidFill>
                  <a:srgbClr val="333333"/>
                </a:solidFill>
                <a:effectLst/>
                <a:uLnTx/>
                <a:uFillTx/>
                <a:latin typeface="FedEx Sans Regular"/>
                <a:ea typeface="+mn-ea"/>
                <a:cs typeface="+mn-cs"/>
              </a:rPr>
              <a:t>: Applied predefined business logic using python to determine correct resolutions.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333333"/>
                </a:solidFill>
                <a:effectLst/>
                <a:uLnTx/>
                <a:uFillTx/>
                <a:latin typeface="FedEx Sans Regular"/>
                <a:ea typeface="+mn-ea"/>
                <a:cs typeface="+mn-cs"/>
              </a:rPr>
              <a:t>Automated Output Workflows</a:t>
            </a:r>
            <a:r>
              <a:rPr kumimoji="0" lang="en-US" sz="1000" b="0" i="0" u="none" strike="noStrike" kern="1200" cap="none" spc="0" normalizeH="0" baseline="0" noProof="0">
                <a:ln>
                  <a:noFill/>
                </a:ln>
                <a:solidFill>
                  <a:srgbClr val="333333"/>
                </a:solidFill>
                <a:effectLst/>
                <a:uLnTx/>
                <a:uFillTx/>
                <a:latin typeface="FedEx Sans Regular"/>
                <a:ea typeface="+mn-ea"/>
                <a:cs typeface="+mn-cs"/>
              </a:rPr>
              <a:t>: Auto-generated final resolutions and CSV files (Sales Feedback &amp; AUR) to close the resolution loop.</a:t>
            </a:r>
          </a:p>
        </p:txBody>
      </p:sp>
      <p:grpSp>
        <p:nvGrpSpPr>
          <p:cNvPr id="148" name="Group 147">
            <a:extLst>
              <a:ext uri="{FF2B5EF4-FFF2-40B4-BE49-F238E27FC236}">
                <a16:creationId xmlns:a16="http://schemas.microsoft.com/office/drawing/2014/main" id="{1F3D95C5-11C3-C24A-253B-F219CE7D0858}"/>
              </a:ext>
            </a:extLst>
          </p:cNvPr>
          <p:cNvGrpSpPr/>
          <p:nvPr/>
        </p:nvGrpSpPr>
        <p:grpSpPr>
          <a:xfrm>
            <a:off x="6276500" y="430904"/>
            <a:ext cx="8668240" cy="3204000"/>
            <a:chOff x="8872440" y="1322672"/>
            <a:chExt cx="8668240" cy="1420983"/>
          </a:xfrm>
        </p:grpSpPr>
        <p:grpSp>
          <p:nvGrpSpPr>
            <p:cNvPr id="150" name="Group 149">
              <a:extLst>
                <a:ext uri="{FF2B5EF4-FFF2-40B4-BE49-F238E27FC236}">
                  <a16:creationId xmlns:a16="http://schemas.microsoft.com/office/drawing/2014/main" id="{A813043D-119F-C960-4FF2-742A3DF2E1C5}"/>
                </a:ext>
              </a:extLst>
            </p:cNvPr>
            <p:cNvGrpSpPr/>
            <p:nvPr/>
          </p:nvGrpSpPr>
          <p:grpSpPr>
            <a:xfrm>
              <a:off x="8872440" y="1322672"/>
              <a:ext cx="8668240" cy="1420983"/>
              <a:chOff x="9550237" y="1158338"/>
              <a:chExt cx="8232921" cy="1382483"/>
            </a:xfrm>
          </p:grpSpPr>
          <p:sp>
            <p:nvSpPr>
              <p:cNvPr id="152" name="Rectangle : coins arrondis 10">
                <a:extLst>
                  <a:ext uri="{FF2B5EF4-FFF2-40B4-BE49-F238E27FC236}">
                    <a16:creationId xmlns:a16="http://schemas.microsoft.com/office/drawing/2014/main" id="{3FA7E31A-60DC-8109-7A44-9EAB5B10B447}"/>
                  </a:ext>
                </a:extLst>
              </p:cNvPr>
              <p:cNvSpPr/>
              <p:nvPr/>
            </p:nvSpPr>
            <p:spPr>
              <a:xfrm rot="10800000" flipV="1">
                <a:off x="15184561" y="1158338"/>
                <a:ext cx="2598597"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rtlCol="0" anchor="t"/>
              <a:lstStyle/>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(95%) All case categories </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covered in TP&amp;O </a:t>
                </a:r>
                <a:r>
                  <a:rPr kumimoji="0" lang="en-US" sz="1000" b="0" i="0" u="none" strike="noStrike" kern="0" cap="none" spc="0" normalizeH="0" baseline="0" noProof="0" err="1">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CoE</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scope are now</a:t>
                </a: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live</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Feedback form process owning &amp; optimization – </a:t>
                </a: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in progress</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team is coordinating with US stakeholder – Ashwini </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Agents of Change – </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Further building Agentic AI use case that will  utilize </a:t>
                </a:r>
                <a:r>
                  <a:rPr kumimoji="0" lang="en-US" sz="1000" b="0" i="0" u="none" strike="noStrike" kern="0" cap="none" spc="0" normalizeH="0" baseline="0" noProof="0" err="1">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optix</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logic to enable zero touch resolution, case process flow documentation </a:t>
                </a: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completed</a:t>
                </a:r>
              </a:p>
              <a:p>
                <a:pPr marL="171450" marR="0" lvl="0" indent="-171450" algn="l" defTabSz="914400"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End to end approval?</a:t>
                </a:r>
              </a:p>
              <a:p>
                <a:pPr marL="0" marR="0" lvl="0" indent="0" algn="l" defTabSz="914400" rtl="0" eaLnBrk="1" fontAlgn="auto" latinLnBrk="0" hangingPunct="1">
                  <a:lnSpc>
                    <a:spcPct val="100000"/>
                  </a:lnSpc>
                  <a:spcBef>
                    <a:spcPts val="0"/>
                  </a:spcBef>
                  <a:spcAft>
                    <a:spcPts val="600"/>
                  </a:spcAft>
                  <a:buClrTx/>
                  <a:buSzPct val="100000"/>
                  <a:buFontTx/>
                  <a:buNone/>
                  <a:tabLst/>
                  <a:defRPr/>
                </a:pPr>
                <a:endPar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53" name="Rectangle : avec coins arrondis en haut 12">
                <a:extLst>
                  <a:ext uri="{FF2B5EF4-FFF2-40B4-BE49-F238E27FC236}">
                    <a16:creationId xmlns:a16="http://schemas.microsoft.com/office/drawing/2014/main" id="{F0B2F94C-425E-CD49-F150-23C5051BE6C8}"/>
                  </a:ext>
                </a:extLst>
              </p:cNvPr>
              <p:cNvSpPr/>
              <p:nvPr/>
            </p:nvSpPr>
            <p:spPr>
              <a:xfrm rot="10800000" flipH="1" flipV="1">
                <a:off x="9550237" y="1512310"/>
                <a:ext cx="2594648"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highlight>
                      <a:srgbClr val="FFFF00"/>
                    </a:highlight>
                    <a:uLnTx/>
                    <a:uFillTx/>
                    <a:latin typeface="FedEx Sans Regular"/>
                    <a:ea typeface="Calibri" pitchFamily="34" charset="-122"/>
                    <a:cs typeface="Calibri" pitchFamily="34" charset="-120"/>
                  </a:rPr>
                  <a:t>Last Meeting – 18</a:t>
                </a:r>
                <a:r>
                  <a:rPr kumimoji="0" lang="en-US" sz="1400" b="1" i="0" u="none" strike="noStrike" kern="1200" cap="none" spc="0" normalizeH="0" baseline="30000" noProof="0">
                    <a:ln>
                      <a:noFill/>
                    </a:ln>
                    <a:solidFill>
                      <a:prstClr val="white"/>
                    </a:solidFill>
                    <a:effectLst/>
                    <a:highlight>
                      <a:srgbClr val="FFFF00"/>
                    </a:highlight>
                    <a:uLnTx/>
                    <a:uFillTx/>
                    <a:latin typeface="FedEx Sans Regular"/>
                    <a:ea typeface="Calibri" pitchFamily="34" charset="-122"/>
                    <a:cs typeface="Calibri" pitchFamily="34" charset="-120"/>
                  </a:rPr>
                  <a:t>th</a:t>
                </a:r>
                <a:r>
                  <a:rPr kumimoji="0" lang="en-US" sz="1400" b="1" i="0" u="none" strike="noStrike" kern="1200" cap="none" spc="0" normalizeH="0" baseline="0" noProof="0">
                    <a:ln>
                      <a:noFill/>
                    </a:ln>
                    <a:solidFill>
                      <a:prstClr val="white"/>
                    </a:solidFill>
                    <a:effectLst/>
                    <a:highlight>
                      <a:srgbClr val="FFFF00"/>
                    </a:highlight>
                    <a:uLnTx/>
                    <a:uFillTx/>
                    <a:latin typeface="FedEx Sans Regular"/>
                    <a:ea typeface="Calibri" pitchFamily="34" charset="-122"/>
                    <a:cs typeface="Calibri" pitchFamily="34" charset="-120"/>
                  </a:rPr>
                  <a:t> Mar</a:t>
                </a:r>
                <a:endParaRPr kumimoji="0" lang="en-IN" sz="1400" b="1" i="0" u="none" strike="noStrike" kern="1200" cap="none" spc="0" normalizeH="0" baseline="0" noProof="0">
                  <a:ln>
                    <a:noFill/>
                  </a:ln>
                  <a:solidFill>
                    <a:prstClr val="white"/>
                  </a:solidFill>
                  <a:effectLst/>
                  <a:highlight>
                    <a:srgbClr val="FFFF00"/>
                  </a:highlight>
                  <a:uLnTx/>
                  <a:uFillTx/>
                  <a:latin typeface="FedEx Sans Regular"/>
                  <a:ea typeface="Calibri" pitchFamily="34" charset="-122"/>
                  <a:cs typeface="Calibri" pitchFamily="34" charset="-120"/>
                </a:endParaRPr>
              </a:p>
            </p:txBody>
          </p:sp>
        </p:grpSp>
        <p:sp>
          <p:nvSpPr>
            <p:cNvPr id="151" name="Text 10">
              <a:extLst>
                <a:ext uri="{FF2B5EF4-FFF2-40B4-BE49-F238E27FC236}">
                  <a16:creationId xmlns:a16="http://schemas.microsoft.com/office/drawing/2014/main" id="{46F99900-A0C9-5E08-BF9A-388E0B6ECB72}"/>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grpSp>
        <p:nvGrpSpPr>
          <p:cNvPr id="155" name="Group 154">
            <a:extLst>
              <a:ext uri="{FF2B5EF4-FFF2-40B4-BE49-F238E27FC236}">
                <a16:creationId xmlns:a16="http://schemas.microsoft.com/office/drawing/2014/main" id="{929A2961-602B-6101-9369-916C4CC921B2}"/>
              </a:ext>
            </a:extLst>
          </p:cNvPr>
          <p:cNvGrpSpPr/>
          <p:nvPr/>
        </p:nvGrpSpPr>
        <p:grpSpPr>
          <a:xfrm>
            <a:off x="9108235" y="1198740"/>
            <a:ext cx="2379944" cy="3236469"/>
            <a:chOff x="8872437" y="1672166"/>
            <a:chExt cx="2965698" cy="1435383"/>
          </a:xfrm>
        </p:grpSpPr>
        <p:grpSp>
          <p:nvGrpSpPr>
            <p:cNvPr id="156" name="Group 155">
              <a:extLst>
                <a:ext uri="{FF2B5EF4-FFF2-40B4-BE49-F238E27FC236}">
                  <a16:creationId xmlns:a16="http://schemas.microsoft.com/office/drawing/2014/main" id="{C76E5901-7953-A510-835A-39F1E95BEAB1}"/>
                </a:ext>
              </a:extLst>
            </p:cNvPr>
            <p:cNvGrpSpPr/>
            <p:nvPr/>
          </p:nvGrpSpPr>
          <p:grpSpPr>
            <a:xfrm>
              <a:off x="8872437" y="1686502"/>
              <a:ext cx="2965698" cy="1421047"/>
              <a:chOff x="9550236" y="1512310"/>
              <a:chExt cx="2816761" cy="1382545"/>
            </a:xfrm>
          </p:grpSpPr>
          <p:sp>
            <p:nvSpPr>
              <p:cNvPr id="164" name="Rectangle : coins arrondis 10">
                <a:extLst>
                  <a:ext uri="{FF2B5EF4-FFF2-40B4-BE49-F238E27FC236}">
                    <a16:creationId xmlns:a16="http://schemas.microsoft.com/office/drawing/2014/main" id="{9BAE9EE2-F875-8D3D-EB17-AC42098D7FA7}"/>
                  </a:ext>
                </a:extLst>
              </p:cNvPr>
              <p:cNvSpPr/>
              <p:nvPr/>
            </p:nvSpPr>
            <p:spPr>
              <a:xfrm rot="10800000" flipV="1">
                <a:off x="9550236" y="1512372"/>
                <a:ext cx="2816761" cy="1382483"/>
              </a:xfrm>
              <a:prstGeom prst="roundRect">
                <a:avLst>
                  <a:gd name="adj" fmla="val 9095"/>
                </a:avLst>
              </a:prstGeom>
              <a:solidFill>
                <a:schemeClr val="bg1"/>
              </a:solidFill>
              <a:ln>
                <a:solidFill>
                  <a:srgbClr val="D9D9D9"/>
                </a:solidFill>
              </a:ln>
              <a:effectLst/>
            </p:spPr>
            <p:style>
              <a:lnRef idx="2">
                <a:schemeClr val="accent1">
                  <a:shade val="50000"/>
                </a:schemeClr>
              </a:lnRef>
              <a:fillRef idx="1">
                <a:schemeClr val="accent1"/>
              </a:fillRef>
              <a:effectRef idx="0">
                <a:schemeClr val="accent1"/>
              </a:effectRef>
              <a:fontRef idx="minor">
                <a:schemeClr val="lt1"/>
              </a:fontRef>
            </p:style>
            <p:txBody>
              <a:bodyPr tIns="432000" bIns="576000" rtlCol="0" anchor="t"/>
              <a:lstStyle/>
              <a:p>
                <a:pPr marL="228600" marR="0" lvl="0" indent="-228600" algn="l" defTabSz="914400" rtl="0" eaLnBrk="1" fontAlgn="auto" latinLnBrk="0" hangingPunct="1">
                  <a:lnSpc>
                    <a:spcPct val="100000"/>
                  </a:lnSpc>
                  <a:spcBef>
                    <a:spcPts val="0"/>
                  </a:spcBef>
                  <a:spcAft>
                    <a:spcPts val="600"/>
                  </a:spcAft>
                  <a:buClrTx/>
                  <a:buSzPct val="100000"/>
                  <a:buFont typeface="+mj-lt"/>
                  <a:buAutoNum type="arabicPeriod"/>
                  <a:tabLst/>
                  <a:defRPr/>
                </a:pP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Demo - </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Mark Colombo – </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As part of GSO AI Use case ( 4</a:t>
                </a:r>
                <a:r>
                  <a:rPr kumimoji="0" lang="en-US" sz="1000" b="0" i="0" u="none" strike="noStrike" kern="0" cap="none" spc="0" normalizeH="0" baseline="3000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th</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Jun)</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Chris Nicholas – </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As part of GSO AI Use case ( 7</a:t>
                </a:r>
                <a:r>
                  <a:rPr kumimoji="0" lang="en-US" sz="1000" b="0" i="0" u="none" strike="noStrike" kern="0" cap="none" spc="0" normalizeH="0" baseline="3000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th</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May), further suggested </a:t>
                </a:r>
                <a:r>
                  <a:rPr kumimoji="0" lang="en-US" sz="1000" b="0" i="0" u="none" strike="noStrike" kern="0" cap="none" spc="0" normalizeH="0" baseline="0" noProof="0" err="1">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iSell</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API integration for real time data – in progress</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Managers (Mariano) </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29</a:t>
                </a:r>
                <a:r>
                  <a:rPr kumimoji="0" lang="en-US" sz="1000" b="0" i="0" u="none" strike="noStrike" kern="0" cap="none" spc="0" normalizeH="0" baseline="3000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th</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Jun</a:t>
                </a:r>
              </a:p>
              <a:p>
                <a:pPr marL="171450" marR="0" lvl="0" indent="-171450" algn="l" defTabSz="91440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GSO Townhall </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29</a:t>
                </a:r>
                <a:r>
                  <a:rPr kumimoji="0" lang="en-US" sz="1000" b="0" i="0" u="none" strike="noStrike" kern="0" cap="none" spc="0" normalizeH="0" baseline="3000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th</a:t>
                </a:r>
                <a:r>
                  <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 Jun</a:t>
                </a:r>
              </a:p>
              <a:p>
                <a:pPr marR="0" lvl="0" algn="l" defTabSz="914400" rtl="0" eaLnBrk="1" fontAlgn="auto" latinLnBrk="0" hangingPunct="1">
                  <a:lnSpc>
                    <a:spcPct val="100000"/>
                  </a:lnSpc>
                  <a:spcBef>
                    <a:spcPts val="0"/>
                  </a:spcBef>
                  <a:spcAft>
                    <a:spcPts val="0"/>
                  </a:spcAft>
                  <a:buClrTx/>
                  <a:buSzPct val="100000"/>
                  <a:tabLst/>
                  <a:defRPr/>
                </a:pPr>
                <a:endParaRPr kumimoji="0" lang="en-US" sz="1000" b="0"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a:p>
                <a:pPr marL="0" marR="0" lvl="0" indent="0" algn="l" defTabSz="914400" rtl="0" eaLnBrk="1" fontAlgn="auto" latinLnBrk="0" hangingPunct="1">
                  <a:lnSpc>
                    <a:spcPct val="100000"/>
                  </a:lnSpc>
                  <a:spcBef>
                    <a:spcPts val="0"/>
                  </a:spcBef>
                  <a:spcAft>
                    <a:spcPts val="600"/>
                  </a:spcAft>
                  <a:buClrTx/>
                  <a:buSzPct val="100000"/>
                  <a:buFontTx/>
                  <a:buNone/>
                  <a:tabLst/>
                  <a:defRPr/>
                </a:pP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2. Nominated Optix for PPQA         Awards</a:t>
                </a:r>
              </a:p>
              <a:p>
                <a:pPr marL="0" marR="0" lvl="0" indent="0" algn="l" defTabSz="914400" rtl="0" eaLnBrk="1" fontAlgn="auto" latinLnBrk="0" hangingPunct="1">
                  <a:lnSpc>
                    <a:spcPct val="100000"/>
                  </a:lnSpc>
                  <a:spcBef>
                    <a:spcPts val="0"/>
                  </a:spcBef>
                  <a:spcAft>
                    <a:spcPts val="600"/>
                  </a:spcAft>
                  <a:buClrTx/>
                  <a:buSzPct val="100000"/>
                  <a:buFontTx/>
                  <a:buNone/>
                  <a:tabLst/>
                  <a:defRPr/>
                </a:pPr>
                <a:r>
                  <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rPr>
                  <a:t>3. Opportunity Unlocked –c</a:t>
                </a:r>
                <a:r>
                  <a:rPr kumimoji="0" lang="en-US" altLang="en-US" sz="1000" b="0" i="0" u="none" strike="noStrike" kern="1200" cap="none" spc="0" normalizeH="0" baseline="0" noProof="0">
                    <a:ln>
                      <a:noFill/>
                    </a:ln>
                    <a:solidFill>
                      <a:srgbClr val="333333"/>
                    </a:solidFill>
                    <a:effectLst/>
                    <a:uLnTx/>
                    <a:uFillTx/>
                    <a:latin typeface="Arial" panose="020B0604020202020204" pitchFamily="34" charset="0"/>
                    <a:ea typeface="+mn-ea"/>
                    <a:cs typeface="+mn-cs"/>
                  </a:rPr>
                  <a:t>apabilities are attracting interest from other teams, enabling cross-functional collaboration.</a:t>
                </a:r>
                <a:endParaRPr kumimoji="0" lang="en-US" sz="1000" b="1" i="0" u="none" strike="noStrike" kern="0" cap="none" spc="0" normalizeH="0" baseline="0" noProof="0">
                  <a:ln>
                    <a:noFill/>
                  </a:ln>
                  <a:solidFill>
                    <a:srgbClr val="333333"/>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65" name="Rectangle : avec coins arrondis en haut 12">
                <a:extLst>
                  <a:ext uri="{FF2B5EF4-FFF2-40B4-BE49-F238E27FC236}">
                    <a16:creationId xmlns:a16="http://schemas.microsoft.com/office/drawing/2014/main" id="{5D4442AE-5BC8-4A4F-F1DF-B962C88C76B5}"/>
                  </a:ext>
                </a:extLst>
              </p:cNvPr>
              <p:cNvSpPr/>
              <p:nvPr/>
            </p:nvSpPr>
            <p:spPr>
              <a:xfrm rot="10800000" flipH="1" flipV="1">
                <a:off x="9550236" y="1512310"/>
                <a:ext cx="2816761" cy="167774"/>
              </a:xfrm>
              <a:prstGeom prst="round2SameRect">
                <a:avLst>
                  <a:gd name="adj1" fmla="val 46658"/>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rPr>
                  <a:t>Highlights</a:t>
                </a:r>
                <a:endParaRPr kumimoji="0" lang="en-IN"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sp>
          <p:nvSpPr>
            <p:cNvPr id="160" name="Text 10">
              <a:extLst>
                <a:ext uri="{FF2B5EF4-FFF2-40B4-BE49-F238E27FC236}">
                  <a16:creationId xmlns:a16="http://schemas.microsoft.com/office/drawing/2014/main" id="{FB063A67-C856-DF17-D5AD-82B1DABA6646}"/>
                </a:ext>
              </a:extLst>
            </p:cNvPr>
            <p:cNvSpPr/>
            <p:nvPr/>
          </p:nvSpPr>
          <p:spPr>
            <a:xfrm>
              <a:off x="9552669" y="1672166"/>
              <a:ext cx="1823125" cy="165720"/>
            </a:xfrm>
            <a:prstGeom prst="rect">
              <a:avLst/>
            </a:prstGeom>
            <a:noFill/>
            <a:ln/>
          </p:spPr>
          <p:txBody>
            <a:bodyPr wrap="square" lIns="0" tIns="101600" rIns="0" bIns="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1" i="0" u="none" strike="noStrike" kern="1200" cap="none" spc="0" normalizeH="0" baseline="0" noProof="0">
                <a:ln>
                  <a:noFill/>
                </a:ln>
                <a:solidFill>
                  <a:prstClr val="white"/>
                </a:solidFill>
                <a:effectLst/>
                <a:uLnTx/>
                <a:uFillTx/>
                <a:latin typeface="FedEx Sans Regular"/>
                <a:ea typeface="Calibri" pitchFamily="34" charset="-122"/>
                <a:cs typeface="Calibri" pitchFamily="34" charset="-120"/>
              </a:endParaRPr>
            </a:p>
          </p:txBody>
        </p:sp>
      </p:grpSp>
      <p:pic>
        <p:nvPicPr>
          <p:cNvPr id="8" name="Graphic 7" descr="Badge Tick with solid fill">
            <a:extLst>
              <a:ext uri="{FF2B5EF4-FFF2-40B4-BE49-F238E27FC236}">
                <a16:creationId xmlns:a16="http://schemas.microsoft.com/office/drawing/2014/main" id="{E17B01FE-3086-D896-9042-CCFF0740F8B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46989" y="1315468"/>
            <a:ext cx="288000" cy="288000"/>
          </a:xfrm>
          <a:prstGeom prst="rect">
            <a:avLst/>
          </a:prstGeom>
        </p:spPr>
      </p:pic>
      <p:pic>
        <p:nvPicPr>
          <p:cNvPr id="11" name="Graphic 10" descr="Trophy with solid fill">
            <a:extLst>
              <a:ext uri="{FF2B5EF4-FFF2-40B4-BE49-F238E27FC236}">
                <a16:creationId xmlns:a16="http://schemas.microsoft.com/office/drawing/2014/main" id="{2BBA6B81-9354-3790-F9FD-F57A520E7E7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34240" y="1281478"/>
            <a:ext cx="288000" cy="288000"/>
          </a:xfrm>
          <a:prstGeom prst="rect">
            <a:avLst/>
          </a:prstGeom>
        </p:spPr>
      </p:pic>
      <p:sp>
        <p:nvSpPr>
          <p:cNvPr id="21" name="Rectangle 20">
            <a:extLst>
              <a:ext uri="{FF2B5EF4-FFF2-40B4-BE49-F238E27FC236}">
                <a16:creationId xmlns:a16="http://schemas.microsoft.com/office/drawing/2014/main" id="{3BAA8635-22A0-BE40-1C75-F345F1A0E506}"/>
              </a:ext>
            </a:extLst>
          </p:cNvPr>
          <p:cNvSpPr/>
          <p:nvPr/>
        </p:nvSpPr>
        <p:spPr>
          <a:xfrm>
            <a:off x="1213740" y="4710808"/>
            <a:ext cx="2014384" cy="3428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Optix 1 – Prospecting &amp; ATC</a:t>
            </a:r>
          </a:p>
        </p:txBody>
      </p:sp>
      <p:sp>
        <p:nvSpPr>
          <p:cNvPr id="23" name="Rectangle 22">
            <a:extLst>
              <a:ext uri="{FF2B5EF4-FFF2-40B4-BE49-F238E27FC236}">
                <a16:creationId xmlns:a16="http://schemas.microsoft.com/office/drawing/2014/main" id="{58329D0B-6157-09A8-8880-5AB7DFC07960}"/>
              </a:ext>
            </a:extLst>
          </p:cNvPr>
          <p:cNvSpPr/>
          <p:nvPr/>
        </p:nvSpPr>
        <p:spPr>
          <a:xfrm>
            <a:off x="3922287" y="4691779"/>
            <a:ext cx="2014384" cy="3428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Optix 2 – All case types</a:t>
            </a:r>
          </a:p>
        </p:txBody>
      </p:sp>
      <p:sp>
        <p:nvSpPr>
          <p:cNvPr id="24" name="Rectangle 23">
            <a:extLst>
              <a:ext uri="{FF2B5EF4-FFF2-40B4-BE49-F238E27FC236}">
                <a16:creationId xmlns:a16="http://schemas.microsoft.com/office/drawing/2014/main" id="{435B879A-CAAE-F662-0AE5-D23C8D562668}"/>
              </a:ext>
            </a:extLst>
          </p:cNvPr>
          <p:cNvSpPr/>
          <p:nvPr/>
        </p:nvSpPr>
        <p:spPr>
          <a:xfrm>
            <a:off x="6847624" y="4710808"/>
            <a:ext cx="2014384" cy="3428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Optix 3.0 - </a:t>
            </a:r>
          </a:p>
        </p:txBody>
      </p:sp>
    </p:spTree>
    <p:extLst>
      <p:ext uri="{BB962C8B-B14F-4D97-AF65-F5344CB8AC3E}">
        <p14:creationId xmlns:p14="http://schemas.microsoft.com/office/powerpoint/2010/main" val="205499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93CF8E-4A66-6072-B8F9-ABEFC2E208E9}"/>
              </a:ext>
            </a:extLst>
          </p:cNvPr>
          <p:cNvSpPr>
            <a:spLocks noGrp="1"/>
          </p:cNvSpPr>
          <p:nvPr>
            <p:ph type="title" orient="vert"/>
          </p:nvPr>
        </p:nvSpPr>
        <p:spPr/>
        <p:txBody>
          <a:bodyPr/>
          <a:lstStyle/>
          <a:p>
            <a:r>
              <a:rPr lang="en-US"/>
              <a:t>Progress made so far</a:t>
            </a:r>
          </a:p>
        </p:txBody>
      </p:sp>
      <p:sp>
        <p:nvSpPr>
          <p:cNvPr id="4" name="Footer Placeholder 3">
            <a:extLst>
              <a:ext uri="{FF2B5EF4-FFF2-40B4-BE49-F238E27FC236}">
                <a16:creationId xmlns:a16="http://schemas.microsoft.com/office/drawing/2014/main" id="{600759A1-0BDF-D53A-B917-E1798B22C636}"/>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353CAF42-0FD4-F1AA-6336-2C4CB393C21B}"/>
              </a:ext>
            </a:extLst>
          </p:cNvPr>
          <p:cNvSpPr>
            <a:spLocks noGrp="1"/>
          </p:cNvSpPr>
          <p:nvPr>
            <p:ph type="sldNum" sz="quarter" idx="12"/>
          </p:nvPr>
        </p:nvSpPr>
        <p:spPr/>
        <p:txBody>
          <a:bodyPr/>
          <a:lstStyle/>
          <a:p>
            <a:fld id="{64B53FD8-04EE-4F67-B5CA-77D45BC12F90}" type="slidenum">
              <a:rPr lang="en-US" smtClean="0"/>
              <a:pPr/>
              <a:t>20</a:t>
            </a:fld>
            <a:endParaRPr lang="en-US" sz="800"/>
          </a:p>
        </p:txBody>
      </p:sp>
      <p:sp>
        <p:nvSpPr>
          <p:cNvPr id="6" name="Rectangle 5">
            <a:extLst>
              <a:ext uri="{FF2B5EF4-FFF2-40B4-BE49-F238E27FC236}">
                <a16:creationId xmlns:a16="http://schemas.microsoft.com/office/drawing/2014/main" id="{CDB9F711-34FE-AC9E-C480-FAD399078A2C}"/>
              </a:ext>
            </a:extLst>
          </p:cNvPr>
          <p:cNvSpPr/>
          <p:nvPr/>
        </p:nvSpPr>
        <p:spPr>
          <a:xfrm>
            <a:off x="571500" y="2145792"/>
            <a:ext cx="2610612" cy="39502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lgn="l">
              <a:buFont typeface="Arial"/>
              <a:buChar char="•"/>
            </a:pPr>
            <a:endParaRPr lang="en-US"/>
          </a:p>
          <a:p>
            <a:pPr marL="285750" indent="-285750" algn="l">
              <a:buFont typeface="Arial"/>
              <a:buChar char="•"/>
            </a:pPr>
            <a:r>
              <a:rPr lang="en-US"/>
              <a:t>Out of Business (xx%)</a:t>
            </a:r>
          </a:p>
          <a:p>
            <a:pPr marL="285750" indent="-285750" algn="l">
              <a:buFont typeface="Arial"/>
              <a:buChar char="•"/>
            </a:pPr>
            <a:r>
              <a:rPr lang="en-US"/>
              <a:t>Adjust Potential</a:t>
            </a:r>
          </a:p>
          <a:p>
            <a:pPr marL="285750" indent="-285750" algn="l">
              <a:buFont typeface="Arial"/>
              <a:buChar char="•"/>
            </a:pPr>
            <a:r>
              <a:rPr lang="en-US"/>
              <a:t>DM/HQ change</a:t>
            </a:r>
          </a:p>
          <a:p>
            <a:pPr marL="285750" indent="-285750" algn="l">
              <a:buFont typeface="Arial"/>
              <a:buChar char="•"/>
            </a:pPr>
            <a:r>
              <a:rPr lang="en-US"/>
              <a:t>Prospecting       </a:t>
            </a:r>
          </a:p>
          <a:p>
            <a:pPr marL="285750" indent="-285750" algn="l">
              <a:buFont typeface="Arial"/>
              <a:buChar char="•"/>
            </a:pPr>
            <a:r>
              <a:rPr lang="en-US"/>
              <a:t>Catchall – Fraud</a:t>
            </a:r>
          </a:p>
          <a:p>
            <a:pPr marL="285750" indent="-285750" algn="l">
              <a:buFont typeface="Arial"/>
              <a:buChar char="•"/>
            </a:pPr>
            <a:r>
              <a:rPr lang="en-US"/>
              <a:t>USI Field</a:t>
            </a:r>
          </a:p>
          <a:p>
            <a:pPr marL="285750" indent="-285750" algn="l">
              <a:buFont typeface="Arial"/>
              <a:buChar char="•"/>
            </a:pPr>
            <a:r>
              <a:rPr lang="en-US"/>
              <a:t>WWS Segmentation</a:t>
            </a:r>
          </a:p>
          <a:p>
            <a:pPr marL="285750" indent="-285750" algn="l">
              <a:buFont typeface="Arial"/>
              <a:buChar char="•"/>
            </a:pPr>
            <a:endParaRPr lang="en-US"/>
          </a:p>
          <a:p>
            <a:pPr marL="285750" indent="-285750" algn="l">
              <a:buFont typeface="Arial"/>
              <a:buChar char="•"/>
            </a:pPr>
            <a:r>
              <a:rPr lang="en-US"/>
              <a:t>Impact </a:t>
            </a:r>
            <a:r>
              <a:rPr lang="en-US" err="1"/>
              <a:t>hrs</a:t>
            </a:r>
            <a:r>
              <a:rPr lang="en-US"/>
              <a:t>/%</a:t>
            </a:r>
          </a:p>
          <a:p>
            <a:pPr marL="285750" indent="-285750" algn="ctr">
              <a:buFont typeface="Arial"/>
              <a:buChar char="•"/>
            </a:pPr>
            <a:endParaRPr lang="en-US"/>
          </a:p>
        </p:txBody>
      </p:sp>
      <p:sp>
        <p:nvSpPr>
          <p:cNvPr id="7" name="Rectangle 6">
            <a:extLst>
              <a:ext uri="{FF2B5EF4-FFF2-40B4-BE49-F238E27FC236}">
                <a16:creationId xmlns:a16="http://schemas.microsoft.com/office/drawing/2014/main" id="{DA577CC7-83F3-AA3E-81B7-CE8C9B8973E5}"/>
              </a:ext>
            </a:extLst>
          </p:cNvPr>
          <p:cNvSpPr/>
          <p:nvPr/>
        </p:nvSpPr>
        <p:spPr>
          <a:xfrm>
            <a:off x="3287648" y="2145792"/>
            <a:ext cx="3090672" cy="39502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a:p>
            <a:pPr marL="285750" indent="-285750" algn="ctr">
              <a:buFont typeface="Arial" panose="020B0604020202020204" pitchFamily="34" charset="0"/>
              <a:buChar char="•"/>
            </a:pPr>
            <a:r>
              <a:rPr lang="en-US" sz="1200" b="1"/>
              <a:t>Built iSell Validation Assistant GE: </a:t>
            </a:r>
            <a:r>
              <a:rPr lang="en-US" sz="1200"/>
              <a:t>Unified 4 specialized AI validation agents into one intelligent assistant.</a:t>
            </a:r>
          </a:p>
          <a:p>
            <a:pPr marL="285750" indent="-285750" algn="ctr">
              <a:buFont typeface="Arial" panose="020B0604020202020204" pitchFamily="34" charset="0"/>
              <a:buChar char="•"/>
            </a:pPr>
            <a:r>
              <a:rPr lang="en-US" sz="1200" b="1"/>
              <a:t>Accelerated Third-Party Research</a:t>
            </a:r>
          </a:p>
          <a:p>
            <a:pPr marL="285750" indent="-285750" algn="ctr">
              <a:buFont typeface="Arial" panose="020B0604020202020204" pitchFamily="34" charset="0"/>
              <a:buChar char="•"/>
            </a:pPr>
            <a:r>
              <a:rPr lang="en-US" sz="1200" b="1"/>
              <a:t> Frictionless User Experience: </a:t>
            </a:r>
            <a:r>
              <a:rPr lang="en-US" sz="1200"/>
              <a:t>One assistant. One interface. All validations.</a:t>
            </a:r>
          </a:p>
          <a:p>
            <a:pPr marL="285750" indent="-285750" algn="ctr">
              <a:buFont typeface="Arial" panose="020B0604020202020204" pitchFamily="34" charset="0"/>
              <a:buChar char="•"/>
            </a:pPr>
            <a:r>
              <a:rPr lang="en-US" sz="1200" b="1"/>
              <a:t>Rapid Time-to-Insight</a:t>
            </a:r>
            <a:r>
              <a:rPr lang="en-US" sz="1200"/>
              <a:t>: Faster, evidence-based decisions with minimal manual effort.</a:t>
            </a:r>
          </a:p>
          <a:p>
            <a:pPr marL="285750" indent="-285750" algn="ctr">
              <a:buFont typeface="Arial" panose="020B0604020202020204" pitchFamily="34" charset="0"/>
              <a:buChar char="•"/>
            </a:pPr>
            <a:r>
              <a:rPr lang="en-US" sz="1200" b="1"/>
              <a:t>Trusted Results</a:t>
            </a:r>
            <a:r>
              <a:rPr lang="en-US" sz="1200"/>
              <a:t>: Every recommendation includes evidence, sources, and reasoning.</a:t>
            </a:r>
          </a:p>
        </p:txBody>
      </p:sp>
      <p:sp>
        <p:nvSpPr>
          <p:cNvPr id="8" name="Rectangle 7">
            <a:extLst>
              <a:ext uri="{FF2B5EF4-FFF2-40B4-BE49-F238E27FC236}">
                <a16:creationId xmlns:a16="http://schemas.microsoft.com/office/drawing/2014/main" id="{7F4EA9A2-4FBE-9CB3-9354-73E9A2F54BDA}"/>
              </a:ext>
            </a:extLst>
          </p:cNvPr>
          <p:cNvSpPr/>
          <p:nvPr/>
        </p:nvSpPr>
        <p:spPr>
          <a:xfrm>
            <a:off x="6490144" y="2145792"/>
            <a:ext cx="2716912" cy="39502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l">
              <a:lnSpc>
                <a:spcPct val="130000"/>
              </a:lnSpc>
              <a:buFont typeface="Arial" panose="020B0604020202020204" pitchFamily="34" charset="0"/>
              <a:buChar char="•"/>
            </a:pPr>
            <a:endParaRPr lang="en-US"/>
          </a:p>
          <a:p>
            <a:pPr marL="171450" indent="-171450" algn="l">
              <a:lnSpc>
                <a:spcPct val="130000"/>
              </a:lnSpc>
              <a:buFont typeface="Arial" panose="020B0604020202020204" pitchFamily="34" charset="0"/>
              <a:buChar char="•"/>
            </a:pPr>
            <a:endParaRPr lang="en-US"/>
          </a:p>
          <a:p>
            <a:pPr marL="285750" indent="-285750" algn="l">
              <a:lnSpc>
                <a:spcPct val="130000"/>
              </a:lnSpc>
              <a:buFont typeface="Arial" panose="020B0604020202020204" pitchFamily="34" charset="0"/>
              <a:buChar char="•"/>
            </a:pPr>
            <a:endParaRPr lang="en-US"/>
          </a:p>
          <a:p>
            <a:pPr marL="285750" indent="-285750" algn="l">
              <a:lnSpc>
                <a:spcPct val="130000"/>
              </a:lnSpc>
              <a:buFont typeface="Arial" panose="020B0604020202020204" pitchFamily="34" charset="0"/>
              <a:buChar char="•"/>
            </a:pPr>
            <a:r>
              <a:rPr lang="en-US"/>
              <a:t>Policy changes status for each case type</a:t>
            </a:r>
          </a:p>
          <a:p>
            <a:pPr algn="l">
              <a:lnSpc>
                <a:spcPct val="130000"/>
              </a:lnSpc>
            </a:pPr>
            <a:r>
              <a:rPr lang="en-US"/>
              <a:t>      </a:t>
            </a:r>
          </a:p>
          <a:p>
            <a:pPr algn="ctr"/>
            <a:endParaRPr lang="en-US"/>
          </a:p>
        </p:txBody>
      </p:sp>
      <p:sp>
        <p:nvSpPr>
          <p:cNvPr id="3" name="Rectangle 2">
            <a:extLst>
              <a:ext uri="{FF2B5EF4-FFF2-40B4-BE49-F238E27FC236}">
                <a16:creationId xmlns:a16="http://schemas.microsoft.com/office/drawing/2014/main" id="{D770C841-3D21-EFC2-E2A9-86DA23A5EEE7}"/>
              </a:ext>
            </a:extLst>
          </p:cNvPr>
          <p:cNvSpPr/>
          <p:nvPr/>
        </p:nvSpPr>
        <p:spPr>
          <a:xfrm>
            <a:off x="9318880" y="2145792"/>
            <a:ext cx="2716912" cy="39502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l">
              <a:buFont typeface="Arial" panose="020B0604020202020204" pitchFamily="34" charset="0"/>
              <a:buChar char="•"/>
            </a:pPr>
            <a:r>
              <a:rPr lang="en-US"/>
              <a:t>Process flow documentation for all case types (current and future state) </a:t>
            </a:r>
          </a:p>
          <a:p>
            <a:pPr marL="285750" indent="-285750" algn="l">
              <a:buFont typeface="Arial" panose="020B0604020202020204" pitchFamily="34" charset="0"/>
              <a:buChar char="•"/>
            </a:pPr>
            <a:r>
              <a:rPr lang="en-US"/>
              <a:t>Documents Dependency requirements – Gemini API , </a:t>
            </a:r>
            <a:r>
              <a:rPr lang="en-US" err="1"/>
              <a:t>isell</a:t>
            </a:r>
            <a:r>
              <a:rPr lang="en-US"/>
              <a:t> API (in talks with business architecture team)</a:t>
            </a:r>
          </a:p>
        </p:txBody>
      </p:sp>
      <p:sp>
        <p:nvSpPr>
          <p:cNvPr id="9" name="Text 10">
            <a:extLst>
              <a:ext uri="{FF2B5EF4-FFF2-40B4-BE49-F238E27FC236}">
                <a16:creationId xmlns:a16="http://schemas.microsoft.com/office/drawing/2014/main" id="{D006D871-37E0-1A08-0483-6EE03E64EF63}"/>
              </a:ext>
            </a:extLst>
          </p:cNvPr>
          <p:cNvSpPr/>
          <p:nvPr/>
        </p:nvSpPr>
        <p:spPr>
          <a:xfrm>
            <a:off x="8971788" y="598152"/>
            <a:ext cx="2020824" cy="356616"/>
          </a:xfrm>
          <a:prstGeom prst="rect">
            <a:avLst/>
          </a:prstGeom>
          <a:noFill/>
          <a:ln/>
        </p:spPr>
        <p:txBody>
          <a:bodyPr wrap="square" lIns="0" tIns="101600" rIns="0" bIns="0" rtlCol="0" anchor="ctr"/>
          <a:lstStyle/>
          <a:p>
            <a:pPr marL="0" marR="0" lvl="0" indent="0" algn="l" defTabSz="91440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0" normalizeH="0" baseline="0" noProof="0">
              <a:ln>
                <a:noFill/>
              </a:ln>
              <a:solidFill>
                <a:schemeClr val="bg1"/>
              </a:solidFill>
              <a:effectLst/>
              <a:uLnTx/>
              <a:uFillTx/>
              <a:latin typeface="FedEx Sans Regular"/>
              <a:ea typeface="FedEx Sans Light" panose="020B0403020203020204" pitchFamily="34" charset="0"/>
              <a:cs typeface="FedEx Sans Light" panose="020B0403020203020204" pitchFamily="34" charset="0"/>
            </a:endParaRPr>
          </a:p>
        </p:txBody>
      </p:sp>
      <p:sp>
        <p:nvSpPr>
          <p:cNvPr id="10" name="Rectangle 9">
            <a:extLst>
              <a:ext uri="{FF2B5EF4-FFF2-40B4-BE49-F238E27FC236}">
                <a16:creationId xmlns:a16="http://schemas.microsoft.com/office/drawing/2014/main" id="{7ECE63CE-4920-A6BA-07CA-C36ECBD803A2}"/>
              </a:ext>
            </a:extLst>
          </p:cNvPr>
          <p:cNvSpPr/>
          <p:nvPr/>
        </p:nvSpPr>
        <p:spPr>
          <a:xfrm>
            <a:off x="3287648" y="2145787"/>
            <a:ext cx="3090672" cy="42523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a:t>Agent Creation</a:t>
            </a:r>
            <a:endParaRPr lang="en-IN"/>
          </a:p>
        </p:txBody>
      </p:sp>
      <p:sp>
        <p:nvSpPr>
          <p:cNvPr id="11" name="Rectangle 10">
            <a:extLst>
              <a:ext uri="{FF2B5EF4-FFF2-40B4-BE49-F238E27FC236}">
                <a16:creationId xmlns:a16="http://schemas.microsoft.com/office/drawing/2014/main" id="{A6FCD655-72B6-67D1-293D-CE53A3528468}"/>
              </a:ext>
            </a:extLst>
          </p:cNvPr>
          <p:cNvSpPr/>
          <p:nvPr/>
        </p:nvSpPr>
        <p:spPr>
          <a:xfrm>
            <a:off x="573476" y="2145786"/>
            <a:ext cx="2597187" cy="42523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a:t>Case Category</a:t>
            </a:r>
          </a:p>
          <a:p>
            <a:pPr algn="ctr"/>
            <a:endParaRPr lang="en-IN"/>
          </a:p>
        </p:txBody>
      </p:sp>
      <p:sp>
        <p:nvSpPr>
          <p:cNvPr id="12" name="Rectangle 11">
            <a:extLst>
              <a:ext uri="{FF2B5EF4-FFF2-40B4-BE49-F238E27FC236}">
                <a16:creationId xmlns:a16="http://schemas.microsoft.com/office/drawing/2014/main" id="{1A2C307C-6520-648B-93A2-742076F433BE}"/>
              </a:ext>
            </a:extLst>
          </p:cNvPr>
          <p:cNvSpPr/>
          <p:nvPr/>
        </p:nvSpPr>
        <p:spPr>
          <a:xfrm>
            <a:off x="6495305" y="2145786"/>
            <a:ext cx="2711751" cy="42523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defRPr/>
            </a:pPr>
            <a:r>
              <a:rPr lang="en-US" b="1">
                <a:solidFill>
                  <a:schemeClr val="bg1"/>
                </a:solidFill>
                <a:ea typeface="FedEx Sans Light" panose="020B0403020203020204" pitchFamily="34" charset="0"/>
                <a:cs typeface="FedEx Sans Light" panose="020B0403020203020204" pitchFamily="34" charset="0"/>
              </a:rPr>
              <a:t>US SAM Lift-Off</a:t>
            </a:r>
            <a:endParaRPr lang="en-US">
              <a:solidFill>
                <a:schemeClr val="bg1"/>
              </a:solidFill>
              <a:ea typeface="FedEx Sans Light" panose="020B0403020203020204" pitchFamily="34" charset="0"/>
              <a:cs typeface="FedEx Sans Light" panose="020B0403020203020204" pitchFamily="34" charset="0"/>
            </a:endParaRPr>
          </a:p>
        </p:txBody>
      </p:sp>
      <p:sp>
        <p:nvSpPr>
          <p:cNvPr id="13" name="Rectangle 12">
            <a:extLst>
              <a:ext uri="{FF2B5EF4-FFF2-40B4-BE49-F238E27FC236}">
                <a16:creationId xmlns:a16="http://schemas.microsoft.com/office/drawing/2014/main" id="{119608E9-06D0-1F38-1C3F-70C4D0E3DA84}"/>
              </a:ext>
            </a:extLst>
          </p:cNvPr>
          <p:cNvSpPr/>
          <p:nvPr/>
        </p:nvSpPr>
        <p:spPr>
          <a:xfrm>
            <a:off x="9324041" y="2145786"/>
            <a:ext cx="2711751" cy="5384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defRPr/>
            </a:pPr>
            <a:r>
              <a:rPr lang="en-US" b="1">
                <a:solidFill>
                  <a:schemeClr val="bg1"/>
                </a:solidFill>
                <a:ea typeface="FedEx Sans Light" panose="020B0403020203020204" pitchFamily="34" charset="0"/>
                <a:cs typeface="FedEx Sans Light" panose="020B0403020203020204" pitchFamily="34" charset="0"/>
              </a:rPr>
              <a:t>Agents of Change Workstream</a:t>
            </a:r>
            <a:endParaRPr lang="en-US">
              <a:solidFill>
                <a:schemeClr val="bg1"/>
              </a:solidFill>
              <a:ea typeface="FedEx Sans Light" panose="020B0403020203020204" pitchFamily="34" charset="0"/>
              <a:cs typeface="FedEx Sans Light" panose="020B0403020203020204" pitchFamily="34" charset="0"/>
            </a:endParaRPr>
          </a:p>
        </p:txBody>
      </p:sp>
      <p:graphicFrame>
        <p:nvGraphicFramePr>
          <p:cNvPr id="21" name="Table 20">
            <a:extLst>
              <a:ext uri="{FF2B5EF4-FFF2-40B4-BE49-F238E27FC236}">
                <a16:creationId xmlns:a16="http://schemas.microsoft.com/office/drawing/2014/main" id="{09B5FC9E-92A9-BC30-397B-F9FC985FEDC5}"/>
              </a:ext>
            </a:extLst>
          </p:cNvPr>
          <p:cNvGraphicFramePr>
            <a:graphicFrameLocks noGrp="1"/>
          </p:cNvGraphicFramePr>
          <p:nvPr>
            <p:extLst>
              <p:ext uri="{D42A27DB-BD31-4B8C-83A1-F6EECF244321}">
                <p14:modId xmlns:p14="http://schemas.microsoft.com/office/powerpoint/2010/main" val="1519831859"/>
              </p:ext>
            </p:extLst>
          </p:nvPr>
        </p:nvGraphicFramePr>
        <p:xfrm>
          <a:off x="8556270" y="-678111"/>
          <a:ext cx="2436342" cy="2584173"/>
        </p:xfrm>
        <a:graphic>
          <a:graphicData uri="http://schemas.openxmlformats.org/drawingml/2006/table">
            <a:tbl>
              <a:tblPr>
                <a:tableStyleId>{5C22544A-7EE6-4342-B048-85BDC9FD1C3A}</a:tableStyleId>
              </a:tblPr>
              <a:tblGrid>
                <a:gridCol w="1387188">
                  <a:extLst>
                    <a:ext uri="{9D8B030D-6E8A-4147-A177-3AD203B41FA5}">
                      <a16:colId xmlns:a16="http://schemas.microsoft.com/office/drawing/2014/main" val="3120727726"/>
                    </a:ext>
                  </a:extLst>
                </a:gridCol>
                <a:gridCol w="1049154">
                  <a:extLst>
                    <a:ext uri="{9D8B030D-6E8A-4147-A177-3AD203B41FA5}">
                      <a16:colId xmlns:a16="http://schemas.microsoft.com/office/drawing/2014/main" val="1069534392"/>
                    </a:ext>
                  </a:extLst>
                </a:gridCol>
              </a:tblGrid>
              <a:tr h="369561">
                <a:tc>
                  <a:txBody>
                    <a:bodyPr/>
                    <a:lstStyle/>
                    <a:p>
                      <a:r>
                        <a:rPr lang="en-US"/>
                        <a:t>Adjust Potential</a:t>
                      </a: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8925" lvl="0" indent="0"/>
                      <a:r>
                        <a:rPr lang="en-US" sz="1200" b="1">
                          <a:solidFill>
                            <a:srgbClr val="008A00"/>
                          </a:solidFill>
                        </a:rPr>
                        <a:t>LIVE</a:t>
                      </a:r>
                      <a:endParaRPr lang="en-US">
                        <a:solidFill>
                          <a:srgbClr val="008A00"/>
                        </a:solidFill>
                      </a:endParaRP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44332318"/>
                  </a:ext>
                </a:extLst>
              </a:tr>
              <a:tr h="317633">
                <a:tc>
                  <a:txBody>
                    <a:bodyPr/>
                    <a:lstStyle/>
                    <a:p>
                      <a:pPr marL="0" algn="l" defTabSz="914400" rtl="0" eaLnBrk="1" latinLnBrk="0" hangingPunct="1"/>
                      <a:r>
                        <a:rPr lang="en-US" sz="1200" b="1" kern="1200">
                          <a:solidFill>
                            <a:schemeClr val="dk1"/>
                          </a:solidFill>
                          <a:latin typeface="+mn-lt"/>
                          <a:ea typeface="+mn-ea"/>
                          <a:cs typeface="+mn-cs"/>
                        </a:rPr>
                        <a:t>Catchall (Fraud)</a:t>
                      </a: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l" defTabSz="914400" rtl="0" eaLnBrk="1" latinLnBrk="0" hangingPunct="1"/>
                      <a:r>
                        <a:rPr lang="en-US" sz="1200" b="1" kern="1200">
                          <a:solidFill>
                            <a:schemeClr val="dk1"/>
                          </a:solidFill>
                          <a:latin typeface="+mn-lt"/>
                          <a:ea typeface="+mn-ea"/>
                          <a:cs typeface="+mn-cs"/>
                        </a:rPr>
                        <a:t>        </a:t>
                      </a:r>
                      <a:r>
                        <a:rPr lang="en-US" sz="1200" b="1">
                          <a:solidFill>
                            <a:srgbClr val="008A00"/>
                          </a:solidFill>
                        </a:rPr>
                        <a:t>LIVE</a:t>
                      </a:r>
                      <a:endParaRPr lang="en-US" sz="1200" b="1" kern="1200">
                        <a:solidFill>
                          <a:schemeClr val="dk1"/>
                        </a:solidFill>
                        <a:latin typeface="+mn-lt"/>
                        <a:ea typeface="+mn-ea"/>
                        <a:cs typeface="+mn-cs"/>
                      </a:endParaRPr>
                    </a:p>
                  </a:txBody>
                  <a:tcPr marL="108000" marR="108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3773681"/>
                  </a:ext>
                </a:extLst>
              </a:tr>
              <a:tr h="327259">
                <a:tc>
                  <a:txBody>
                    <a:bodyPr/>
                    <a:lstStyle/>
                    <a:p>
                      <a:r>
                        <a:rPr lang="en-US"/>
                        <a:t>Catchall (OOB)</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1"/>
                      <a:r>
                        <a:rPr lang="en-US"/>
                        <a:t>          </a:t>
                      </a:r>
                      <a:r>
                        <a:rPr lang="en-US" sz="1200" b="1">
                          <a:solidFill>
                            <a:srgbClr val="008A00"/>
                          </a:solidFill>
                        </a:rPr>
                        <a:t>LIVE</a:t>
                      </a:r>
                      <a:endParaRPr lang="en-US" sz="1200" b="1" kern="1200">
                        <a:solidFill>
                          <a:schemeClr val="dk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3114790"/>
                  </a:ext>
                </a:extLst>
              </a:tr>
              <a:tr h="370840">
                <a:tc>
                  <a:txBody>
                    <a:bodyPr/>
                    <a:lstStyle/>
                    <a:p>
                      <a:r>
                        <a:rPr lang="en-US"/>
                        <a:t>DM/HQ Change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r>
                        <a:rPr lang="en-US">
                          <a:solidFill>
                            <a:srgbClr val="008A00"/>
                          </a:solidFill>
                        </a:rPr>
                        <a:t>LIVE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4105215"/>
                  </a:ext>
                </a:extLst>
              </a:tr>
              <a:tr h="370840">
                <a:tc>
                  <a:txBody>
                    <a:bodyPr/>
                    <a:lstStyle/>
                    <a:p>
                      <a:r>
                        <a:rPr lang="en-US"/>
                        <a:t>WWS Segmentation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a:solidFill>
                            <a:schemeClr val="dk1"/>
                          </a:solidFill>
                          <a:latin typeface="+mn-lt"/>
                          <a:ea typeface="+mn-ea"/>
                          <a:cs typeface="+mn-cs"/>
                        </a:rPr>
                        <a:t>       </a:t>
                      </a:r>
                    </a:p>
                  </a:txBody>
                  <a:tcPr marL="90000" marR="90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4123472"/>
                  </a:ext>
                </a:extLst>
              </a:tr>
              <a:tr h="370840">
                <a:tc>
                  <a:txBody>
                    <a:bodyPr/>
                    <a:lstStyle/>
                    <a:p>
                      <a:r>
                        <a:rPr lang="en-US"/>
                        <a:t>Prospecting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39305264"/>
                  </a:ext>
                </a:extLst>
              </a:tr>
              <a:tr h="370840">
                <a:tc>
                  <a:txBody>
                    <a:bodyPr/>
                    <a:lstStyle/>
                    <a:p>
                      <a:r>
                        <a:rPr lang="en-US"/>
                        <a:t>USI Field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59513194"/>
                  </a:ext>
                </a:extLst>
              </a:tr>
            </a:tbl>
          </a:graphicData>
        </a:graphic>
      </p:graphicFrame>
      <p:sp>
        <p:nvSpPr>
          <p:cNvPr id="22" name="Oval 21">
            <a:extLst>
              <a:ext uri="{FF2B5EF4-FFF2-40B4-BE49-F238E27FC236}">
                <a16:creationId xmlns:a16="http://schemas.microsoft.com/office/drawing/2014/main" id="{09920D0F-E0C5-51CB-FD6F-5756BC384522}"/>
              </a:ext>
            </a:extLst>
          </p:cNvPr>
          <p:cNvSpPr/>
          <p:nvPr/>
        </p:nvSpPr>
        <p:spPr>
          <a:xfrm>
            <a:off x="10046128" y="407712"/>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9B0BBB9-2B2F-2E53-DCF0-C2596E0D8EB8}"/>
              </a:ext>
            </a:extLst>
          </p:cNvPr>
          <p:cNvSpPr/>
          <p:nvPr/>
        </p:nvSpPr>
        <p:spPr>
          <a:xfrm>
            <a:off x="10050379" y="85010"/>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3D224D63-8BAC-60DB-BDA6-B7793DB78377}"/>
              </a:ext>
            </a:extLst>
          </p:cNvPr>
          <p:cNvSpPr txBox="1"/>
          <p:nvPr/>
        </p:nvSpPr>
        <p:spPr>
          <a:xfrm>
            <a:off x="10297454" y="756334"/>
            <a:ext cx="659598" cy="369332"/>
          </a:xfrm>
          <a:prstGeom prst="rect">
            <a:avLst/>
          </a:prstGeom>
          <a:noFill/>
        </p:spPr>
        <p:txBody>
          <a:bodyPr wrap="square" lIns="0" tIns="0" rIns="0" bIns="0" rtlCol="0">
            <a:spAutoFit/>
          </a:bodyPr>
          <a:lstStyle/>
          <a:p>
            <a:pPr algn="l">
              <a:spcAft>
                <a:spcPts val="0"/>
              </a:spcAft>
            </a:pPr>
            <a:r>
              <a:rPr lang="en-US" sz="1100" b="1">
                <a:solidFill>
                  <a:schemeClr val="tx1"/>
                </a:solidFill>
              </a:rPr>
              <a:t>I</a:t>
            </a:r>
            <a:r>
              <a:rPr lang="en-US" sz="1200" b="1" kern="1200">
                <a:solidFill>
                  <a:schemeClr val="dk1"/>
                </a:solidFill>
                <a:latin typeface="+mn-lt"/>
                <a:ea typeface="+mn-ea"/>
                <a:cs typeface="+mn-cs"/>
              </a:rPr>
              <a:t>n</a:t>
            </a:r>
            <a:r>
              <a:rPr lang="en-US" sz="1100" b="1">
                <a:solidFill>
                  <a:schemeClr val="tx1"/>
                </a:solidFill>
              </a:rPr>
              <a:t> </a:t>
            </a:r>
            <a:r>
              <a:rPr lang="en-US" sz="1200" b="1" kern="1200">
                <a:solidFill>
                  <a:schemeClr val="dk1"/>
                </a:solidFill>
                <a:latin typeface="+mn-lt"/>
                <a:ea typeface="+mn-ea"/>
                <a:cs typeface="+mn-cs"/>
              </a:rPr>
              <a:t>progress</a:t>
            </a:r>
          </a:p>
        </p:txBody>
      </p:sp>
      <p:sp>
        <p:nvSpPr>
          <p:cNvPr id="26" name="Oval 25">
            <a:extLst>
              <a:ext uri="{FF2B5EF4-FFF2-40B4-BE49-F238E27FC236}">
                <a16:creationId xmlns:a16="http://schemas.microsoft.com/office/drawing/2014/main" id="{EAE03080-1699-A6D0-3250-B3EB4DDC740D}"/>
              </a:ext>
            </a:extLst>
          </p:cNvPr>
          <p:cNvSpPr/>
          <p:nvPr/>
        </p:nvSpPr>
        <p:spPr>
          <a:xfrm>
            <a:off x="10040374" y="828843"/>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669B817-7282-1F17-FE75-748274FA026B}"/>
              </a:ext>
            </a:extLst>
          </p:cNvPr>
          <p:cNvSpPr/>
          <p:nvPr/>
        </p:nvSpPr>
        <p:spPr>
          <a:xfrm>
            <a:off x="10040374" y="-591837"/>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2C5C521-97D1-9B44-0D36-67BECD21709C}"/>
              </a:ext>
            </a:extLst>
          </p:cNvPr>
          <p:cNvSpPr/>
          <p:nvPr/>
        </p:nvSpPr>
        <p:spPr>
          <a:xfrm>
            <a:off x="10040374" y="1249974"/>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437045E8-6C14-C1E3-2DFE-44BA85B154BE}"/>
              </a:ext>
            </a:extLst>
          </p:cNvPr>
          <p:cNvSpPr txBox="1"/>
          <p:nvPr/>
        </p:nvSpPr>
        <p:spPr>
          <a:xfrm>
            <a:off x="10297454" y="1145778"/>
            <a:ext cx="659598" cy="369332"/>
          </a:xfrm>
          <a:prstGeom prst="rect">
            <a:avLst/>
          </a:prstGeom>
          <a:noFill/>
        </p:spPr>
        <p:txBody>
          <a:bodyPr wrap="square" lIns="0" tIns="0" rIns="0" bIns="0" rtlCol="0">
            <a:spAutoFit/>
          </a:bodyPr>
          <a:lstStyle/>
          <a:p>
            <a:pPr algn="l">
              <a:spcAft>
                <a:spcPts val="0"/>
              </a:spcAft>
            </a:pPr>
            <a:r>
              <a:rPr lang="en-US" sz="1100" b="1">
                <a:solidFill>
                  <a:schemeClr val="tx1"/>
                </a:solidFill>
              </a:rPr>
              <a:t>I</a:t>
            </a:r>
            <a:r>
              <a:rPr lang="en-US" sz="1200" b="1" kern="1200">
                <a:solidFill>
                  <a:schemeClr val="dk1"/>
                </a:solidFill>
                <a:latin typeface="+mn-lt"/>
                <a:ea typeface="+mn-ea"/>
                <a:cs typeface="+mn-cs"/>
              </a:rPr>
              <a:t>n</a:t>
            </a:r>
            <a:r>
              <a:rPr lang="en-US" sz="1100" b="1">
                <a:solidFill>
                  <a:schemeClr val="tx1"/>
                </a:solidFill>
              </a:rPr>
              <a:t> </a:t>
            </a:r>
            <a:r>
              <a:rPr lang="en-US" sz="1200" b="1" kern="1200">
                <a:solidFill>
                  <a:schemeClr val="dk1"/>
                </a:solidFill>
                <a:latin typeface="+mn-lt"/>
                <a:ea typeface="+mn-ea"/>
                <a:cs typeface="+mn-cs"/>
              </a:rPr>
              <a:t>progress</a:t>
            </a:r>
          </a:p>
        </p:txBody>
      </p:sp>
      <p:sp>
        <p:nvSpPr>
          <p:cNvPr id="30" name="Oval 29">
            <a:extLst>
              <a:ext uri="{FF2B5EF4-FFF2-40B4-BE49-F238E27FC236}">
                <a16:creationId xmlns:a16="http://schemas.microsoft.com/office/drawing/2014/main" id="{88FE30ED-0D77-D844-2CEA-85F88A6554E0}"/>
              </a:ext>
            </a:extLst>
          </p:cNvPr>
          <p:cNvSpPr/>
          <p:nvPr/>
        </p:nvSpPr>
        <p:spPr>
          <a:xfrm>
            <a:off x="10040374" y="-242064"/>
            <a:ext cx="201168" cy="196858"/>
          </a:xfrm>
          <a:prstGeom prst="ellips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1D5C26F7-2969-E25A-276E-6E46792FD804}"/>
              </a:ext>
            </a:extLst>
          </p:cNvPr>
          <p:cNvSpPr/>
          <p:nvPr/>
        </p:nvSpPr>
        <p:spPr>
          <a:xfrm>
            <a:off x="10040374" y="1665899"/>
            <a:ext cx="201168" cy="19685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D13FB0F-CD60-D181-3437-AA6A66288947}"/>
              </a:ext>
            </a:extLst>
          </p:cNvPr>
          <p:cNvSpPr txBox="1"/>
          <p:nvPr/>
        </p:nvSpPr>
        <p:spPr>
          <a:xfrm>
            <a:off x="10304521" y="1546786"/>
            <a:ext cx="659598" cy="369332"/>
          </a:xfrm>
          <a:prstGeom prst="rect">
            <a:avLst/>
          </a:prstGeom>
          <a:noFill/>
        </p:spPr>
        <p:txBody>
          <a:bodyPr wrap="square" lIns="0" tIns="0" rIns="0" bIns="0" rtlCol="0">
            <a:spAutoFit/>
          </a:bodyPr>
          <a:lstStyle/>
          <a:p>
            <a:pPr algn="l">
              <a:spcAft>
                <a:spcPts val="0"/>
              </a:spcAft>
            </a:pPr>
            <a:r>
              <a:rPr lang="en-US" sz="1100" b="1">
                <a:solidFill>
                  <a:schemeClr val="tx1"/>
                </a:solidFill>
              </a:rPr>
              <a:t>I</a:t>
            </a:r>
            <a:r>
              <a:rPr lang="en-US" sz="1200" b="1" kern="1200">
                <a:solidFill>
                  <a:schemeClr val="dk1"/>
                </a:solidFill>
                <a:latin typeface="+mn-lt"/>
                <a:ea typeface="+mn-ea"/>
                <a:cs typeface="+mn-cs"/>
              </a:rPr>
              <a:t>n</a:t>
            </a:r>
            <a:r>
              <a:rPr lang="en-US" sz="1100" b="1">
                <a:solidFill>
                  <a:schemeClr val="tx1"/>
                </a:solidFill>
              </a:rPr>
              <a:t> </a:t>
            </a:r>
            <a:r>
              <a:rPr lang="en-US" sz="1200" b="1" kern="1200">
                <a:solidFill>
                  <a:schemeClr val="dk1"/>
                </a:solidFill>
                <a:latin typeface="+mn-lt"/>
                <a:ea typeface="+mn-ea"/>
                <a:cs typeface="+mn-cs"/>
              </a:rPr>
              <a:t>progress</a:t>
            </a:r>
          </a:p>
        </p:txBody>
      </p:sp>
    </p:spTree>
    <p:extLst>
      <p:ext uri="{BB962C8B-B14F-4D97-AF65-F5344CB8AC3E}">
        <p14:creationId xmlns:p14="http://schemas.microsoft.com/office/powerpoint/2010/main" val="636319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0D9C4-CC05-DFFB-A8A9-ACDBCD1E9324}"/>
            </a:ext>
          </a:extLst>
        </p:cNvPr>
        <p:cNvGrpSpPr/>
        <p:nvPr/>
      </p:nvGrpSpPr>
      <p:grpSpPr>
        <a:xfrm>
          <a:off x="0" y="0"/>
          <a:ext cx="0" cy="0"/>
          <a:chOff x="0" y="0"/>
          <a:chExt cx="0" cy="0"/>
        </a:xfrm>
      </p:grpSpPr>
      <p:sp>
        <p:nvSpPr>
          <p:cNvPr id="2" name="Vertical Title 1">
            <a:extLst>
              <a:ext uri="{FF2B5EF4-FFF2-40B4-BE49-F238E27FC236}">
                <a16:creationId xmlns:a16="http://schemas.microsoft.com/office/drawing/2014/main" id="{5C5330BF-3B96-EA4B-0D02-311D00867947}"/>
              </a:ext>
            </a:extLst>
          </p:cNvPr>
          <p:cNvSpPr>
            <a:spLocks noGrp="1"/>
          </p:cNvSpPr>
          <p:nvPr>
            <p:ph type="title" orient="vert"/>
          </p:nvPr>
        </p:nvSpPr>
        <p:spPr>
          <a:xfrm>
            <a:off x="610362" y="597371"/>
            <a:ext cx="11044427" cy="1104900"/>
          </a:xfrm>
        </p:spPr>
        <p:txBody>
          <a:bodyPr/>
          <a:lstStyle/>
          <a:p>
            <a:r>
              <a:rPr lang="en-US" b="1"/>
              <a:t>OPTI</a:t>
            </a:r>
            <a:r>
              <a:rPr lang="en-US" b="1">
                <a:solidFill>
                  <a:schemeClr val="bg2"/>
                </a:solidFill>
              </a:rPr>
              <a:t>X</a:t>
            </a:r>
            <a:r>
              <a:rPr lang="en-US"/>
              <a:t> VIDEO</a:t>
            </a:r>
          </a:p>
        </p:txBody>
      </p:sp>
      <p:sp>
        <p:nvSpPr>
          <p:cNvPr id="4" name="Footer Placeholder 3">
            <a:extLst>
              <a:ext uri="{FF2B5EF4-FFF2-40B4-BE49-F238E27FC236}">
                <a16:creationId xmlns:a16="http://schemas.microsoft.com/office/drawing/2014/main" id="{D2538FCA-B42A-FA66-88FA-7F65B817C3A5}"/>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15CE34FF-26BD-5849-5598-04B93F0D800E}"/>
              </a:ext>
            </a:extLst>
          </p:cNvPr>
          <p:cNvSpPr>
            <a:spLocks noGrp="1"/>
          </p:cNvSpPr>
          <p:nvPr>
            <p:ph type="sldNum" sz="quarter" idx="12"/>
          </p:nvPr>
        </p:nvSpPr>
        <p:spPr/>
        <p:txBody>
          <a:bodyPr/>
          <a:lstStyle/>
          <a:p>
            <a:fld id="{64B53FD8-04EE-4F67-B5CA-77D45BC12F90}" type="slidenum">
              <a:rPr lang="en-US" smtClean="0"/>
              <a:pPr/>
              <a:t>21</a:t>
            </a:fld>
            <a:endParaRPr lang="en-US" sz="800"/>
          </a:p>
        </p:txBody>
      </p:sp>
    </p:spTree>
    <p:extLst>
      <p:ext uri="{BB962C8B-B14F-4D97-AF65-F5344CB8AC3E}">
        <p14:creationId xmlns:p14="http://schemas.microsoft.com/office/powerpoint/2010/main" val="855960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4E3641-8004-EF99-BE3C-687675C5641D}"/>
            </a:ext>
          </a:extLst>
        </p:cNvPr>
        <p:cNvGrpSpPr/>
        <p:nvPr/>
      </p:nvGrpSpPr>
      <p:grpSpPr>
        <a:xfrm>
          <a:off x="0" y="0"/>
          <a:ext cx="0" cy="0"/>
          <a:chOff x="0" y="0"/>
          <a:chExt cx="0" cy="0"/>
        </a:xfrm>
      </p:grpSpPr>
      <p:sp>
        <p:nvSpPr>
          <p:cNvPr id="2" name="Vertical Title 1">
            <a:extLst>
              <a:ext uri="{FF2B5EF4-FFF2-40B4-BE49-F238E27FC236}">
                <a16:creationId xmlns:a16="http://schemas.microsoft.com/office/drawing/2014/main" id="{BFF5A525-75BD-90D6-8707-B829477AD629}"/>
              </a:ext>
            </a:extLst>
          </p:cNvPr>
          <p:cNvSpPr>
            <a:spLocks noGrp="1"/>
          </p:cNvSpPr>
          <p:nvPr>
            <p:ph type="title" orient="vert"/>
          </p:nvPr>
        </p:nvSpPr>
        <p:spPr>
          <a:xfrm>
            <a:off x="610362" y="597371"/>
            <a:ext cx="11044427" cy="1104900"/>
          </a:xfrm>
        </p:spPr>
        <p:txBody>
          <a:bodyPr/>
          <a:lstStyle/>
          <a:p>
            <a:r>
              <a:rPr lang="en-US" b="1"/>
              <a:t>OPTI</a:t>
            </a:r>
            <a:r>
              <a:rPr lang="en-US" b="1">
                <a:solidFill>
                  <a:schemeClr val="bg2"/>
                </a:solidFill>
              </a:rPr>
              <a:t>X</a:t>
            </a:r>
            <a:r>
              <a:rPr lang="en-US"/>
              <a:t> VIDEO</a:t>
            </a:r>
          </a:p>
        </p:txBody>
      </p:sp>
      <p:sp>
        <p:nvSpPr>
          <p:cNvPr id="4" name="Footer Placeholder 3">
            <a:extLst>
              <a:ext uri="{FF2B5EF4-FFF2-40B4-BE49-F238E27FC236}">
                <a16:creationId xmlns:a16="http://schemas.microsoft.com/office/drawing/2014/main" id="{AE1B587A-038B-446C-EEC6-DA0E55628A74}"/>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BAEC80E2-D203-D31A-6894-A09F597CAC51}"/>
              </a:ext>
            </a:extLst>
          </p:cNvPr>
          <p:cNvSpPr>
            <a:spLocks noGrp="1"/>
          </p:cNvSpPr>
          <p:nvPr>
            <p:ph type="sldNum" sz="quarter" idx="12"/>
          </p:nvPr>
        </p:nvSpPr>
        <p:spPr/>
        <p:txBody>
          <a:bodyPr/>
          <a:lstStyle/>
          <a:p>
            <a:fld id="{64B53FD8-04EE-4F67-B5CA-77D45BC12F90}" type="slidenum">
              <a:rPr lang="en-US" smtClean="0"/>
              <a:pPr/>
              <a:t>22</a:t>
            </a:fld>
            <a:endParaRPr lang="en-US" sz="800"/>
          </a:p>
        </p:txBody>
      </p:sp>
    </p:spTree>
    <p:extLst>
      <p:ext uri="{BB962C8B-B14F-4D97-AF65-F5344CB8AC3E}">
        <p14:creationId xmlns:p14="http://schemas.microsoft.com/office/powerpoint/2010/main" val="33747820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7B393-9264-7118-63C8-6B908CC52BBF}"/>
            </a:ext>
          </a:extLst>
        </p:cNvPr>
        <p:cNvGrpSpPr/>
        <p:nvPr/>
      </p:nvGrpSpPr>
      <p:grpSpPr>
        <a:xfrm>
          <a:off x="0" y="0"/>
          <a:ext cx="0" cy="0"/>
          <a:chOff x="0" y="0"/>
          <a:chExt cx="0" cy="0"/>
        </a:xfrm>
      </p:grpSpPr>
      <p:sp>
        <p:nvSpPr>
          <p:cNvPr id="2" name="Vertical Title 1">
            <a:extLst>
              <a:ext uri="{FF2B5EF4-FFF2-40B4-BE49-F238E27FC236}">
                <a16:creationId xmlns:a16="http://schemas.microsoft.com/office/drawing/2014/main" id="{23D7D755-0A3C-F655-70A0-474082151239}"/>
              </a:ext>
            </a:extLst>
          </p:cNvPr>
          <p:cNvSpPr>
            <a:spLocks noGrp="1"/>
          </p:cNvSpPr>
          <p:nvPr>
            <p:ph type="title" orient="vert"/>
          </p:nvPr>
        </p:nvSpPr>
        <p:spPr>
          <a:xfrm>
            <a:off x="613061" y="583375"/>
            <a:ext cx="11044427" cy="1104900"/>
          </a:xfrm>
        </p:spPr>
        <p:txBody>
          <a:bodyPr/>
          <a:lstStyle/>
          <a:p>
            <a:r>
              <a:rPr lang="en-US" sz="2800" b="1"/>
              <a:t>OPTI</a:t>
            </a:r>
            <a:r>
              <a:rPr lang="en-US" sz="2800" b="1">
                <a:solidFill>
                  <a:schemeClr val="bg2"/>
                </a:solidFill>
              </a:rPr>
              <a:t>X</a:t>
            </a:r>
            <a:r>
              <a:rPr lang="en-US" sz="2800" b="1"/>
              <a:t> reduces case handling time by ~64%, while maintaining 97% accuracy</a:t>
            </a:r>
          </a:p>
        </p:txBody>
      </p:sp>
      <p:sp>
        <p:nvSpPr>
          <p:cNvPr id="4" name="Footer Placeholder 3">
            <a:extLst>
              <a:ext uri="{FF2B5EF4-FFF2-40B4-BE49-F238E27FC236}">
                <a16:creationId xmlns:a16="http://schemas.microsoft.com/office/drawing/2014/main" id="{C694FE05-5A09-6E40-99D9-F14947A44BCB}"/>
              </a:ext>
            </a:extLst>
          </p:cNvPr>
          <p:cNvSpPr>
            <a:spLocks noGrp="1"/>
          </p:cNvSpPr>
          <p:nvPr>
            <p:ph type="ftr" sz="quarter" idx="11"/>
          </p:nvPr>
        </p:nvSpPr>
        <p:spPr/>
        <p:txBody>
          <a:bodyPr/>
          <a:lstStyle/>
          <a:p>
            <a:pPr>
              <a:lnSpc>
                <a:spcPct val="90000"/>
              </a:lnSpc>
            </a:pP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69FD98F1-93AE-18D4-9488-1C191D9F37DA}"/>
              </a:ext>
            </a:extLst>
          </p:cNvPr>
          <p:cNvSpPr>
            <a:spLocks noGrp="1"/>
          </p:cNvSpPr>
          <p:nvPr>
            <p:ph type="sldNum" sz="quarter" idx="12"/>
          </p:nvPr>
        </p:nvSpPr>
        <p:spPr/>
        <p:txBody>
          <a:bodyPr/>
          <a:lstStyle/>
          <a:p>
            <a:fld id="{64B53FD8-04EE-4F67-B5CA-77D45BC12F90}" type="slidenum">
              <a:rPr lang="en-US" smtClean="0"/>
              <a:pPr/>
              <a:t>23</a:t>
            </a:fld>
            <a:endParaRPr lang="en-US" sz="800"/>
          </a:p>
        </p:txBody>
      </p:sp>
      <p:sp>
        <p:nvSpPr>
          <p:cNvPr id="8" name="TextBox 7">
            <a:extLst>
              <a:ext uri="{FF2B5EF4-FFF2-40B4-BE49-F238E27FC236}">
                <a16:creationId xmlns:a16="http://schemas.microsoft.com/office/drawing/2014/main" id="{A2021A54-F4C2-049E-1F87-BBB7081AEBED}"/>
              </a:ext>
            </a:extLst>
          </p:cNvPr>
          <p:cNvSpPr txBox="1"/>
          <p:nvPr/>
        </p:nvSpPr>
        <p:spPr>
          <a:xfrm>
            <a:off x="622855" y="1495304"/>
            <a:ext cx="11022489" cy="456728"/>
          </a:xfrm>
          <a:prstGeom prst="rect">
            <a:avLst/>
          </a:prstGeom>
          <a:noFill/>
        </p:spPr>
        <p:txBody>
          <a:bodyPr wrap="square" lIns="0" tIns="0" rIns="0" bIns="0" rtlCol="0">
            <a:spAutoFit/>
          </a:bodyPr>
          <a:lstStyle/>
          <a:p>
            <a:pPr algn="l">
              <a:lnSpc>
                <a:spcPct val="130000"/>
              </a:lnSpc>
            </a:pPr>
            <a:r>
              <a:rPr lang="en-US" sz="1200" b="0" i="1">
                <a:latin typeface="FedEx Sans" panose="020B0603020203020204" pitchFamily="34" charset="0"/>
                <a:ea typeface="FedEx Sans" panose="020B0603020203020204" pitchFamily="34" charset="0"/>
                <a:cs typeface="FedEx Sans" panose="020B0603020203020204" pitchFamily="34" charset="0"/>
              </a:rPr>
              <a:t>The current process for solving prospecting and potential cases takes </a:t>
            </a:r>
            <a:r>
              <a:rPr lang="en-US" sz="1200" i="1"/>
              <a:t>5-8</a:t>
            </a:r>
            <a:r>
              <a:rPr lang="en-US" sz="1200" b="0" i="1">
                <a:latin typeface="FedEx Sans" panose="020B0603020203020204" pitchFamily="34" charset="0"/>
                <a:ea typeface="FedEx Sans" panose="020B0603020203020204" pitchFamily="34" charset="0"/>
                <a:cs typeface="FedEx Sans" panose="020B0603020203020204" pitchFamily="34" charset="0"/>
              </a:rPr>
              <a:t> minutes/</a:t>
            </a:r>
            <a:r>
              <a:rPr lang="en-US" sz="1200" i="1"/>
              <a:t>case </a:t>
            </a:r>
            <a:r>
              <a:rPr lang="en-US" sz="1200" b="0" i="1">
                <a:latin typeface="FedEx Sans" panose="020B0603020203020204" pitchFamily="34" charset="0"/>
                <a:ea typeface="FedEx Sans" panose="020B0603020203020204" pitchFamily="34" charset="0"/>
                <a:cs typeface="FedEx Sans" panose="020B0603020203020204" pitchFamily="34" charset="0"/>
              </a:rPr>
              <a:t>which can be reduced to 2</a:t>
            </a:r>
            <a:r>
              <a:rPr lang="en-US" sz="1200" i="1"/>
              <a:t> minutes/case</a:t>
            </a:r>
            <a:r>
              <a:rPr lang="en-US" sz="1200" b="0" i="1">
                <a:latin typeface="FedEx Sans" panose="020B0603020203020204" pitchFamily="34" charset="0"/>
                <a:ea typeface="FedEx Sans" panose="020B0603020203020204" pitchFamily="34" charset="0"/>
                <a:cs typeface="FedEx Sans" panose="020B0603020203020204" pitchFamily="34" charset="0"/>
              </a:rPr>
              <a:t> after implementing Optix research solution</a:t>
            </a:r>
          </a:p>
        </p:txBody>
      </p:sp>
      <p:sp>
        <p:nvSpPr>
          <p:cNvPr id="16" name="TextBox 15">
            <a:extLst>
              <a:ext uri="{FF2B5EF4-FFF2-40B4-BE49-F238E27FC236}">
                <a16:creationId xmlns:a16="http://schemas.microsoft.com/office/drawing/2014/main" id="{4F5FD321-C7F9-6E0E-C689-46DC786D443B}"/>
              </a:ext>
            </a:extLst>
          </p:cNvPr>
          <p:cNvSpPr txBox="1"/>
          <p:nvPr/>
        </p:nvSpPr>
        <p:spPr>
          <a:xfrm>
            <a:off x="602637" y="5395636"/>
            <a:ext cx="7228977" cy="780727"/>
          </a:xfrm>
          <a:prstGeom prst="rect">
            <a:avLst/>
          </a:prstGeom>
          <a:noFill/>
        </p:spPr>
        <p:txBody>
          <a:bodyPr wrap="square" lIns="0" tIns="0" rIns="0" bIns="0" rtlCol="0">
            <a:spAutoFit/>
          </a:bodyPr>
          <a:lstStyle/>
          <a:p>
            <a:pPr marL="228600" indent="-228600" algn="l">
              <a:lnSpc>
                <a:spcPct val="130000"/>
              </a:lnSpc>
              <a:spcAft>
                <a:spcPts val="0"/>
              </a:spcAft>
              <a:buAutoNum type="arabicPeriod"/>
            </a:pPr>
            <a:r>
              <a:rPr lang="en-US" sz="1000" b="1" i="0"/>
              <a:t>Data </a:t>
            </a:r>
            <a:r>
              <a:rPr lang="en-US" sz="1000" b="1"/>
              <a:t>Issue: </a:t>
            </a:r>
            <a:r>
              <a:rPr lang="en-US" sz="1000"/>
              <a:t>Cases are being dropped due to data quality issues—insufficient case details, incorrect input templates, and cases not raised at the EAN level.</a:t>
            </a:r>
            <a:r>
              <a:rPr lang="en-US" sz="1000">
                <a:solidFill>
                  <a:schemeClr val="tx1"/>
                </a:solidFill>
              </a:rPr>
              <a:t> </a:t>
            </a:r>
            <a:r>
              <a:rPr lang="en-US" sz="1000"/>
              <a:t>The model response rate% can go increase to 65% from current 58% if data issue gets resolved </a:t>
            </a:r>
          </a:p>
          <a:p>
            <a:pPr marL="228600" indent="-228600" algn="l">
              <a:lnSpc>
                <a:spcPct val="130000"/>
              </a:lnSpc>
              <a:spcAft>
                <a:spcPts val="0"/>
              </a:spcAft>
              <a:buAutoNum type="arabicPeriod"/>
            </a:pPr>
            <a:r>
              <a:rPr lang="en-US" sz="1000" b="1">
                <a:solidFill>
                  <a:schemeClr val="tx1"/>
                </a:solidFill>
              </a:rPr>
              <a:t>Total Cases </a:t>
            </a:r>
            <a:r>
              <a:rPr lang="en-US" sz="1000">
                <a:solidFill>
                  <a:schemeClr val="tx1"/>
                </a:solidFill>
              </a:rPr>
              <a:t>indicate number of cases which fall under </a:t>
            </a:r>
            <a:r>
              <a:rPr lang="en-US" sz="1000" err="1">
                <a:solidFill>
                  <a:schemeClr val="tx1"/>
                </a:solidFill>
              </a:rPr>
              <a:t>CoE</a:t>
            </a:r>
            <a:r>
              <a:rPr lang="en-US" sz="1000">
                <a:solidFill>
                  <a:schemeClr val="tx1"/>
                </a:solidFill>
              </a:rPr>
              <a:t> purview in Dec’25</a:t>
            </a:r>
          </a:p>
        </p:txBody>
      </p:sp>
      <p:sp>
        <p:nvSpPr>
          <p:cNvPr id="17" name="TextBox 16">
            <a:extLst>
              <a:ext uri="{FF2B5EF4-FFF2-40B4-BE49-F238E27FC236}">
                <a16:creationId xmlns:a16="http://schemas.microsoft.com/office/drawing/2014/main" id="{7AA017DE-E100-7CED-0F45-6ABDE518C746}"/>
              </a:ext>
            </a:extLst>
          </p:cNvPr>
          <p:cNvSpPr txBox="1"/>
          <p:nvPr/>
        </p:nvSpPr>
        <p:spPr>
          <a:xfrm>
            <a:off x="609528" y="5091260"/>
            <a:ext cx="1905000" cy="198644"/>
          </a:xfrm>
          <a:prstGeom prst="rect">
            <a:avLst/>
          </a:prstGeom>
          <a:noFill/>
        </p:spPr>
        <p:txBody>
          <a:bodyPr wrap="square" lIns="0" tIns="0" rIns="0" bIns="0" rtlCol="0">
            <a:spAutoFit/>
          </a:bodyPr>
          <a:lstStyle/>
          <a:p>
            <a:pPr algn="l">
              <a:lnSpc>
                <a:spcPct val="130000"/>
              </a:lnSpc>
            </a:pPr>
            <a:r>
              <a:rPr lang="en-US" sz="1100" b="1" i="0">
                <a:latin typeface="FedEx Sans" panose="020B0603020203020204" pitchFamily="34" charset="0"/>
                <a:ea typeface="FedEx Sans" panose="020B0603020203020204" pitchFamily="34" charset="0"/>
                <a:cs typeface="FedEx Sans" panose="020B0603020203020204" pitchFamily="34" charset="0"/>
              </a:rPr>
              <a:t>Notes:</a:t>
            </a:r>
          </a:p>
        </p:txBody>
      </p:sp>
      <p:cxnSp>
        <p:nvCxnSpPr>
          <p:cNvPr id="19" name="Straight Connector 18">
            <a:extLst>
              <a:ext uri="{FF2B5EF4-FFF2-40B4-BE49-F238E27FC236}">
                <a16:creationId xmlns:a16="http://schemas.microsoft.com/office/drawing/2014/main" id="{734483F5-B2B0-8318-B981-EFBA3D3C7D70}"/>
              </a:ext>
            </a:extLst>
          </p:cNvPr>
          <p:cNvCxnSpPr>
            <a:cxnSpLocks/>
          </p:cNvCxnSpPr>
          <p:nvPr/>
        </p:nvCxnSpPr>
        <p:spPr>
          <a:xfrm>
            <a:off x="580503" y="5322664"/>
            <a:ext cx="722897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0A768811-9207-0837-37A3-2130C00A1817}"/>
              </a:ext>
            </a:extLst>
          </p:cNvPr>
          <p:cNvGrpSpPr/>
          <p:nvPr/>
        </p:nvGrpSpPr>
        <p:grpSpPr>
          <a:xfrm>
            <a:off x="571500" y="2057400"/>
            <a:ext cx="7239536" cy="2446969"/>
            <a:chOff x="571500" y="2057400"/>
            <a:chExt cx="4607505" cy="2304287"/>
          </a:xfrm>
        </p:grpSpPr>
        <p:sp>
          <p:nvSpPr>
            <p:cNvPr id="32" name="Rectangle 31">
              <a:extLst>
                <a:ext uri="{FF2B5EF4-FFF2-40B4-BE49-F238E27FC236}">
                  <a16:creationId xmlns:a16="http://schemas.microsoft.com/office/drawing/2014/main" id="{BB8D77EB-7B9D-F001-0EA2-8BA97102C40D}"/>
                </a:ext>
              </a:extLst>
            </p:cNvPr>
            <p:cNvSpPr/>
            <p:nvPr/>
          </p:nvSpPr>
          <p:spPr>
            <a:xfrm>
              <a:off x="4211545" y="2340759"/>
              <a:ext cx="945955" cy="2010746"/>
            </a:xfrm>
            <a:prstGeom prst="rect">
              <a:avLst/>
            </a:prstGeom>
            <a:solidFill>
              <a:schemeClr val="bg1">
                <a:lumMod val="95000"/>
                <a:alpha val="9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2586CAE-6847-5149-EBA9-0F00D44377DE}"/>
                </a:ext>
              </a:extLst>
            </p:cNvPr>
            <p:cNvSpPr/>
            <p:nvPr/>
          </p:nvSpPr>
          <p:spPr>
            <a:xfrm>
              <a:off x="571500" y="2057400"/>
              <a:ext cx="4607505" cy="28506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Optix Performance (Duration- 1</a:t>
              </a:r>
              <a:r>
                <a:rPr lang="en-US" sz="1200" b="1" baseline="30000"/>
                <a:t>st</a:t>
              </a:r>
              <a:r>
                <a:rPr lang="en-US" sz="1200" b="1"/>
                <a:t> -31</a:t>
              </a:r>
              <a:r>
                <a:rPr lang="en-US" sz="1200" b="1" baseline="30000"/>
                <a:t>st</a:t>
              </a:r>
              <a:r>
                <a:rPr lang="en-US" sz="1200" b="1"/>
                <a:t> Dec’25)</a:t>
              </a:r>
            </a:p>
          </p:txBody>
        </p:sp>
        <p:graphicFrame>
          <p:nvGraphicFramePr>
            <p:cNvPr id="11" name="Chart 10">
              <a:extLst>
                <a:ext uri="{FF2B5EF4-FFF2-40B4-BE49-F238E27FC236}">
                  <a16:creationId xmlns:a16="http://schemas.microsoft.com/office/drawing/2014/main" id="{79F4A56A-6806-8749-6434-B81F312AF4DD}"/>
                </a:ext>
              </a:extLst>
            </p:cNvPr>
            <p:cNvGraphicFramePr>
              <a:graphicFrameLocks/>
            </p:cNvGraphicFramePr>
            <p:nvPr>
              <p:custDataLst>
                <p:tags r:id="rId1"/>
              </p:custDataLst>
            </p:nvPr>
          </p:nvGraphicFramePr>
          <p:xfrm>
            <a:off x="577230" y="2383041"/>
            <a:ext cx="4559644" cy="1978646"/>
          </p:xfrm>
          <a:graphic>
            <a:graphicData uri="http://schemas.openxmlformats.org/drawingml/2006/chart">
              <c:chart xmlns:c="http://schemas.openxmlformats.org/drawingml/2006/chart" xmlns:r="http://schemas.openxmlformats.org/officeDocument/2006/relationships" r:id="rId4"/>
            </a:graphicData>
          </a:graphic>
        </p:graphicFrame>
        <p:sp>
          <p:nvSpPr>
            <p:cNvPr id="30" name="TextBox 29">
              <a:extLst>
                <a:ext uri="{FF2B5EF4-FFF2-40B4-BE49-F238E27FC236}">
                  <a16:creationId xmlns:a16="http://schemas.microsoft.com/office/drawing/2014/main" id="{746C55E3-19CA-AE80-494C-C5432EB3195F}"/>
                </a:ext>
              </a:extLst>
            </p:cNvPr>
            <p:cNvSpPr txBox="1"/>
            <p:nvPr/>
          </p:nvSpPr>
          <p:spPr>
            <a:xfrm>
              <a:off x="4322728" y="2872981"/>
              <a:ext cx="855287" cy="304507"/>
            </a:xfrm>
            <a:prstGeom prst="rect">
              <a:avLst/>
            </a:prstGeom>
            <a:noFill/>
          </p:spPr>
          <p:txBody>
            <a:bodyPr wrap="square" lIns="0" tIns="0" rIns="0" bIns="0" rtlCol="0">
              <a:spAutoFit/>
            </a:bodyPr>
            <a:lstStyle/>
            <a:p>
              <a:pPr algn="l">
                <a:lnSpc>
                  <a:spcPct val="130000"/>
                </a:lnSpc>
              </a:pPr>
              <a:r>
                <a:rPr lang="en-US" sz="800" b="1" i="0">
                  <a:latin typeface="FedEx Sans" panose="020B0603020203020204" pitchFamily="34" charset="0"/>
                  <a:ea typeface="FedEx Sans" panose="020B0603020203020204" pitchFamily="34" charset="0"/>
                  <a:cs typeface="FedEx Sans" panose="020B0603020203020204" pitchFamily="34" charset="0"/>
                </a:rPr>
                <a:t>97% Optix accuracy</a:t>
              </a:r>
            </a:p>
          </p:txBody>
        </p:sp>
      </p:grpSp>
      <p:sp>
        <p:nvSpPr>
          <p:cNvPr id="52" name="Rectangle 51">
            <a:extLst>
              <a:ext uri="{FF2B5EF4-FFF2-40B4-BE49-F238E27FC236}">
                <a16:creationId xmlns:a16="http://schemas.microsoft.com/office/drawing/2014/main" id="{DB1FBF10-DCAE-3CBE-C410-E7E75B3F0B48}"/>
              </a:ext>
            </a:extLst>
          </p:cNvPr>
          <p:cNvSpPr/>
          <p:nvPr/>
        </p:nvSpPr>
        <p:spPr>
          <a:xfrm>
            <a:off x="8033642" y="2069937"/>
            <a:ext cx="3599280" cy="30175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Business Impact</a:t>
            </a:r>
          </a:p>
        </p:txBody>
      </p:sp>
      <p:grpSp>
        <p:nvGrpSpPr>
          <p:cNvPr id="34" name="Group 33">
            <a:extLst>
              <a:ext uri="{FF2B5EF4-FFF2-40B4-BE49-F238E27FC236}">
                <a16:creationId xmlns:a16="http://schemas.microsoft.com/office/drawing/2014/main" id="{66EC60C0-A164-FD16-8F9C-DC3CBA19D083}"/>
              </a:ext>
            </a:extLst>
          </p:cNvPr>
          <p:cNvGrpSpPr/>
          <p:nvPr/>
        </p:nvGrpSpPr>
        <p:grpSpPr>
          <a:xfrm>
            <a:off x="8026955" y="2413400"/>
            <a:ext cx="3605132" cy="647585"/>
            <a:chOff x="8497905" y="1689234"/>
            <a:chExt cx="3788169" cy="680424"/>
          </a:xfrm>
        </p:grpSpPr>
        <p:sp>
          <p:nvSpPr>
            <p:cNvPr id="35" name="Rectangle 34">
              <a:extLst>
                <a:ext uri="{FF2B5EF4-FFF2-40B4-BE49-F238E27FC236}">
                  <a16:creationId xmlns:a16="http://schemas.microsoft.com/office/drawing/2014/main" id="{F30C2311-41AD-0446-7E11-C9D6A07DF94A}"/>
                </a:ext>
              </a:extLst>
            </p:cNvPr>
            <p:cNvSpPr/>
            <p:nvPr/>
          </p:nvSpPr>
          <p:spPr>
            <a:xfrm>
              <a:off x="8497905" y="1689234"/>
              <a:ext cx="3785092" cy="680185"/>
            </a:xfrm>
            <a:prstGeom prst="rect">
              <a:avLst/>
            </a:prstGeom>
            <a:solidFill>
              <a:srgbClr val="EFE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E37DA90-4E88-7F8F-1C21-BAE7A6CA13B2}"/>
                </a:ext>
              </a:extLst>
            </p:cNvPr>
            <p:cNvSpPr/>
            <p:nvPr/>
          </p:nvSpPr>
          <p:spPr>
            <a:xfrm>
              <a:off x="8497905" y="1689235"/>
              <a:ext cx="321249" cy="6801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1</a:t>
              </a:r>
            </a:p>
          </p:txBody>
        </p:sp>
        <p:sp>
          <p:nvSpPr>
            <p:cNvPr id="37" name="TextBox 36">
              <a:extLst>
                <a:ext uri="{FF2B5EF4-FFF2-40B4-BE49-F238E27FC236}">
                  <a16:creationId xmlns:a16="http://schemas.microsoft.com/office/drawing/2014/main" id="{53B70ACE-B9F5-06DF-CEF0-AADB8E0DCA8A}"/>
                </a:ext>
              </a:extLst>
            </p:cNvPr>
            <p:cNvSpPr txBox="1"/>
            <p:nvPr/>
          </p:nvSpPr>
          <p:spPr>
            <a:xfrm>
              <a:off x="8819153" y="1721010"/>
              <a:ext cx="2884410" cy="630598"/>
            </a:xfrm>
            <a:prstGeom prst="rect">
              <a:avLst/>
            </a:prstGeom>
            <a:noFill/>
          </p:spPr>
          <p:txBody>
            <a:bodyPr wrap="square" lIns="91440" tIns="45720" rIns="91440" bIns="45720" anchor="ctr">
              <a:spAutoFit/>
            </a:bodyPr>
            <a:lstStyle/>
            <a:p>
              <a:pPr algn="l">
                <a:spcAft>
                  <a:spcPts val="0"/>
                </a:spcAft>
              </a:pPr>
              <a:r>
                <a:rPr lang="en-IN" sz="1100" b="1"/>
                <a:t>Faster, High-Quality Execution</a:t>
              </a:r>
            </a:p>
            <a:p>
              <a:pPr algn="l">
                <a:spcAft>
                  <a:spcPts val="0"/>
                </a:spcAft>
              </a:pPr>
              <a:r>
                <a:rPr lang="en-US" sz="1100"/>
                <a:t>Delivers same diligence as TPO Analysts</a:t>
              </a:r>
              <a:endParaRPr lang="en-US" sz="1400"/>
            </a:p>
          </p:txBody>
        </p:sp>
        <p:sp>
          <p:nvSpPr>
            <p:cNvPr id="38" name="Rectangle 37">
              <a:extLst>
                <a:ext uri="{FF2B5EF4-FFF2-40B4-BE49-F238E27FC236}">
                  <a16:creationId xmlns:a16="http://schemas.microsoft.com/office/drawing/2014/main" id="{3B258D32-6BBA-C3CF-B4A3-1154EEEDEE91}"/>
                </a:ext>
              </a:extLst>
            </p:cNvPr>
            <p:cNvSpPr/>
            <p:nvPr/>
          </p:nvSpPr>
          <p:spPr>
            <a:xfrm>
              <a:off x="11737434" y="1689473"/>
              <a:ext cx="548640" cy="6801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pic>
          <p:nvPicPr>
            <p:cNvPr id="39" name="Graphic 38" descr="Fast Forward with solid fill">
              <a:extLst>
                <a:ext uri="{FF2B5EF4-FFF2-40B4-BE49-F238E27FC236}">
                  <a16:creationId xmlns:a16="http://schemas.microsoft.com/office/drawing/2014/main" id="{A5389A45-1357-0DED-9499-BFA15FB5B190}"/>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1738301" y="1769526"/>
              <a:ext cx="539236" cy="539204"/>
            </a:xfrm>
            <a:prstGeom prst="rect">
              <a:avLst/>
            </a:prstGeom>
          </p:spPr>
        </p:pic>
      </p:grpSp>
      <p:grpSp>
        <p:nvGrpSpPr>
          <p:cNvPr id="40" name="Group 39">
            <a:extLst>
              <a:ext uri="{FF2B5EF4-FFF2-40B4-BE49-F238E27FC236}">
                <a16:creationId xmlns:a16="http://schemas.microsoft.com/office/drawing/2014/main" id="{A3F40CDB-7FE7-4F9A-0C70-70589856C942}"/>
              </a:ext>
            </a:extLst>
          </p:cNvPr>
          <p:cNvGrpSpPr/>
          <p:nvPr/>
        </p:nvGrpSpPr>
        <p:grpSpPr>
          <a:xfrm>
            <a:off x="8026955" y="3189655"/>
            <a:ext cx="3602204" cy="620891"/>
            <a:chOff x="8497905" y="1689234"/>
            <a:chExt cx="3788167" cy="680424"/>
          </a:xfrm>
        </p:grpSpPr>
        <p:sp>
          <p:nvSpPr>
            <p:cNvPr id="41" name="Rectangle 40">
              <a:extLst>
                <a:ext uri="{FF2B5EF4-FFF2-40B4-BE49-F238E27FC236}">
                  <a16:creationId xmlns:a16="http://schemas.microsoft.com/office/drawing/2014/main" id="{5060ACA7-D483-62D8-C006-A885705D2B22}"/>
                </a:ext>
              </a:extLst>
            </p:cNvPr>
            <p:cNvSpPr/>
            <p:nvPr/>
          </p:nvSpPr>
          <p:spPr>
            <a:xfrm>
              <a:off x="8497905" y="1689234"/>
              <a:ext cx="3785092" cy="680185"/>
            </a:xfrm>
            <a:prstGeom prst="rect">
              <a:avLst/>
            </a:prstGeom>
            <a:solidFill>
              <a:srgbClr val="EFE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06CA9B2-38DE-CE98-6065-F2FFA49FF447}"/>
                </a:ext>
              </a:extLst>
            </p:cNvPr>
            <p:cNvSpPr/>
            <p:nvPr/>
          </p:nvSpPr>
          <p:spPr>
            <a:xfrm>
              <a:off x="8497905" y="1689235"/>
              <a:ext cx="321249" cy="6801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2</a:t>
              </a:r>
            </a:p>
          </p:txBody>
        </p:sp>
        <p:sp>
          <p:nvSpPr>
            <p:cNvPr id="50" name="Rectangle 49">
              <a:extLst>
                <a:ext uri="{FF2B5EF4-FFF2-40B4-BE49-F238E27FC236}">
                  <a16:creationId xmlns:a16="http://schemas.microsoft.com/office/drawing/2014/main" id="{AA902067-8517-FC1B-31C7-0D2A9B365B6F}"/>
                </a:ext>
              </a:extLst>
            </p:cNvPr>
            <p:cNvSpPr/>
            <p:nvPr/>
          </p:nvSpPr>
          <p:spPr>
            <a:xfrm>
              <a:off x="11737432" y="1689473"/>
              <a:ext cx="548640" cy="6801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pic>
          <p:nvPicPr>
            <p:cNvPr id="51" name="Graphic 50" descr="Business Growth with solid fill">
              <a:extLst>
                <a:ext uri="{FF2B5EF4-FFF2-40B4-BE49-F238E27FC236}">
                  <a16:creationId xmlns:a16="http://schemas.microsoft.com/office/drawing/2014/main" id="{10A316CD-4C0F-6AE8-397F-36786D499F4B}"/>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1749189" y="1769510"/>
              <a:ext cx="517458" cy="539236"/>
            </a:xfrm>
            <a:prstGeom prst="rect">
              <a:avLst/>
            </a:prstGeom>
          </p:spPr>
        </p:pic>
      </p:grpSp>
      <p:sp>
        <p:nvSpPr>
          <p:cNvPr id="74" name="TextBox 73">
            <a:extLst>
              <a:ext uri="{FF2B5EF4-FFF2-40B4-BE49-F238E27FC236}">
                <a16:creationId xmlns:a16="http://schemas.microsoft.com/office/drawing/2014/main" id="{7B0694CD-BBE0-8B03-441E-8C2D6E68A8E1}"/>
              </a:ext>
            </a:extLst>
          </p:cNvPr>
          <p:cNvSpPr txBox="1"/>
          <p:nvPr/>
        </p:nvSpPr>
        <p:spPr>
          <a:xfrm>
            <a:off x="8340614" y="3210876"/>
            <a:ext cx="2700640" cy="846386"/>
          </a:xfrm>
          <a:prstGeom prst="rect">
            <a:avLst/>
          </a:prstGeom>
          <a:noFill/>
        </p:spPr>
        <p:txBody>
          <a:bodyPr wrap="square" lIns="91440" tIns="45720" rIns="91440" bIns="45720" anchor="ctr">
            <a:spAutoFit/>
          </a:bodyPr>
          <a:lstStyle/>
          <a:p>
            <a:pPr algn="l"/>
            <a:r>
              <a:rPr lang="en-IN" sz="1100" b="1"/>
              <a:t>Scalable &amp; Future-Ready Operations </a:t>
            </a:r>
            <a:r>
              <a:rPr lang="en-US" sz="1100"/>
              <a:t>Handles case surges without added headcount</a:t>
            </a:r>
          </a:p>
          <a:p>
            <a:pPr algn="l"/>
            <a:endParaRPr lang="en-US" sz="1100"/>
          </a:p>
        </p:txBody>
      </p:sp>
      <p:grpSp>
        <p:nvGrpSpPr>
          <p:cNvPr id="75" name="Group 74">
            <a:extLst>
              <a:ext uri="{FF2B5EF4-FFF2-40B4-BE49-F238E27FC236}">
                <a16:creationId xmlns:a16="http://schemas.microsoft.com/office/drawing/2014/main" id="{71EDE30B-968D-0E45-51D0-F60997C3B5D7}"/>
              </a:ext>
            </a:extLst>
          </p:cNvPr>
          <p:cNvGrpSpPr/>
          <p:nvPr/>
        </p:nvGrpSpPr>
        <p:grpSpPr>
          <a:xfrm>
            <a:off x="8026955" y="3929243"/>
            <a:ext cx="3602204" cy="620891"/>
            <a:chOff x="8497905" y="1689234"/>
            <a:chExt cx="3788167" cy="680424"/>
          </a:xfrm>
        </p:grpSpPr>
        <p:sp>
          <p:nvSpPr>
            <p:cNvPr id="76" name="Rectangle 75">
              <a:extLst>
                <a:ext uri="{FF2B5EF4-FFF2-40B4-BE49-F238E27FC236}">
                  <a16:creationId xmlns:a16="http://schemas.microsoft.com/office/drawing/2014/main" id="{FF1068FC-7C68-DF5F-A80E-E69E3EFC1072}"/>
                </a:ext>
              </a:extLst>
            </p:cNvPr>
            <p:cNvSpPr/>
            <p:nvPr/>
          </p:nvSpPr>
          <p:spPr>
            <a:xfrm>
              <a:off x="8497905" y="1689234"/>
              <a:ext cx="3785092" cy="680185"/>
            </a:xfrm>
            <a:prstGeom prst="rect">
              <a:avLst/>
            </a:prstGeom>
            <a:solidFill>
              <a:srgbClr val="EFE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19508667-ABB4-65DA-530C-D765AF7FD828}"/>
                </a:ext>
              </a:extLst>
            </p:cNvPr>
            <p:cNvSpPr/>
            <p:nvPr/>
          </p:nvSpPr>
          <p:spPr>
            <a:xfrm>
              <a:off x="8497905" y="1689235"/>
              <a:ext cx="321249" cy="6801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3</a:t>
              </a:r>
            </a:p>
          </p:txBody>
        </p:sp>
        <p:sp>
          <p:nvSpPr>
            <p:cNvPr id="78" name="Rectangle 77">
              <a:extLst>
                <a:ext uri="{FF2B5EF4-FFF2-40B4-BE49-F238E27FC236}">
                  <a16:creationId xmlns:a16="http://schemas.microsoft.com/office/drawing/2014/main" id="{6EF18CBB-0628-951C-ACE6-7FD59AF171D8}"/>
                </a:ext>
              </a:extLst>
            </p:cNvPr>
            <p:cNvSpPr/>
            <p:nvPr/>
          </p:nvSpPr>
          <p:spPr>
            <a:xfrm>
              <a:off x="11737432" y="1689473"/>
              <a:ext cx="548640" cy="6801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grpSp>
      <p:sp>
        <p:nvSpPr>
          <p:cNvPr id="88" name="TextBox 87">
            <a:extLst>
              <a:ext uri="{FF2B5EF4-FFF2-40B4-BE49-F238E27FC236}">
                <a16:creationId xmlns:a16="http://schemas.microsoft.com/office/drawing/2014/main" id="{60A14A50-8014-60B8-EF4A-7C001258CE47}"/>
              </a:ext>
            </a:extLst>
          </p:cNvPr>
          <p:cNvSpPr txBox="1"/>
          <p:nvPr/>
        </p:nvSpPr>
        <p:spPr>
          <a:xfrm>
            <a:off x="8399088" y="4026160"/>
            <a:ext cx="2319712" cy="430887"/>
          </a:xfrm>
          <a:prstGeom prst="rect">
            <a:avLst/>
          </a:prstGeom>
          <a:noFill/>
        </p:spPr>
        <p:txBody>
          <a:bodyPr wrap="square" lIns="91440" tIns="45720" rIns="91440" bIns="45720" anchor="ctr">
            <a:spAutoFit/>
          </a:bodyPr>
          <a:lstStyle/>
          <a:p>
            <a:pPr algn="l">
              <a:spcAft>
                <a:spcPts val="0"/>
              </a:spcAft>
            </a:pPr>
            <a:r>
              <a:rPr lang="en-US" sz="1100" b="1"/>
              <a:t>Intelligent Case Filtering</a:t>
            </a:r>
          </a:p>
          <a:p>
            <a:pPr>
              <a:spcAft>
                <a:spcPts val="0"/>
              </a:spcAft>
            </a:pPr>
            <a:r>
              <a:rPr lang="en-US" sz="1100"/>
              <a:t>Edge cases -&gt; TPO Analyst</a:t>
            </a:r>
          </a:p>
        </p:txBody>
      </p:sp>
      <p:grpSp>
        <p:nvGrpSpPr>
          <p:cNvPr id="89" name="Group 88">
            <a:extLst>
              <a:ext uri="{FF2B5EF4-FFF2-40B4-BE49-F238E27FC236}">
                <a16:creationId xmlns:a16="http://schemas.microsoft.com/office/drawing/2014/main" id="{A60ED3CB-49BA-078E-A767-C598A6DFB9DF}"/>
              </a:ext>
            </a:extLst>
          </p:cNvPr>
          <p:cNvGrpSpPr/>
          <p:nvPr/>
        </p:nvGrpSpPr>
        <p:grpSpPr>
          <a:xfrm>
            <a:off x="8026955" y="4640163"/>
            <a:ext cx="3602204" cy="620891"/>
            <a:chOff x="8497905" y="1689234"/>
            <a:chExt cx="3788167" cy="680424"/>
          </a:xfrm>
        </p:grpSpPr>
        <p:sp>
          <p:nvSpPr>
            <p:cNvPr id="90" name="Rectangle 89">
              <a:extLst>
                <a:ext uri="{FF2B5EF4-FFF2-40B4-BE49-F238E27FC236}">
                  <a16:creationId xmlns:a16="http://schemas.microsoft.com/office/drawing/2014/main" id="{1D52FEA7-060B-FDFE-A814-72A1F564087B}"/>
                </a:ext>
              </a:extLst>
            </p:cNvPr>
            <p:cNvSpPr/>
            <p:nvPr/>
          </p:nvSpPr>
          <p:spPr>
            <a:xfrm>
              <a:off x="8497905" y="1689234"/>
              <a:ext cx="3785092" cy="680185"/>
            </a:xfrm>
            <a:prstGeom prst="rect">
              <a:avLst/>
            </a:prstGeom>
            <a:solidFill>
              <a:srgbClr val="EFE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C4430AD4-FACB-7A3A-F3F5-25D364337B84}"/>
                </a:ext>
              </a:extLst>
            </p:cNvPr>
            <p:cNvSpPr/>
            <p:nvPr/>
          </p:nvSpPr>
          <p:spPr>
            <a:xfrm>
              <a:off x="8497905" y="1689235"/>
              <a:ext cx="321249" cy="68018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4</a:t>
              </a:r>
            </a:p>
          </p:txBody>
        </p:sp>
        <p:sp>
          <p:nvSpPr>
            <p:cNvPr id="92" name="Rectangle 91">
              <a:extLst>
                <a:ext uri="{FF2B5EF4-FFF2-40B4-BE49-F238E27FC236}">
                  <a16:creationId xmlns:a16="http://schemas.microsoft.com/office/drawing/2014/main" id="{AA6E32D1-9E39-AD62-12C9-2D3F8AC630C0}"/>
                </a:ext>
              </a:extLst>
            </p:cNvPr>
            <p:cNvSpPr/>
            <p:nvPr/>
          </p:nvSpPr>
          <p:spPr>
            <a:xfrm>
              <a:off x="11737432" y="1689473"/>
              <a:ext cx="548640" cy="6801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pic>
          <p:nvPicPr>
            <p:cNvPr id="93" name="Graphic 92" descr="Clipboard Checked with solid fill">
              <a:extLst>
                <a:ext uri="{FF2B5EF4-FFF2-40B4-BE49-F238E27FC236}">
                  <a16:creationId xmlns:a16="http://schemas.microsoft.com/office/drawing/2014/main" id="{B2E7C9BB-24EA-8D60-6A6C-54713CB642E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1749189" y="1769510"/>
              <a:ext cx="517458" cy="539236"/>
            </a:xfrm>
            <a:prstGeom prst="rect">
              <a:avLst/>
            </a:prstGeom>
          </p:spPr>
        </p:pic>
      </p:grpSp>
      <p:sp>
        <p:nvSpPr>
          <p:cNvPr id="94" name="TextBox 93">
            <a:extLst>
              <a:ext uri="{FF2B5EF4-FFF2-40B4-BE49-F238E27FC236}">
                <a16:creationId xmlns:a16="http://schemas.microsoft.com/office/drawing/2014/main" id="{E53417A7-A625-A84F-9387-F1DB56C75E9B}"/>
              </a:ext>
            </a:extLst>
          </p:cNvPr>
          <p:cNvSpPr txBox="1"/>
          <p:nvPr/>
        </p:nvSpPr>
        <p:spPr>
          <a:xfrm>
            <a:off x="8399089" y="4654900"/>
            <a:ext cx="2703172" cy="600164"/>
          </a:xfrm>
          <a:prstGeom prst="rect">
            <a:avLst/>
          </a:prstGeom>
          <a:noFill/>
        </p:spPr>
        <p:txBody>
          <a:bodyPr wrap="square" lIns="91440" tIns="45720" rIns="91440" bIns="45720" anchor="ctr">
            <a:spAutoFit/>
          </a:bodyPr>
          <a:lstStyle/>
          <a:p>
            <a:pPr algn="l">
              <a:spcAft>
                <a:spcPts val="0"/>
              </a:spcAft>
            </a:pPr>
            <a:r>
              <a:rPr lang="en-IN" sz="1100" b="1"/>
              <a:t>Proactive Data Validation </a:t>
            </a:r>
          </a:p>
          <a:p>
            <a:pPr>
              <a:spcAft>
                <a:spcPts val="0"/>
              </a:spcAft>
            </a:pPr>
            <a:r>
              <a:rPr lang="en-US" sz="1100"/>
              <a:t>Missing/incorrect inputs are flagged upfront</a:t>
            </a:r>
          </a:p>
        </p:txBody>
      </p:sp>
      <p:grpSp>
        <p:nvGrpSpPr>
          <p:cNvPr id="95" name="Group 94">
            <a:extLst>
              <a:ext uri="{FF2B5EF4-FFF2-40B4-BE49-F238E27FC236}">
                <a16:creationId xmlns:a16="http://schemas.microsoft.com/office/drawing/2014/main" id="{1B5B3327-5977-3970-5ED7-068E7558A671}"/>
              </a:ext>
            </a:extLst>
          </p:cNvPr>
          <p:cNvGrpSpPr/>
          <p:nvPr/>
        </p:nvGrpSpPr>
        <p:grpSpPr>
          <a:xfrm>
            <a:off x="8026955" y="5390892"/>
            <a:ext cx="3627048" cy="620891"/>
            <a:chOff x="8497905" y="1689234"/>
            <a:chExt cx="3788167" cy="680424"/>
          </a:xfrm>
        </p:grpSpPr>
        <p:sp>
          <p:nvSpPr>
            <p:cNvPr id="96" name="Rectangle 95">
              <a:extLst>
                <a:ext uri="{FF2B5EF4-FFF2-40B4-BE49-F238E27FC236}">
                  <a16:creationId xmlns:a16="http://schemas.microsoft.com/office/drawing/2014/main" id="{C49EFB04-F7B0-B437-A340-5DFAF54608CC}"/>
                </a:ext>
              </a:extLst>
            </p:cNvPr>
            <p:cNvSpPr/>
            <p:nvPr/>
          </p:nvSpPr>
          <p:spPr>
            <a:xfrm>
              <a:off x="8497905" y="1689234"/>
              <a:ext cx="3785092" cy="680185"/>
            </a:xfrm>
            <a:prstGeom prst="rect">
              <a:avLst/>
            </a:prstGeom>
            <a:solidFill>
              <a:srgbClr val="EFEA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BD025AEC-02E6-93A2-FBFC-8829290381E2}"/>
                </a:ext>
              </a:extLst>
            </p:cNvPr>
            <p:cNvSpPr/>
            <p:nvPr/>
          </p:nvSpPr>
          <p:spPr>
            <a:xfrm>
              <a:off x="11715242" y="1689473"/>
              <a:ext cx="570830" cy="6801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pic>
          <p:nvPicPr>
            <p:cNvPr id="104" name="Graphic 103" descr="Research with solid fill">
              <a:extLst>
                <a:ext uri="{FF2B5EF4-FFF2-40B4-BE49-F238E27FC236}">
                  <a16:creationId xmlns:a16="http://schemas.microsoft.com/office/drawing/2014/main" id="{BE0F6164-0B0D-F02B-D8DE-FAFB6B9A65D4}"/>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1763622" y="1730695"/>
              <a:ext cx="513914" cy="539236"/>
            </a:xfrm>
            <a:prstGeom prst="rect">
              <a:avLst/>
            </a:prstGeom>
          </p:spPr>
        </p:pic>
      </p:grpSp>
      <p:sp>
        <p:nvSpPr>
          <p:cNvPr id="105" name="TextBox 104">
            <a:extLst>
              <a:ext uri="{FF2B5EF4-FFF2-40B4-BE49-F238E27FC236}">
                <a16:creationId xmlns:a16="http://schemas.microsoft.com/office/drawing/2014/main" id="{DFEC4807-6C4A-6B4E-FBAB-8B3B5FB73414}"/>
              </a:ext>
            </a:extLst>
          </p:cNvPr>
          <p:cNvSpPr txBox="1"/>
          <p:nvPr/>
        </p:nvSpPr>
        <p:spPr>
          <a:xfrm>
            <a:off x="8386654" y="5472960"/>
            <a:ext cx="2598290" cy="456535"/>
          </a:xfrm>
          <a:prstGeom prst="rect">
            <a:avLst/>
          </a:prstGeom>
          <a:noFill/>
        </p:spPr>
        <p:txBody>
          <a:bodyPr wrap="square" lIns="91440" tIns="45720" rIns="91440" bIns="45720" anchor="t">
            <a:spAutoFit/>
          </a:bodyPr>
          <a:lstStyle/>
          <a:p>
            <a:pPr marL="171450" indent="-171450">
              <a:spcAft>
                <a:spcPts val="200"/>
              </a:spcAft>
              <a:buFont typeface="Arial" panose="020B0604020202020204" pitchFamily="34" charset="0"/>
              <a:buChar char="•"/>
            </a:pPr>
            <a:r>
              <a:rPr lang="en-IN" sz="1100" b="1"/>
              <a:t>64% </a:t>
            </a:r>
            <a:r>
              <a:rPr lang="en-IN" sz="1100"/>
              <a:t>Time efficiency</a:t>
            </a:r>
            <a:r>
              <a:rPr lang="en-IN" sz="1100" baseline="30000"/>
              <a:t>1</a:t>
            </a:r>
            <a:r>
              <a:rPr lang="en-IN" sz="1100"/>
              <a:t> </a:t>
            </a:r>
          </a:p>
          <a:p>
            <a:pPr marL="171450" indent="-171450">
              <a:spcAft>
                <a:spcPts val="200"/>
              </a:spcAft>
              <a:buFont typeface="Arial" panose="020B0604020202020204" pitchFamily="34" charset="0"/>
              <a:buChar char="•"/>
            </a:pPr>
            <a:r>
              <a:rPr lang="en-IN" sz="1100" b="1"/>
              <a:t>8% </a:t>
            </a:r>
            <a:r>
              <a:rPr lang="en-IN" sz="1100"/>
              <a:t>Bandwidth unlocked</a:t>
            </a:r>
            <a:endParaRPr lang="en-IN" sz="1100" baseline="30000"/>
          </a:p>
        </p:txBody>
      </p:sp>
      <p:sp>
        <p:nvSpPr>
          <p:cNvPr id="107" name="Rectangle 106">
            <a:extLst>
              <a:ext uri="{FF2B5EF4-FFF2-40B4-BE49-F238E27FC236}">
                <a16:creationId xmlns:a16="http://schemas.microsoft.com/office/drawing/2014/main" id="{AACC3AAB-51A9-2A14-0BE1-47731764E044}"/>
              </a:ext>
            </a:extLst>
          </p:cNvPr>
          <p:cNvSpPr/>
          <p:nvPr/>
        </p:nvSpPr>
        <p:spPr>
          <a:xfrm>
            <a:off x="8035134" y="5399128"/>
            <a:ext cx="305479" cy="6206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bg1"/>
                </a:solidFill>
              </a:rPr>
              <a:t>5</a:t>
            </a:r>
          </a:p>
        </p:txBody>
      </p:sp>
      <p:pic>
        <p:nvPicPr>
          <p:cNvPr id="112" name="Graphic 111" descr="Head with gears with solid fill">
            <a:extLst>
              <a:ext uri="{FF2B5EF4-FFF2-40B4-BE49-F238E27FC236}">
                <a16:creationId xmlns:a16="http://schemas.microsoft.com/office/drawing/2014/main" id="{2E1BFDD3-F5FB-C9A4-5DF4-EBBB13A98A3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098294" y="3966868"/>
            <a:ext cx="564865" cy="564865"/>
          </a:xfrm>
          <a:prstGeom prst="rect">
            <a:avLst/>
          </a:prstGeom>
        </p:spPr>
      </p:pic>
      <p:grpSp>
        <p:nvGrpSpPr>
          <p:cNvPr id="44" name="Group 43">
            <a:extLst>
              <a:ext uri="{FF2B5EF4-FFF2-40B4-BE49-F238E27FC236}">
                <a16:creationId xmlns:a16="http://schemas.microsoft.com/office/drawing/2014/main" id="{5DE825C7-3ABF-6BF5-55F0-F4B0AB025244}"/>
              </a:ext>
            </a:extLst>
          </p:cNvPr>
          <p:cNvGrpSpPr/>
          <p:nvPr/>
        </p:nvGrpSpPr>
        <p:grpSpPr>
          <a:xfrm>
            <a:off x="609528" y="4582744"/>
            <a:ext cx="2231039" cy="416696"/>
            <a:chOff x="609528" y="4500194"/>
            <a:chExt cx="2231039" cy="416696"/>
          </a:xfrm>
        </p:grpSpPr>
        <p:sp>
          <p:nvSpPr>
            <p:cNvPr id="10" name="Rectangle: Rounded Corners 9">
              <a:extLst>
                <a:ext uri="{FF2B5EF4-FFF2-40B4-BE49-F238E27FC236}">
                  <a16:creationId xmlns:a16="http://schemas.microsoft.com/office/drawing/2014/main" id="{9778C0F6-24B7-1140-7E4F-F2AD871B7863}"/>
                </a:ext>
              </a:extLst>
            </p:cNvPr>
            <p:cNvSpPr>
              <a:spLocks/>
            </p:cNvSpPr>
            <p:nvPr/>
          </p:nvSpPr>
          <p:spPr>
            <a:xfrm>
              <a:off x="609528" y="4500194"/>
              <a:ext cx="2231039" cy="416696"/>
            </a:xfrm>
            <a:prstGeom prst="round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EAA9BC3-475A-967C-1F7A-39415BDC1FFB}"/>
                </a:ext>
              </a:extLst>
            </p:cNvPr>
            <p:cNvSpPr txBox="1">
              <a:spLocks/>
            </p:cNvSpPr>
            <p:nvPr/>
          </p:nvSpPr>
          <p:spPr>
            <a:xfrm>
              <a:off x="1011548" y="4600211"/>
              <a:ext cx="1812280" cy="216662"/>
            </a:xfrm>
            <a:prstGeom prst="rect">
              <a:avLst/>
            </a:prstGeom>
            <a:noFill/>
          </p:spPr>
          <p:txBody>
            <a:bodyPr wrap="square" lIns="0" tIns="0" rIns="0" bIns="0" rtlCol="0">
              <a:spAutoFit/>
            </a:bodyPr>
            <a:lstStyle/>
            <a:p>
              <a:pPr algn="ctr">
                <a:lnSpc>
                  <a:spcPct val="130000"/>
                </a:lnSpc>
                <a:spcAft>
                  <a:spcPts val="0"/>
                </a:spcAft>
              </a:pPr>
              <a:r>
                <a:rPr lang="en-US" sz="1200">
                  <a:solidFill>
                    <a:schemeClr val="tx1"/>
                  </a:solidFill>
                </a:rPr>
                <a:t>In-Scope Cases: </a:t>
              </a:r>
              <a:r>
                <a:rPr lang="en-US" sz="1200" b="1">
                  <a:solidFill>
                    <a:schemeClr val="bg2"/>
                  </a:solidFill>
                </a:rPr>
                <a:t>65%</a:t>
              </a:r>
              <a:endParaRPr lang="en-US" sz="1200" b="1" i="0">
                <a:solidFill>
                  <a:schemeClr val="bg2"/>
                </a:solidFill>
                <a:latin typeface="FedEx Sans" panose="020B0603020203020204" pitchFamily="34" charset="0"/>
                <a:ea typeface="FedEx Sans" panose="020B0603020203020204" pitchFamily="34" charset="0"/>
                <a:cs typeface="FedEx Sans" panose="020B0603020203020204" pitchFamily="34" charset="0"/>
              </a:endParaRPr>
            </a:p>
          </p:txBody>
        </p:sp>
        <p:pic>
          <p:nvPicPr>
            <p:cNvPr id="7" name="Graphic 6" descr="Bar chart with solid fill">
              <a:extLst>
                <a:ext uri="{FF2B5EF4-FFF2-40B4-BE49-F238E27FC236}">
                  <a16:creationId xmlns:a16="http://schemas.microsoft.com/office/drawing/2014/main" id="{442E065E-D443-3773-465F-43B6E2F526E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5088" y="4597465"/>
              <a:ext cx="493485" cy="278632"/>
            </a:xfrm>
            <a:prstGeom prst="rect">
              <a:avLst/>
            </a:prstGeom>
          </p:spPr>
        </p:pic>
      </p:grpSp>
      <p:grpSp>
        <p:nvGrpSpPr>
          <p:cNvPr id="45" name="Group 44">
            <a:extLst>
              <a:ext uri="{FF2B5EF4-FFF2-40B4-BE49-F238E27FC236}">
                <a16:creationId xmlns:a16="http://schemas.microsoft.com/office/drawing/2014/main" id="{269C58C3-1E2F-B290-5DBA-5FA0F4731DF9}"/>
              </a:ext>
            </a:extLst>
          </p:cNvPr>
          <p:cNvGrpSpPr/>
          <p:nvPr/>
        </p:nvGrpSpPr>
        <p:grpSpPr>
          <a:xfrm>
            <a:off x="3067096" y="4582744"/>
            <a:ext cx="1699664" cy="416696"/>
            <a:chOff x="3067096" y="4500194"/>
            <a:chExt cx="1699664" cy="416696"/>
          </a:xfrm>
        </p:grpSpPr>
        <p:sp>
          <p:nvSpPr>
            <p:cNvPr id="12" name="Rectangle: Rounded Corners 11">
              <a:extLst>
                <a:ext uri="{FF2B5EF4-FFF2-40B4-BE49-F238E27FC236}">
                  <a16:creationId xmlns:a16="http://schemas.microsoft.com/office/drawing/2014/main" id="{5F83E928-636F-139A-C225-1D3472519078}"/>
                </a:ext>
              </a:extLst>
            </p:cNvPr>
            <p:cNvSpPr>
              <a:spLocks/>
            </p:cNvSpPr>
            <p:nvPr/>
          </p:nvSpPr>
          <p:spPr>
            <a:xfrm>
              <a:off x="3067096" y="4500194"/>
              <a:ext cx="1699664" cy="416696"/>
            </a:xfrm>
            <a:prstGeom prst="round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F97AA75-38AF-186C-2D1C-E566A2031D75}"/>
                </a:ext>
              </a:extLst>
            </p:cNvPr>
            <p:cNvSpPr txBox="1">
              <a:spLocks/>
            </p:cNvSpPr>
            <p:nvPr/>
          </p:nvSpPr>
          <p:spPr>
            <a:xfrm>
              <a:off x="3300674" y="4600211"/>
              <a:ext cx="1466085" cy="216662"/>
            </a:xfrm>
            <a:prstGeom prst="rect">
              <a:avLst/>
            </a:prstGeom>
            <a:noFill/>
          </p:spPr>
          <p:txBody>
            <a:bodyPr wrap="square" lIns="0" tIns="0" rIns="0" bIns="0" rtlCol="0" anchor="t">
              <a:spAutoFit/>
            </a:bodyPr>
            <a:lstStyle/>
            <a:p>
              <a:pPr algn="ctr">
                <a:lnSpc>
                  <a:spcPct val="130000"/>
                </a:lnSpc>
                <a:spcAft>
                  <a:spcPts val="0"/>
                </a:spcAft>
              </a:pPr>
              <a:r>
                <a:rPr lang="en-US" sz="1200">
                  <a:solidFill>
                    <a:schemeClr val="tx1"/>
                  </a:solidFill>
                  <a:latin typeface="FedEx Sans"/>
                </a:rPr>
                <a:t># of Users: </a:t>
              </a:r>
              <a:r>
                <a:rPr lang="en-US" sz="1200" b="1">
                  <a:solidFill>
                    <a:schemeClr val="bg2"/>
                  </a:solidFill>
                  <a:latin typeface="FedEx Sans"/>
                </a:rPr>
                <a:t>19</a:t>
              </a:r>
              <a:endParaRPr lang="en-US" sz="1200" b="1" i="0">
                <a:solidFill>
                  <a:schemeClr val="bg2"/>
                </a:solidFill>
                <a:latin typeface="FedEx Sans"/>
              </a:endParaRPr>
            </a:p>
          </p:txBody>
        </p:sp>
        <p:pic>
          <p:nvPicPr>
            <p:cNvPr id="20" name="Graphic 19" descr="Users with solid fill">
              <a:extLst>
                <a:ext uri="{FF2B5EF4-FFF2-40B4-BE49-F238E27FC236}">
                  <a16:creationId xmlns:a16="http://schemas.microsoft.com/office/drawing/2014/main" id="{48AE997A-52DF-A5FE-34B9-8B61669F928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107756" y="4568180"/>
              <a:ext cx="385837" cy="322868"/>
            </a:xfrm>
            <a:prstGeom prst="rect">
              <a:avLst/>
            </a:prstGeom>
          </p:spPr>
        </p:pic>
      </p:grpSp>
      <p:grpSp>
        <p:nvGrpSpPr>
          <p:cNvPr id="46" name="Group 45">
            <a:extLst>
              <a:ext uri="{FF2B5EF4-FFF2-40B4-BE49-F238E27FC236}">
                <a16:creationId xmlns:a16="http://schemas.microsoft.com/office/drawing/2014/main" id="{9AA41780-D379-3D62-5053-D4A8DA96E785}"/>
              </a:ext>
            </a:extLst>
          </p:cNvPr>
          <p:cNvGrpSpPr/>
          <p:nvPr/>
        </p:nvGrpSpPr>
        <p:grpSpPr>
          <a:xfrm>
            <a:off x="4993289" y="4582744"/>
            <a:ext cx="2872761" cy="416696"/>
            <a:chOff x="4993289" y="4500194"/>
            <a:chExt cx="2872761" cy="416696"/>
          </a:xfrm>
        </p:grpSpPr>
        <p:sp>
          <p:nvSpPr>
            <p:cNvPr id="24" name="Rectangle: Rounded Corners 23">
              <a:extLst>
                <a:ext uri="{FF2B5EF4-FFF2-40B4-BE49-F238E27FC236}">
                  <a16:creationId xmlns:a16="http://schemas.microsoft.com/office/drawing/2014/main" id="{88819E48-75CE-1E13-F268-E69FD9A1B1F0}"/>
                </a:ext>
              </a:extLst>
            </p:cNvPr>
            <p:cNvSpPr>
              <a:spLocks/>
            </p:cNvSpPr>
            <p:nvPr/>
          </p:nvSpPr>
          <p:spPr>
            <a:xfrm>
              <a:off x="4993289" y="4500194"/>
              <a:ext cx="2792209" cy="416696"/>
            </a:xfrm>
            <a:prstGeom prst="round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5F1BB43-965D-B79A-5A0F-FA48543DA740}"/>
                </a:ext>
              </a:extLst>
            </p:cNvPr>
            <p:cNvSpPr txBox="1">
              <a:spLocks/>
            </p:cNvSpPr>
            <p:nvPr/>
          </p:nvSpPr>
          <p:spPr>
            <a:xfrm>
              <a:off x="5286301" y="4600211"/>
              <a:ext cx="2579749" cy="216662"/>
            </a:xfrm>
            <a:prstGeom prst="rect">
              <a:avLst/>
            </a:prstGeom>
            <a:noFill/>
          </p:spPr>
          <p:txBody>
            <a:bodyPr wrap="square" lIns="0" tIns="0" rIns="0" bIns="0" rtlCol="0" anchor="t">
              <a:spAutoFit/>
            </a:bodyPr>
            <a:lstStyle/>
            <a:p>
              <a:pPr algn="ctr">
                <a:lnSpc>
                  <a:spcPct val="130000"/>
                </a:lnSpc>
                <a:spcAft>
                  <a:spcPts val="0"/>
                </a:spcAft>
              </a:pPr>
              <a:r>
                <a:rPr lang="en-US" sz="1200">
                  <a:solidFill>
                    <a:schemeClr val="tx1"/>
                  </a:solidFill>
                  <a:latin typeface="FedEx Sans"/>
                </a:rPr>
                <a:t>Avg. time saving / case: </a:t>
              </a:r>
              <a:r>
                <a:rPr lang="en-US" sz="1200" b="1">
                  <a:solidFill>
                    <a:schemeClr val="bg2"/>
                  </a:solidFill>
                  <a:latin typeface="FedEx Sans"/>
                </a:rPr>
                <a:t>3-6 min </a:t>
              </a:r>
              <a:endParaRPr lang="en-US" sz="1200" i="0">
                <a:solidFill>
                  <a:schemeClr val="tx1"/>
                </a:solidFill>
                <a:latin typeface="FedEx Sans"/>
              </a:endParaRPr>
            </a:p>
          </p:txBody>
        </p:sp>
        <p:pic>
          <p:nvPicPr>
            <p:cNvPr id="28" name="Graphic 27" descr="Stopwatch 50% with solid fill">
              <a:extLst>
                <a:ext uri="{FF2B5EF4-FFF2-40B4-BE49-F238E27FC236}">
                  <a16:creationId xmlns:a16="http://schemas.microsoft.com/office/drawing/2014/main" id="{77EA443B-A98E-FF35-DE96-92733E65AE5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027962" y="4554038"/>
              <a:ext cx="335052" cy="317642"/>
            </a:xfrm>
            <a:prstGeom prst="rect">
              <a:avLst/>
            </a:prstGeom>
          </p:spPr>
        </p:pic>
      </p:grpSp>
      <p:sp>
        <p:nvSpPr>
          <p:cNvPr id="3" name="TextBox 2">
            <a:extLst>
              <a:ext uri="{FF2B5EF4-FFF2-40B4-BE49-F238E27FC236}">
                <a16:creationId xmlns:a16="http://schemas.microsoft.com/office/drawing/2014/main" id="{DAF774ED-9B20-FB0D-9FE5-819EBF722696}"/>
              </a:ext>
            </a:extLst>
          </p:cNvPr>
          <p:cNvSpPr txBox="1"/>
          <p:nvPr/>
        </p:nvSpPr>
        <p:spPr>
          <a:xfrm>
            <a:off x="6117226" y="6322052"/>
            <a:ext cx="5388974" cy="162480"/>
          </a:xfrm>
          <a:prstGeom prst="rect">
            <a:avLst/>
          </a:prstGeom>
          <a:noFill/>
        </p:spPr>
        <p:txBody>
          <a:bodyPr wrap="square" lIns="0" tIns="0" rIns="0" bIns="0" rtlCol="0">
            <a:spAutoFit/>
          </a:bodyPr>
          <a:lstStyle/>
          <a:p>
            <a:pPr marL="228600" indent="-228600" algn="l">
              <a:lnSpc>
                <a:spcPct val="130000"/>
              </a:lnSpc>
              <a:spcAft>
                <a:spcPts val="0"/>
              </a:spcAft>
              <a:buAutoNum type="arabicPeriod"/>
            </a:pPr>
            <a:r>
              <a:rPr lang="en-US" sz="900">
                <a:solidFill>
                  <a:schemeClr val="tx1"/>
                </a:solidFill>
              </a:rPr>
              <a:t>Metrics calculated based on Dec’25 data for prospecting and potential case categories</a:t>
            </a:r>
            <a:endParaRPr lang="en-US" sz="900"/>
          </a:p>
        </p:txBody>
      </p:sp>
    </p:spTree>
    <p:extLst>
      <p:ext uri="{BB962C8B-B14F-4D97-AF65-F5344CB8AC3E}">
        <p14:creationId xmlns:p14="http://schemas.microsoft.com/office/powerpoint/2010/main" val="2922207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E4933-E030-8186-C799-3430ECC65D96}"/>
            </a:ext>
          </a:extLst>
        </p:cNvPr>
        <p:cNvGrpSpPr/>
        <p:nvPr/>
      </p:nvGrpSpPr>
      <p:grpSpPr>
        <a:xfrm>
          <a:off x="0" y="0"/>
          <a:ext cx="0" cy="0"/>
          <a:chOff x="0" y="0"/>
          <a:chExt cx="0" cy="0"/>
        </a:xfrm>
      </p:grpSpPr>
      <p:sp>
        <p:nvSpPr>
          <p:cNvPr id="2" name="Vertical Title 1">
            <a:extLst>
              <a:ext uri="{FF2B5EF4-FFF2-40B4-BE49-F238E27FC236}">
                <a16:creationId xmlns:a16="http://schemas.microsoft.com/office/drawing/2014/main" id="{67C918C5-5246-C7D7-48FE-D7A6D4F6F4D1}"/>
              </a:ext>
            </a:extLst>
          </p:cNvPr>
          <p:cNvSpPr>
            <a:spLocks noGrp="1"/>
          </p:cNvSpPr>
          <p:nvPr>
            <p:ph type="title" orient="vert"/>
          </p:nvPr>
        </p:nvSpPr>
        <p:spPr/>
        <p:txBody>
          <a:bodyPr/>
          <a:lstStyle/>
          <a:p>
            <a:r>
              <a:rPr lang="en-US" sz="2800" b="1">
                <a:latin typeface="FedEx Sans Light"/>
              </a:rPr>
              <a:t>Opportunities to improve OPTI</a:t>
            </a:r>
            <a:r>
              <a:rPr lang="en-US" sz="2800" b="1">
                <a:solidFill>
                  <a:schemeClr val="bg2"/>
                </a:solidFill>
                <a:latin typeface="FedEx Sans Light"/>
              </a:rPr>
              <a:t>X</a:t>
            </a:r>
            <a:r>
              <a:rPr lang="en-US" sz="2800" b="1">
                <a:latin typeface="FedEx Sans Light"/>
              </a:rPr>
              <a:t> Scalability (1/2)</a:t>
            </a:r>
            <a:endParaRPr lang="en-US" sz="2800" b="1">
              <a:solidFill>
                <a:srgbClr val="FF0000"/>
              </a:solidFill>
              <a:latin typeface="FedEx Sans Light"/>
            </a:endParaRPr>
          </a:p>
        </p:txBody>
      </p:sp>
      <p:sp>
        <p:nvSpPr>
          <p:cNvPr id="4" name="Footer Placeholder 3">
            <a:extLst>
              <a:ext uri="{FF2B5EF4-FFF2-40B4-BE49-F238E27FC236}">
                <a16:creationId xmlns:a16="http://schemas.microsoft.com/office/drawing/2014/main" id="{B6280A1F-CAA6-CD73-3B1D-EBB15517AFCD}"/>
              </a:ext>
            </a:extLst>
          </p:cNvPr>
          <p:cNvSpPr>
            <a:spLocks noGrp="1"/>
          </p:cNvSpPr>
          <p:nvPr>
            <p:ph type="ftr" sz="quarter" idx="11"/>
          </p:nvPr>
        </p:nvSpPr>
        <p:spPr/>
        <p:txBody>
          <a:bodyPr/>
          <a:lstStyle/>
          <a:p>
            <a:pPr>
              <a:lnSpc>
                <a:spcPct val="90000"/>
              </a:lnSpc>
            </a:pP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DEDA3279-FB66-83FD-1C98-2D73AC972B73}"/>
              </a:ext>
            </a:extLst>
          </p:cNvPr>
          <p:cNvSpPr>
            <a:spLocks noGrp="1"/>
          </p:cNvSpPr>
          <p:nvPr>
            <p:ph type="sldNum" sz="quarter" idx="12"/>
          </p:nvPr>
        </p:nvSpPr>
        <p:spPr/>
        <p:txBody>
          <a:bodyPr/>
          <a:lstStyle/>
          <a:p>
            <a:fld id="{64B53FD8-04EE-4F67-B5CA-77D45BC12F90}" type="slidenum">
              <a:rPr lang="en-US" smtClean="0"/>
              <a:pPr/>
              <a:t>24</a:t>
            </a:fld>
            <a:endParaRPr lang="en-US" sz="800"/>
          </a:p>
        </p:txBody>
      </p:sp>
      <p:graphicFrame>
        <p:nvGraphicFramePr>
          <p:cNvPr id="6" name="Table 5">
            <a:extLst>
              <a:ext uri="{FF2B5EF4-FFF2-40B4-BE49-F238E27FC236}">
                <a16:creationId xmlns:a16="http://schemas.microsoft.com/office/drawing/2014/main" id="{90A345D8-E2E7-656E-84A5-1BB5B687D2A7}"/>
              </a:ext>
            </a:extLst>
          </p:cNvPr>
          <p:cNvGraphicFramePr>
            <a:graphicFrameLocks noGrp="1"/>
          </p:cNvGraphicFramePr>
          <p:nvPr>
            <p:extLst>
              <p:ext uri="{D42A27DB-BD31-4B8C-83A1-F6EECF244321}">
                <p14:modId xmlns:p14="http://schemas.microsoft.com/office/powerpoint/2010/main" val="3948493290"/>
              </p:ext>
            </p:extLst>
          </p:nvPr>
        </p:nvGraphicFramePr>
        <p:xfrm>
          <a:off x="970492" y="2444939"/>
          <a:ext cx="10628869" cy="3306614"/>
        </p:xfrm>
        <a:graphic>
          <a:graphicData uri="http://schemas.openxmlformats.org/drawingml/2006/table">
            <a:tbl>
              <a:tblPr firstRow="1" bandRow="1">
                <a:tableStyleId>{5C22544A-7EE6-4342-B048-85BDC9FD1C3A}</a:tableStyleId>
              </a:tblPr>
              <a:tblGrid>
                <a:gridCol w="1479599">
                  <a:extLst>
                    <a:ext uri="{9D8B030D-6E8A-4147-A177-3AD203B41FA5}">
                      <a16:colId xmlns:a16="http://schemas.microsoft.com/office/drawing/2014/main" val="2777399835"/>
                    </a:ext>
                  </a:extLst>
                </a:gridCol>
                <a:gridCol w="2524245">
                  <a:extLst>
                    <a:ext uri="{9D8B030D-6E8A-4147-A177-3AD203B41FA5}">
                      <a16:colId xmlns:a16="http://schemas.microsoft.com/office/drawing/2014/main" val="1044760938"/>
                    </a:ext>
                  </a:extLst>
                </a:gridCol>
                <a:gridCol w="2359152">
                  <a:extLst>
                    <a:ext uri="{9D8B030D-6E8A-4147-A177-3AD203B41FA5}">
                      <a16:colId xmlns:a16="http://schemas.microsoft.com/office/drawing/2014/main" val="3081412966"/>
                    </a:ext>
                  </a:extLst>
                </a:gridCol>
                <a:gridCol w="2231136">
                  <a:extLst>
                    <a:ext uri="{9D8B030D-6E8A-4147-A177-3AD203B41FA5}">
                      <a16:colId xmlns:a16="http://schemas.microsoft.com/office/drawing/2014/main" val="2712544360"/>
                    </a:ext>
                  </a:extLst>
                </a:gridCol>
                <a:gridCol w="2034737">
                  <a:extLst>
                    <a:ext uri="{9D8B030D-6E8A-4147-A177-3AD203B41FA5}">
                      <a16:colId xmlns:a16="http://schemas.microsoft.com/office/drawing/2014/main" val="862129929"/>
                    </a:ext>
                  </a:extLst>
                </a:gridCol>
              </a:tblGrid>
              <a:tr h="1026394">
                <a:tc>
                  <a:txBody>
                    <a:bodyPr/>
                    <a:lstStyle/>
                    <a:p>
                      <a:pPr algn="ctr"/>
                      <a:r>
                        <a:rPr lang="en-US" sz="1100" dirty="0">
                          <a:solidFill>
                            <a:schemeClr val="tx1"/>
                          </a:solidFill>
                        </a:rPr>
                        <a:t>1. OPTIX Hosting</a:t>
                      </a:r>
                    </a:p>
                  </a:txBody>
                  <a:tcPr anchor="ctr">
                    <a:lnL w="57150"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tc>
                  <a:txBody>
                    <a:bodyPr/>
                    <a:lstStyle/>
                    <a:p>
                      <a:pPr marL="171450" indent="-171450" algn="l">
                        <a:buFont typeface="Arial" panose="020B0604020202020204" pitchFamily="34" charset="0"/>
                        <a:buChar char="•"/>
                      </a:pPr>
                      <a:r>
                        <a:rPr lang="en-US" sz="1100" b="1">
                          <a:solidFill>
                            <a:schemeClr val="tx1"/>
                          </a:solidFill>
                        </a:rPr>
                        <a:t>Local Hosting Limits Scale:</a:t>
                      </a:r>
                      <a:r>
                        <a:rPr lang="en-US" sz="1100" b="0">
                          <a:solidFill>
                            <a:schemeClr val="tx1"/>
                          </a:solidFill>
                        </a:rPr>
                        <a:t> Optix’s laptop-based hosting restricts access and disables team-wide automation for AUR and Sales feedback.</a:t>
                      </a:r>
                    </a:p>
                    <a:p>
                      <a:pPr marL="171450" lvl="0" indent="-171450" algn="l">
                        <a:buFont typeface="Arial" panose="020B0604020202020204" pitchFamily="34" charset="0"/>
                        <a:buChar char="•"/>
                      </a:pPr>
                      <a:endParaRPr lang="en-US" sz="1100" b="1" dirty="0">
                        <a:solidFill>
                          <a:schemeClr val="tx1"/>
                        </a:solidFill>
                      </a:endParaRPr>
                    </a:p>
                  </a:txBody>
                  <a:tcPr>
                    <a:lnL w="5715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lvl="0" indent="-228600" algn="l">
                        <a:buFont typeface="Arial" panose="020B0604020202020204" pitchFamily="34" charset="0"/>
                        <a:buChar char="•"/>
                      </a:pPr>
                      <a:r>
                        <a:rPr lang="en-US" sz="1100" b="0">
                          <a:solidFill>
                            <a:schemeClr val="tx1"/>
                          </a:solidFill>
                        </a:rPr>
                        <a:t>Deploy on a Python server for immediate team access—no cloud approval delays.</a:t>
                      </a:r>
                      <a:endParaRPr lang="en-US"/>
                    </a:p>
                    <a:p>
                      <a:pPr marL="228600" lvl="0" indent="-228600" algn="l">
                        <a:buFont typeface="Arial" panose="020B0604020202020204" pitchFamily="34" charset="0"/>
                        <a:buChar char="•"/>
                      </a:pPr>
                      <a:endParaRPr lang="en-US" sz="1100" b="0">
                        <a:solidFill>
                          <a:schemeClr val="tx1"/>
                        </a:solidFill>
                      </a:endParaRPr>
                    </a:p>
                    <a:p>
                      <a:pPr marL="228600" lvl="0" indent="-228600" algn="l">
                        <a:buFont typeface="Arial" panose="020B0604020202020204" pitchFamily="34" charset="0"/>
                        <a:buChar char="•"/>
                      </a:pPr>
                      <a:endParaRPr lang="en-US" sz="1100" b="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100" b="0" dirty="0">
                          <a:solidFill>
                            <a:schemeClr val="tx1"/>
                          </a:solidFill>
                        </a:rPr>
                        <a:t>Discussions ongoing with the sales agility team to deploy application on a python server.</a:t>
                      </a:r>
                    </a:p>
                  </a:txBody>
                  <a:tcPr>
                    <a:lnL w="1270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100" b="1" dirty="0">
                          <a:solidFill>
                            <a:schemeClr val="tx1"/>
                          </a:solidFill>
                        </a:rPr>
                        <a:t>Status:</a:t>
                      </a:r>
                      <a:r>
                        <a:rPr lang="en-US" sz="1100" b="0" dirty="0">
                          <a:solidFill>
                            <a:schemeClr val="tx1"/>
                          </a:solidFill>
                        </a:rPr>
                        <a:t> In-progress</a:t>
                      </a: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100" b="1" dirty="0">
                          <a:solidFill>
                            <a:schemeClr val="tx1"/>
                          </a:solidFill>
                        </a:rPr>
                        <a:t>Timeline:</a:t>
                      </a:r>
                      <a:r>
                        <a:rPr lang="en-US" sz="1100" b="0" dirty="0">
                          <a:solidFill>
                            <a:schemeClr val="tx1"/>
                          </a:solidFill>
                        </a:rPr>
                        <a:t> 03/31/26</a:t>
                      </a:r>
                    </a:p>
                  </a:txBody>
                  <a:tcPr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4646154"/>
                  </a:ext>
                </a:extLst>
              </a:tr>
              <a:tr h="822633">
                <a:tc>
                  <a:txBody>
                    <a:bodyPr/>
                    <a:lstStyle/>
                    <a:p>
                      <a:pPr algn="ctr"/>
                      <a:r>
                        <a:rPr lang="en-US" sz="1100" dirty="0">
                          <a:solidFill>
                            <a:schemeClr val="tx1"/>
                          </a:solidFill>
                        </a:rPr>
                        <a:t>2.Document &amp; Data Intelligence</a:t>
                      </a:r>
                    </a:p>
                  </a:txBody>
                  <a:tcPr anchor="ctr">
                    <a:lnL w="57150"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tc>
                  <a:txBody>
                    <a:bodyPr/>
                    <a:lstStyle/>
                    <a:p>
                      <a:pPr marL="171450" indent="-171450" algn="l">
                        <a:buFont typeface="Arial" panose="020B0604020202020204" pitchFamily="34" charset="0"/>
                        <a:buChar char="•"/>
                      </a:pPr>
                      <a:r>
                        <a:rPr lang="en-US" sz="1100" b="0" dirty="0">
                          <a:solidFill>
                            <a:schemeClr val="tx1"/>
                          </a:solidFill>
                        </a:rPr>
                        <a:t>End-to-end case resolution requires integrating external data and validating approvals from emails and attachments.</a:t>
                      </a:r>
                      <a:endParaRPr lang="en-US" dirty="0"/>
                    </a:p>
                  </a:txBody>
                  <a:tcPr>
                    <a:lnL w="5715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rtl="0" eaLnBrk="1" fontAlgn="auto" latinLnBrk="0" hangingPunct="1">
                        <a:lnSpc>
                          <a:spcPct val="100000"/>
                        </a:lnSpc>
                        <a:spcBef>
                          <a:spcPts val="0"/>
                        </a:spcBef>
                        <a:spcAft>
                          <a:spcPts val="0"/>
                        </a:spcAft>
                        <a:buClrTx/>
                        <a:buSzTx/>
                        <a:buFont typeface="Arial" panose="020B0604020202020204" pitchFamily="34" charset="0"/>
                        <a:buChar char="•"/>
                      </a:pPr>
                      <a:r>
                        <a:rPr lang="en-US" sz="1100" b="0"/>
                        <a:t>API-driven data access (e.g., ZoomInfo, Google) with LLM-powered approval validation (emails, attachments).</a:t>
                      </a:r>
                      <a:endParaRPr lang="en-US"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100" b="0">
                          <a:solidFill>
                            <a:schemeClr val="tx1"/>
                          </a:solidFill>
                        </a:rPr>
                        <a:t>Exploring SideKick API (to be sunset) functionalities for mail analysis </a:t>
                      </a:r>
                    </a:p>
                  </a:txBody>
                  <a:tcPr>
                    <a:lnL w="1270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50000"/>
                        </a:lnSpc>
                        <a:spcBef>
                          <a:spcPts val="0"/>
                        </a:spcBef>
                        <a:spcAft>
                          <a:spcPts val="0"/>
                        </a:spcAft>
                        <a:buNone/>
                      </a:pPr>
                      <a:endParaRPr lang="en-US"/>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br>
                        <a:rPr lang="en-US" sz="1200" b="0">
                          <a:solidFill>
                            <a:srgbClr val="333333"/>
                          </a:solidFill>
                        </a:rPr>
                      </a:br>
                      <a:r>
                        <a:rPr lang="en-US" sz="1200" b="1">
                          <a:solidFill>
                            <a:schemeClr val="tx1"/>
                          </a:solidFill>
                        </a:rPr>
                        <a:t>Status:</a:t>
                      </a:r>
                      <a:r>
                        <a:rPr lang="en-US" sz="1200" b="0">
                          <a:solidFill>
                            <a:schemeClr val="tx1"/>
                          </a:solidFill>
                        </a:rPr>
                        <a:t> In-progress</a:t>
                      </a: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200" b="1">
                          <a:solidFill>
                            <a:schemeClr val="tx1"/>
                          </a:solidFill>
                        </a:rPr>
                        <a:t>Timeline:</a:t>
                      </a:r>
                      <a:r>
                        <a:rPr lang="en-US" sz="1200" b="0">
                          <a:solidFill>
                            <a:schemeClr val="tx1"/>
                          </a:solidFill>
                        </a:rPr>
                        <a:t> TBD</a:t>
                      </a:r>
                    </a:p>
                    <a:p>
                      <a:pPr marL="0" marR="0" lvl="0" indent="0" algn="ctr">
                        <a:lnSpc>
                          <a:spcPct val="150000"/>
                        </a:lnSpc>
                        <a:spcBef>
                          <a:spcPts val="0"/>
                        </a:spcBef>
                        <a:spcAft>
                          <a:spcPts val="0"/>
                        </a:spcAft>
                        <a:buNone/>
                      </a:pPr>
                      <a:endParaRPr lang="en-US"/>
                    </a:p>
                  </a:txBody>
                  <a:tcPr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5028102"/>
                  </a:ext>
                </a:extLst>
              </a:tr>
              <a:tr h="1052935">
                <a:tc>
                  <a:txBody>
                    <a:bodyPr/>
                    <a:lstStyle/>
                    <a:p>
                      <a:pPr algn="ctr"/>
                      <a:r>
                        <a:rPr lang="en-US" sz="1100" dirty="0">
                          <a:solidFill>
                            <a:schemeClr val="tx1"/>
                          </a:solidFill>
                        </a:rPr>
                        <a:t>3. Non-standardized processes for Other Regions </a:t>
                      </a:r>
                    </a:p>
                  </a:txBody>
                  <a:tcPr anchor="ctr">
                    <a:lnL w="57150"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tc>
                  <a:txBody>
                    <a:bodyPr/>
                    <a:lstStyle/>
                    <a:p>
                      <a:pPr marL="171450" indent="-171450" algn="l">
                        <a:buFont typeface="Arial" panose="020B0604020202020204" pitchFamily="34" charset="0"/>
                        <a:buChar char="•"/>
                      </a:pPr>
                      <a:r>
                        <a:rPr lang="en-US" sz="1100" b="0">
                          <a:solidFill>
                            <a:schemeClr val="tx1"/>
                          </a:solidFill>
                        </a:rPr>
                        <a:t>Non-US TP&amp;O processes are not standardized; only ATC cases are currently centralized in the COE.</a:t>
                      </a:r>
                      <a:endParaRPr lang="en-US"/>
                    </a:p>
                    <a:p>
                      <a:pPr marL="171450" lvl="0" indent="-171450" algn="l">
                        <a:buFont typeface="Arial" panose="020B0604020202020204" pitchFamily="34" charset="0"/>
                        <a:buChar char="•"/>
                      </a:pPr>
                      <a:endParaRPr lang="en-US" sz="1100" b="0">
                        <a:solidFill>
                          <a:schemeClr val="tx1"/>
                        </a:solidFill>
                      </a:endParaRPr>
                    </a:p>
                  </a:txBody>
                  <a:tcPr>
                    <a:lnL w="571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indent="-228600" algn="l">
                        <a:buFont typeface="Arial" panose="020B0604020202020204" pitchFamily="34" charset="0"/>
                        <a:buChar char="•"/>
                      </a:pPr>
                      <a:endParaRPr lang="en-US"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a:buFont typeface="Arial" panose="020B0604020202020204" pitchFamily="34" charset="0"/>
                        <a:buChar char="•"/>
                      </a:pPr>
                      <a:r>
                        <a:rPr lang="en-US" sz="1100" b="0">
                          <a:solidFill>
                            <a:schemeClr val="tx1"/>
                          </a:solidFill>
                        </a:rPr>
                        <a:t>TP&amp;O process globalization initiative currently in progress</a:t>
                      </a:r>
                    </a:p>
                  </a:txBody>
                  <a:tcP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br>
                        <a:rPr lang="en-US" sz="1100" b="0" dirty="0">
                          <a:solidFill>
                            <a:srgbClr val="333333"/>
                          </a:solidFill>
                        </a:rPr>
                      </a:br>
                      <a:endParaRPr lang="en-US" sz="1100" b="0" dirty="0">
                        <a:solidFill>
                          <a:srgbClr val="333333"/>
                        </a:solidFill>
                      </a:endParaRP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100" b="1" dirty="0">
                          <a:solidFill>
                            <a:schemeClr val="tx1"/>
                          </a:solidFill>
                        </a:rPr>
                        <a:t>Status:</a:t>
                      </a:r>
                      <a:r>
                        <a:rPr lang="en-US" sz="1100" b="0" dirty="0">
                          <a:solidFill>
                            <a:schemeClr val="tx1"/>
                          </a:solidFill>
                        </a:rPr>
                        <a:t> In-progress</a:t>
                      </a: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100" b="1" dirty="0">
                          <a:solidFill>
                            <a:schemeClr val="tx1"/>
                          </a:solidFill>
                        </a:rPr>
                        <a:t>Timeline:</a:t>
                      </a:r>
                      <a:r>
                        <a:rPr lang="en-US" sz="1100" b="0" dirty="0">
                          <a:solidFill>
                            <a:schemeClr val="tx1"/>
                          </a:solidFill>
                        </a:rPr>
                        <a:t> TBD</a:t>
                      </a:r>
                    </a:p>
                    <a:p>
                      <a:pPr marL="0" indent="0" algn="ctr">
                        <a:buFont typeface="Arial" panose="020B0604020202020204" pitchFamily="34" charset="0"/>
                        <a:buNone/>
                      </a:pPr>
                      <a:endParaRPr lang="en-US" sz="1100" b="0" dirty="0">
                        <a:solidFill>
                          <a:schemeClr val="tx1"/>
                        </a:solidFill>
                      </a:endParaRPr>
                    </a:p>
                  </a:txBody>
                  <a:tcPr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12700" cap="flat" cmpd="sng" algn="ctr">
                      <a:noFill/>
                      <a:prstDash val="solid"/>
                      <a:round/>
                      <a:headEnd type="none" w="med" len="med"/>
                      <a:tailEnd type="none" w="med" len="med"/>
                    </a:lnT>
                    <a:lnB w="571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7395262"/>
                  </a:ext>
                </a:extLst>
              </a:tr>
            </a:tbl>
          </a:graphicData>
        </a:graphic>
      </p:graphicFrame>
      <p:sp>
        <p:nvSpPr>
          <p:cNvPr id="9" name="TextBox 8">
            <a:extLst>
              <a:ext uri="{FF2B5EF4-FFF2-40B4-BE49-F238E27FC236}">
                <a16:creationId xmlns:a16="http://schemas.microsoft.com/office/drawing/2014/main" id="{16537A13-F9F0-43A1-A7AE-EABA80E99B0D}"/>
              </a:ext>
            </a:extLst>
          </p:cNvPr>
          <p:cNvSpPr txBox="1"/>
          <p:nvPr/>
        </p:nvSpPr>
        <p:spPr>
          <a:xfrm>
            <a:off x="593439" y="1550019"/>
            <a:ext cx="11022489" cy="216662"/>
          </a:xfrm>
          <a:prstGeom prst="rect">
            <a:avLst/>
          </a:prstGeom>
          <a:noFill/>
        </p:spPr>
        <p:txBody>
          <a:bodyPr wrap="square" lIns="0" tIns="0" rIns="0" bIns="0" rtlCol="0">
            <a:spAutoFit/>
          </a:bodyPr>
          <a:lstStyle/>
          <a:p>
            <a:pPr algn="l">
              <a:lnSpc>
                <a:spcPct val="130000"/>
              </a:lnSpc>
            </a:pPr>
            <a:r>
              <a:rPr lang="en-US" sz="1200" i="1"/>
              <a:t>Cloud access constraints, lack of real-time data, and data quality issues are restricting full-scale OPTIX usage in the current state</a:t>
            </a:r>
            <a:endParaRPr lang="en-US" sz="1200" b="0" i="1">
              <a:latin typeface="FedEx Sans" panose="020B0603020203020204" pitchFamily="34" charset="0"/>
              <a:ea typeface="FedEx Sans" panose="020B0603020203020204" pitchFamily="34" charset="0"/>
              <a:cs typeface="FedEx Sans" panose="020B0603020203020204" pitchFamily="34" charset="0"/>
            </a:endParaRPr>
          </a:p>
        </p:txBody>
      </p:sp>
      <p:cxnSp>
        <p:nvCxnSpPr>
          <p:cNvPr id="13" name="Straight Connector 12">
            <a:extLst>
              <a:ext uri="{FF2B5EF4-FFF2-40B4-BE49-F238E27FC236}">
                <a16:creationId xmlns:a16="http://schemas.microsoft.com/office/drawing/2014/main" id="{74EAC7C2-B6DF-F2AC-1B83-87DF841F1C56}"/>
              </a:ext>
            </a:extLst>
          </p:cNvPr>
          <p:cNvCxnSpPr>
            <a:cxnSpLocks/>
          </p:cNvCxnSpPr>
          <p:nvPr/>
        </p:nvCxnSpPr>
        <p:spPr>
          <a:xfrm>
            <a:off x="1047919" y="4707807"/>
            <a:ext cx="1055144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00D4455-DA61-880F-45D1-688FF9649467}"/>
              </a:ext>
            </a:extLst>
          </p:cNvPr>
          <p:cNvSpPr/>
          <p:nvPr/>
        </p:nvSpPr>
        <p:spPr>
          <a:xfrm rot="5400000" flipV="1">
            <a:off x="-324033" y="3344030"/>
            <a:ext cx="2219520" cy="439627"/>
          </a:xfrm>
          <a:prstGeom prst="rect">
            <a:avLst/>
          </a:prstGeom>
          <a:solidFill>
            <a:schemeClr val="accent1"/>
          </a:solidFill>
          <a:ln w="12700" cap="flat" cmpd="sng" algn="ctr">
            <a:noFill/>
            <a:prstDash val="solid"/>
            <a:miter lim="800000"/>
          </a:ln>
          <a:effectLst/>
        </p:spPr>
        <p:txBody>
          <a:bodyPr wrap="square" lIns="91440" tIns="45720" rIns="91440" bIns="45720" rtlCol="0" anchor="ctr">
            <a:noAutofit/>
          </a:bodyPr>
          <a:lstStyle/>
          <a:p>
            <a:pPr algn="ctr" rtl="0" fontAlgn="base">
              <a:lnSpc>
                <a:spcPct val="130000"/>
              </a:lnSpc>
              <a:spcBef>
                <a:spcPct val="0"/>
              </a:spcBef>
              <a:spcAft>
                <a:spcPct val="0"/>
              </a:spcAft>
            </a:pPr>
            <a:r>
              <a:rPr lang="en-US" sz="1200" b="1" kern="1200">
                <a:solidFill>
                  <a:prstClr val="white"/>
                </a:solidFill>
                <a:latin typeface="Arial" pitchFamily="34" charset="0"/>
                <a:ea typeface="ＭＳ Ｐゴシック" pitchFamily="34" charset="-128"/>
                <a:cs typeface="Arial"/>
              </a:rPr>
              <a:t>Technology</a:t>
            </a:r>
          </a:p>
        </p:txBody>
      </p:sp>
      <p:sp>
        <p:nvSpPr>
          <p:cNvPr id="12" name="Rectangle 11">
            <a:extLst>
              <a:ext uri="{FF2B5EF4-FFF2-40B4-BE49-F238E27FC236}">
                <a16:creationId xmlns:a16="http://schemas.microsoft.com/office/drawing/2014/main" id="{147CFA12-59DD-7A8C-1470-4C941E76E736}"/>
              </a:ext>
            </a:extLst>
          </p:cNvPr>
          <p:cNvSpPr/>
          <p:nvPr/>
        </p:nvSpPr>
        <p:spPr>
          <a:xfrm rot="5400000" flipV="1">
            <a:off x="292626" y="4981094"/>
            <a:ext cx="988740" cy="442165"/>
          </a:xfrm>
          <a:prstGeom prst="rect">
            <a:avLst/>
          </a:prstGeom>
          <a:solidFill>
            <a:schemeClr val="accent1"/>
          </a:solidFill>
          <a:ln w="12700" cap="flat" cmpd="sng" algn="ctr">
            <a:noFill/>
            <a:prstDash val="solid"/>
            <a:miter lim="800000"/>
          </a:ln>
          <a:effectLst/>
        </p:spPr>
        <p:txBody>
          <a:bodyPr wrap="square" lIns="91440" tIns="45720" rIns="91440" bIns="45720" rtlCol="0" anchor="ctr">
            <a:noAutofit/>
          </a:bodyPr>
          <a:lstStyle/>
          <a:p>
            <a:pPr algn="ctr" rtl="0" fontAlgn="base">
              <a:lnSpc>
                <a:spcPct val="130000"/>
              </a:lnSpc>
              <a:spcBef>
                <a:spcPct val="0"/>
              </a:spcBef>
              <a:spcAft>
                <a:spcPct val="0"/>
              </a:spcAft>
            </a:pPr>
            <a:r>
              <a:rPr lang="en-US" sz="1200" b="1" kern="1200">
                <a:solidFill>
                  <a:prstClr val="white"/>
                </a:solidFill>
                <a:latin typeface="Arial" pitchFamily="34" charset="0"/>
                <a:ea typeface="ＭＳ Ｐゴシック" pitchFamily="34" charset="-128"/>
                <a:cs typeface="Arial"/>
              </a:rPr>
              <a:t>Process</a:t>
            </a:r>
          </a:p>
        </p:txBody>
      </p:sp>
      <p:sp>
        <p:nvSpPr>
          <p:cNvPr id="11" name="Rectangle: Rounded Corners 10">
            <a:extLst>
              <a:ext uri="{FF2B5EF4-FFF2-40B4-BE49-F238E27FC236}">
                <a16:creationId xmlns:a16="http://schemas.microsoft.com/office/drawing/2014/main" id="{2A6E2225-3DCD-A749-085A-664E37DDCAAC}"/>
              </a:ext>
            </a:extLst>
          </p:cNvPr>
          <p:cNvSpPr/>
          <p:nvPr/>
        </p:nvSpPr>
        <p:spPr>
          <a:xfrm>
            <a:off x="4979158" y="2041525"/>
            <a:ext cx="2185200" cy="375907"/>
          </a:xfrm>
          <a:prstGeom prst="round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l" rtl="0" fontAlgn="base">
              <a:lnSpc>
                <a:spcPct val="130000"/>
              </a:lnSpc>
              <a:spcBef>
                <a:spcPct val="0"/>
              </a:spcBef>
              <a:spcAft>
                <a:spcPct val="0"/>
              </a:spcAft>
            </a:pPr>
            <a:r>
              <a:rPr lang="en-US" sz="1200" b="1" kern="1200">
                <a:solidFill>
                  <a:prstClr val="white"/>
                </a:solidFill>
                <a:ea typeface="ＭＳ Ｐゴシック" pitchFamily="34" charset="-128"/>
                <a:cs typeface="Arial"/>
              </a:rPr>
              <a:t>Action Plan</a:t>
            </a:r>
          </a:p>
        </p:txBody>
      </p:sp>
      <p:sp>
        <p:nvSpPr>
          <p:cNvPr id="14" name="Rectangle: Rounded Corners 13">
            <a:extLst>
              <a:ext uri="{FF2B5EF4-FFF2-40B4-BE49-F238E27FC236}">
                <a16:creationId xmlns:a16="http://schemas.microsoft.com/office/drawing/2014/main" id="{054F5D1A-6812-36E5-ACE0-FD040A12BE8F}"/>
              </a:ext>
            </a:extLst>
          </p:cNvPr>
          <p:cNvSpPr/>
          <p:nvPr/>
        </p:nvSpPr>
        <p:spPr>
          <a:xfrm>
            <a:off x="2476499" y="2041525"/>
            <a:ext cx="2316078" cy="375911"/>
          </a:xfrm>
          <a:prstGeom prst="round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l" rtl="0" fontAlgn="base">
              <a:lnSpc>
                <a:spcPct val="130000"/>
              </a:lnSpc>
              <a:spcBef>
                <a:spcPct val="0"/>
              </a:spcBef>
              <a:spcAft>
                <a:spcPct val="0"/>
              </a:spcAft>
            </a:pPr>
            <a:r>
              <a:rPr lang="en-US" sz="1200" b="1" kern="1200">
                <a:solidFill>
                  <a:prstClr val="white"/>
                </a:solidFill>
                <a:ea typeface="ＭＳ Ｐゴシック" pitchFamily="34" charset="-128"/>
                <a:cs typeface="Arial"/>
              </a:rPr>
              <a:t>Description</a:t>
            </a:r>
          </a:p>
        </p:txBody>
      </p:sp>
      <p:sp>
        <p:nvSpPr>
          <p:cNvPr id="15" name="Rectangle: Rounded Corners 14">
            <a:extLst>
              <a:ext uri="{FF2B5EF4-FFF2-40B4-BE49-F238E27FC236}">
                <a16:creationId xmlns:a16="http://schemas.microsoft.com/office/drawing/2014/main" id="{0BB67AE5-54DC-4C71-2EA9-4EB1DC20F64B}"/>
              </a:ext>
            </a:extLst>
          </p:cNvPr>
          <p:cNvSpPr/>
          <p:nvPr/>
        </p:nvSpPr>
        <p:spPr>
          <a:xfrm>
            <a:off x="7315200" y="2039120"/>
            <a:ext cx="2185416" cy="374400"/>
          </a:xfrm>
          <a:prstGeom prst="round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l" rtl="0" fontAlgn="base">
              <a:lnSpc>
                <a:spcPct val="130000"/>
              </a:lnSpc>
              <a:spcBef>
                <a:spcPct val="0"/>
              </a:spcBef>
              <a:spcAft>
                <a:spcPct val="0"/>
              </a:spcAft>
            </a:pPr>
            <a:r>
              <a:rPr lang="en-US" sz="1200" b="1" kern="1200">
                <a:solidFill>
                  <a:prstClr val="white"/>
                </a:solidFill>
                <a:latin typeface="FedEx Sans" panose="020B0603020203020204" pitchFamily="34" charset="0"/>
                <a:ea typeface="ＭＳ Ｐゴシック" pitchFamily="34" charset="-128"/>
                <a:cs typeface="Arial"/>
              </a:rPr>
              <a:t>Current Status</a:t>
            </a:r>
          </a:p>
        </p:txBody>
      </p:sp>
      <p:cxnSp>
        <p:nvCxnSpPr>
          <p:cNvPr id="10" name="Straight Connector 9">
            <a:extLst>
              <a:ext uri="{FF2B5EF4-FFF2-40B4-BE49-F238E27FC236}">
                <a16:creationId xmlns:a16="http://schemas.microsoft.com/office/drawing/2014/main" id="{79EFF970-5094-8DAA-80D7-7043F30DA37D}"/>
              </a:ext>
            </a:extLst>
          </p:cNvPr>
          <p:cNvCxnSpPr>
            <a:cxnSpLocks/>
          </p:cNvCxnSpPr>
          <p:nvPr/>
        </p:nvCxnSpPr>
        <p:spPr>
          <a:xfrm>
            <a:off x="1005540" y="3538597"/>
            <a:ext cx="1055144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0804E615-DF1A-986F-2276-A360BC2DBC96}"/>
              </a:ext>
            </a:extLst>
          </p:cNvPr>
          <p:cNvSpPr/>
          <p:nvPr/>
        </p:nvSpPr>
        <p:spPr>
          <a:xfrm>
            <a:off x="9642748" y="2039120"/>
            <a:ext cx="1973180" cy="374400"/>
          </a:xfrm>
          <a:prstGeom prst="round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l" rtl="0" fontAlgn="base">
              <a:lnSpc>
                <a:spcPct val="130000"/>
              </a:lnSpc>
              <a:spcBef>
                <a:spcPct val="0"/>
              </a:spcBef>
              <a:spcAft>
                <a:spcPct val="0"/>
              </a:spcAft>
            </a:pPr>
            <a:r>
              <a:rPr lang="en-US" sz="1200" b="1" kern="1200">
                <a:solidFill>
                  <a:prstClr val="white"/>
                </a:solidFill>
                <a:latin typeface="FedEx Sans" panose="020B0603020203020204" pitchFamily="34" charset="0"/>
                <a:ea typeface="ＭＳ Ｐゴシック" pitchFamily="34" charset="-128"/>
                <a:cs typeface="Arial"/>
              </a:rPr>
              <a:t>Progress</a:t>
            </a:r>
          </a:p>
        </p:txBody>
      </p:sp>
      <p:graphicFrame>
        <p:nvGraphicFramePr>
          <p:cNvPr id="7" name="Table 6">
            <a:extLst>
              <a:ext uri="{FF2B5EF4-FFF2-40B4-BE49-F238E27FC236}">
                <a16:creationId xmlns:a16="http://schemas.microsoft.com/office/drawing/2014/main" id="{B190A640-C413-EF8D-12C0-DE902C85C13A}"/>
              </a:ext>
            </a:extLst>
          </p:cNvPr>
          <p:cNvGraphicFramePr>
            <a:graphicFrameLocks noGrp="1"/>
          </p:cNvGraphicFramePr>
          <p:nvPr>
            <p:extLst>
              <p:ext uri="{D42A27DB-BD31-4B8C-83A1-F6EECF244321}">
                <p14:modId xmlns:p14="http://schemas.microsoft.com/office/powerpoint/2010/main" val="2304063977"/>
              </p:ext>
            </p:extLst>
          </p:nvPr>
        </p:nvGraphicFramePr>
        <p:xfrm>
          <a:off x="9847290" y="2556452"/>
          <a:ext cx="1519263" cy="290731"/>
        </p:xfrm>
        <a:graphic>
          <a:graphicData uri="http://schemas.openxmlformats.org/drawingml/2006/table">
            <a:tbl>
              <a:tblPr>
                <a:tableStyleId>{5C22544A-7EE6-4342-B048-85BDC9FD1C3A}</a:tableStyleId>
              </a:tblPr>
              <a:tblGrid>
                <a:gridCol w="506421">
                  <a:extLst>
                    <a:ext uri="{9D8B030D-6E8A-4147-A177-3AD203B41FA5}">
                      <a16:colId xmlns:a16="http://schemas.microsoft.com/office/drawing/2014/main" val="1417637708"/>
                    </a:ext>
                  </a:extLst>
                </a:gridCol>
                <a:gridCol w="506421">
                  <a:extLst>
                    <a:ext uri="{9D8B030D-6E8A-4147-A177-3AD203B41FA5}">
                      <a16:colId xmlns:a16="http://schemas.microsoft.com/office/drawing/2014/main" val="2003687554"/>
                    </a:ext>
                  </a:extLst>
                </a:gridCol>
                <a:gridCol w="506421">
                  <a:extLst>
                    <a:ext uri="{9D8B030D-6E8A-4147-A177-3AD203B41FA5}">
                      <a16:colId xmlns:a16="http://schemas.microsoft.com/office/drawing/2014/main" val="2809358594"/>
                    </a:ext>
                  </a:extLst>
                </a:gridCol>
              </a:tblGrid>
              <a:tr h="290731">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extLst>
                  <a:ext uri="{0D108BD9-81ED-4DB2-BD59-A6C34878D82A}">
                    <a16:rowId xmlns:a16="http://schemas.microsoft.com/office/drawing/2014/main" val="1852488180"/>
                  </a:ext>
                </a:extLst>
              </a:tr>
            </a:tbl>
          </a:graphicData>
        </a:graphic>
      </p:graphicFrame>
      <p:sp>
        <p:nvSpPr>
          <p:cNvPr id="16" name="Oval 15">
            <a:extLst>
              <a:ext uri="{FF2B5EF4-FFF2-40B4-BE49-F238E27FC236}">
                <a16:creationId xmlns:a16="http://schemas.microsoft.com/office/drawing/2014/main" id="{C314423B-CD0F-7E3C-68AC-ED81B2504236}"/>
              </a:ext>
            </a:extLst>
          </p:cNvPr>
          <p:cNvSpPr/>
          <p:nvPr/>
        </p:nvSpPr>
        <p:spPr>
          <a:xfrm>
            <a:off x="10496987" y="2591935"/>
            <a:ext cx="219868" cy="21666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8F132D3-524B-5DA4-C43F-13666E88494F}"/>
              </a:ext>
            </a:extLst>
          </p:cNvPr>
          <p:cNvSpPr/>
          <p:nvPr/>
        </p:nvSpPr>
        <p:spPr>
          <a:xfrm>
            <a:off x="9982200" y="2580295"/>
            <a:ext cx="219868" cy="216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249A70F-50EB-09B4-88CC-0C4BB87A45E2}"/>
              </a:ext>
            </a:extLst>
          </p:cNvPr>
          <p:cNvSpPr/>
          <p:nvPr/>
        </p:nvSpPr>
        <p:spPr>
          <a:xfrm>
            <a:off x="10975085" y="2590487"/>
            <a:ext cx="219868" cy="216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a:extLst>
              <a:ext uri="{FF2B5EF4-FFF2-40B4-BE49-F238E27FC236}">
                <a16:creationId xmlns:a16="http://schemas.microsoft.com/office/drawing/2014/main" id="{6C83559A-DBAB-333D-9821-5BD5851D761B}"/>
              </a:ext>
            </a:extLst>
          </p:cNvPr>
          <p:cNvGraphicFramePr>
            <a:graphicFrameLocks noGrp="1"/>
          </p:cNvGraphicFramePr>
          <p:nvPr>
            <p:extLst>
              <p:ext uri="{D42A27DB-BD31-4B8C-83A1-F6EECF244321}">
                <p14:modId xmlns:p14="http://schemas.microsoft.com/office/powerpoint/2010/main" val="23722148"/>
              </p:ext>
            </p:extLst>
          </p:nvPr>
        </p:nvGraphicFramePr>
        <p:xfrm>
          <a:off x="9847289" y="3657132"/>
          <a:ext cx="1519263" cy="290731"/>
        </p:xfrm>
        <a:graphic>
          <a:graphicData uri="http://schemas.openxmlformats.org/drawingml/2006/table">
            <a:tbl>
              <a:tblPr>
                <a:tableStyleId>{5C22544A-7EE6-4342-B048-85BDC9FD1C3A}</a:tableStyleId>
              </a:tblPr>
              <a:tblGrid>
                <a:gridCol w="506421">
                  <a:extLst>
                    <a:ext uri="{9D8B030D-6E8A-4147-A177-3AD203B41FA5}">
                      <a16:colId xmlns:a16="http://schemas.microsoft.com/office/drawing/2014/main" val="1417637708"/>
                    </a:ext>
                  </a:extLst>
                </a:gridCol>
                <a:gridCol w="506421">
                  <a:extLst>
                    <a:ext uri="{9D8B030D-6E8A-4147-A177-3AD203B41FA5}">
                      <a16:colId xmlns:a16="http://schemas.microsoft.com/office/drawing/2014/main" val="2003687554"/>
                    </a:ext>
                  </a:extLst>
                </a:gridCol>
                <a:gridCol w="506421">
                  <a:extLst>
                    <a:ext uri="{9D8B030D-6E8A-4147-A177-3AD203B41FA5}">
                      <a16:colId xmlns:a16="http://schemas.microsoft.com/office/drawing/2014/main" val="2809358594"/>
                    </a:ext>
                  </a:extLst>
                </a:gridCol>
              </a:tblGrid>
              <a:tr h="290731">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extLst>
                  <a:ext uri="{0D108BD9-81ED-4DB2-BD59-A6C34878D82A}">
                    <a16:rowId xmlns:a16="http://schemas.microsoft.com/office/drawing/2014/main" val="1852488180"/>
                  </a:ext>
                </a:extLst>
              </a:tr>
            </a:tbl>
          </a:graphicData>
        </a:graphic>
      </p:graphicFrame>
      <p:sp>
        <p:nvSpPr>
          <p:cNvPr id="20" name="Oval 19">
            <a:extLst>
              <a:ext uri="{FF2B5EF4-FFF2-40B4-BE49-F238E27FC236}">
                <a16:creationId xmlns:a16="http://schemas.microsoft.com/office/drawing/2014/main" id="{76560446-7E8D-2C3C-A792-54C16F697311}"/>
              </a:ext>
            </a:extLst>
          </p:cNvPr>
          <p:cNvSpPr/>
          <p:nvPr/>
        </p:nvSpPr>
        <p:spPr>
          <a:xfrm>
            <a:off x="10474570" y="3701199"/>
            <a:ext cx="219868" cy="21666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358FB17-ADB6-415C-7A3D-863FAD9D8778}"/>
              </a:ext>
            </a:extLst>
          </p:cNvPr>
          <p:cNvSpPr/>
          <p:nvPr/>
        </p:nvSpPr>
        <p:spPr>
          <a:xfrm>
            <a:off x="9959783" y="3689558"/>
            <a:ext cx="219868" cy="216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207968F-A5DA-B3F4-E7DF-AB6EE87CE9F3}"/>
              </a:ext>
            </a:extLst>
          </p:cNvPr>
          <p:cNvSpPr/>
          <p:nvPr/>
        </p:nvSpPr>
        <p:spPr>
          <a:xfrm>
            <a:off x="10952668" y="3701199"/>
            <a:ext cx="219868" cy="216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Table 22">
            <a:extLst>
              <a:ext uri="{FF2B5EF4-FFF2-40B4-BE49-F238E27FC236}">
                <a16:creationId xmlns:a16="http://schemas.microsoft.com/office/drawing/2014/main" id="{FFEDE996-484D-AA2D-7B37-257FA6212A62}"/>
              </a:ext>
            </a:extLst>
          </p:cNvPr>
          <p:cNvGraphicFramePr>
            <a:graphicFrameLocks noGrp="1"/>
          </p:cNvGraphicFramePr>
          <p:nvPr>
            <p:extLst>
              <p:ext uri="{D42A27DB-BD31-4B8C-83A1-F6EECF244321}">
                <p14:modId xmlns:p14="http://schemas.microsoft.com/office/powerpoint/2010/main" val="4146438256"/>
              </p:ext>
            </p:extLst>
          </p:nvPr>
        </p:nvGraphicFramePr>
        <p:xfrm>
          <a:off x="9847288" y="4769094"/>
          <a:ext cx="1519263" cy="290731"/>
        </p:xfrm>
        <a:graphic>
          <a:graphicData uri="http://schemas.openxmlformats.org/drawingml/2006/table">
            <a:tbl>
              <a:tblPr>
                <a:tableStyleId>{5C22544A-7EE6-4342-B048-85BDC9FD1C3A}</a:tableStyleId>
              </a:tblPr>
              <a:tblGrid>
                <a:gridCol w="506421">
                  <a:extLst>
                    <a:ext uri="{9D8B030D-6E8A-4147-A177-3AD203B41FA5}">
                      <a16:colId xmlns:a16="http://schemas.microsoft.com/office/drawing/2014/main" val="1417637708"/>
                    </a:ext>
                  </a:extLst>
                </a:gridCol>
                <a:gridCol w="506421">
                  <a:extLst>
                    <a:ext uri="{9D8B030D-6E8A-4147-A177-3AD203B41FA5}">
                      <a16:colId xmlns:a16="http://schemas.microsoft.com/office/drawing/2014/main" val="2003687554"/>
                    </a:ext>
                  </a:extLst>
                </a:gridCol>
                <a:gridCol w="506421">
                  <a:extLst>
                    <a:ext uri="{9D8B030D-6E8A-4147-A177-3AD203B41FA5}">
                      <a16:colId xmlns:a16="http://schemas.microsoft.com/office/drawing/2014/main" val="2809358594"/>
                    </a:ext>
                  </a:extLst>
                </a:gridCol>
              </a:tblGrid>
              <a:tr h="290731">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extLst>
                  <a:ext uri="{0D108BD9-81ED-4DB2-BD59-A6C34878D82A}">
                    <a16:rowId xmlns:a16="http://schemas.microsoft.com/office/drawing/2014/main" val="1852488180"/>
                  </a:ext>
                </a:extLst>
              </a:tr>
            </a:tbl>
          </a:graphicData>
        </a:graphic>
      </p:graphicFrame>
      <p:sp>
        <p:nvSpPr>
          <p:cNvPr id="24" name="Oval 23">
            <a:extLst>
              <a:ext uri="{FF2B5EF4-FFF2-40B4-BE49-F238E27FC236}">
                <a16:creationId xmlns:a16="http://schemas.microsoft.com/office/drawing/2014/main" id="{4F612393-DC61-732B-BB98-48660444206E}"/>
              </a:ext>
            </a:extLst>
          </p:cNvPr>
          <p:cNvSpPr/>
          <p:nvPr/>
        </p:nvSpPr>
        <p:spPr>
          <a:xfrm>
            <a:off x="10496985" y="4804577"/>
            <a:ext cx="219868" cy="21666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6599948-A475-6DFB-DCD0-13015BA1E66A}"/>
              </a:ext>
            </a:extLst>
          </p:cNvPr>
          <p:cNvSpPr/>
          <p:nvPr/>
        </p:nvSpPr>
        <p:spPr>
          <a:xfrm>
            <a:off x="9982198" y="4792937"/>
            <a:ext cx="219868" cy="216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C50890E-1E9C-195A-8CE1-720D44B0DD4F}"/>
              </a:ext>
            </a:extLst>
          </p:cNvPr>
          <p:cNvSpPr/>
          <p:nvPr/>
        </p:nvSpPr>
        <p:spPr>
          <a:xfrm>
            <a:off x="10975083" y="4803129"/>
            <a:ext cx="219868" cy="216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77663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83FB6-2655-DB41-8253-0D98A33778E2}"/>
            </a:ext>
          </a:extLst>
        </p:cNvPr>
        <p:cNvGrpSpPr/>
        <p:nvPr/>
      </p:nvGrpSpPr>
      <p:grpSpPr>
        <a:xfrm>
          <a:off x="0" y="0"/>
          <a:ext cx="0" cy="0"/>
          <a:chOff x="0" y="0"/>
          <a:chExt cx="0" cy="0"/>
        </a:xfrm>
      </p:grpSpPr>
      <p:sp>
        <p:nvSpPr>
          <p:cNvPr id="2" name="Vertical Title 1">
            <a:extLst>
              <a:ext uri="{FF2B5EF4-FFF2-40B4-BE49-F238E27FC236}">
                <a16:creationId xmlns:a16="http://schemas.microsoft.com/office/drawing/2014/main" id="{B026DEB6-12C9-21C5-37D1-248AE922EC2D}"/>
              </a:ext>
            </a:extLst>
          </p:cNvPr>
          <p:cNvSpPr>
            <a:spLocks noGrp="1"/>
          </p:cNvSpPr>
          <p:nvPr>
            <p:ph type="title" orient="vert"/>
          </p:nvPr>
        </p:nvSpPr>
        <p:spPr/>
        <p:txBody>
          <a:bodyPr/>
          <a:lstStyle/>
          <a:p>
            <a:r>
              <a:rPr lang="en-US" sz="2800" b="1">
                <a:latin typeface="FedEx Sans Light"/>
              </a:rPr>
              <a:t>Opportunities to improve OPTI</a:t>
            </a:r>
            <a:r>
              <a:rPr lang="en-US" sz="2800" b="1">
                <a:solidFill>
                  <a:schemeClr val="bg2"/>
                </a:solidFill>
                <a:latin typeface="FedEx Sans Light"/>
              </a:rPr>
              <a:t>X</a:t>
            </a:r>
            <a:r>
              <a:rPr lang="en-US" sz="2800" b="1">
                <a:latin typeface="FedEx Sans Light"/>
              </a:rPr>
              <a:t> Scalability (2/2)</a:t>
            </a:r>
            <a:endParaRPr lang="en-US" sz="2800" b="1">
              <a:solidFill>
                <a:srgbClr val="FF0000"/>
              </a:solidFill>
              <a:latin typeface="FedEx Sans Light"/>
            </a:endParaRPr>
          </a:p>
        </p:txBody>
      </p:sp>
      <p:sp>
        <p:nvSpPr>
          <p:cNvPr id="4" name="Footer Placeholder 3">
            <a:extLst>
              <a:ext uri="{FF2B5EF4-FFF2-40B4-BE49-F238E27FC236}">
                <a16:creationId xmlns:a16="http://schemas.microsoft.com/office/drawing/2014/main" id="{E008A51C-5F3C-5A83-9C20-56C8080D2AB1}"/>
              </a:ext>
            </a:extLst>
          </p:cNvPr>
          <p:cNvSpPr>
            <a:spLocks noGrp="1"/>
          </p:cNvSpPr>
          <p:nvPr>
            <p:ph type="ftr" sz="quarter" idx="11"/>
          </p:nvPr>
        </p:nvSpPr>
        <p:spPr/>
        <p:txBody>
          <a:bodyPr/>
          <a:lstStyle/>
          <a:p>
            <a:pPr>
              <a:lnSpc>
                <a:spcPct val="90000"/>
              </a:lnSpc>
            </a:pP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3A4CF305-55D4-7587-5DAF-D9F3102AA722}"/>
              </a:ext>
            </a:extLst>
          </p:cNvPr>
          <p:cNvSpPr>
            <a:spLocks noGrp="1"/>
          </p:cNvSpPr>
          <p:nvPr>
            <p:ph type="sldNum" sz="quarter" idx="12"/>
          </p:nvPr>
        </p:nvSpPr>
        <p:spPr/>
        <p:txBody>
          <a:bodyPr/>
          <a:lstStyle/>
          <a:p>
            <a:fld id="{64B53FD8-04EE-4F67-B5CA-77D45BC12F90}" type="slidenum">
              <a:rPr lang="en-US" smtClean="0"/>
              <a:pPr/>
              <a:t>25</a:t>
            </a:fld>
            <a:endParaRPr lang="en-US" sz="800"/>
          </a:p>
        </p:txBody>
      </p:sp>
      <p:graphicFrame>
        <p:nvGraphicFramePr>
          <p:cNvPr id="6" name="Table 5">
            <a:extLst>
              <a:ext uri="{FF2B5EF4-FFF2-40B4-BE49-F238E27FC236}">
                <a16:creationId xmlns:a16="http://schemas.microsoft.com/office/drawing/2014/main" id="{113AE7B8-03ED-DFF0-1135-A0ADFE943978}"/>
              </a:ext>
            </a:extLst>
          </p:cNvPr>
          <p:cNvGraphicFramePr>
            <a:graphicFrameLocks noGrp="1"/>
          </p:cNvGraphicFramePr>
          <p:nvPr>
            <p:extLst>
              <p:ext uri="{D42A27DB-BD31-4B8C-83A1-F6EECF244321}">
                <p14:modId xmlns:p14="http://schemas.microsoft.com/office/powerpoint/2010/main" val="1051064157"/>
              </p:ext>
            </p:extLst>
          </p:nvPr>
        </p:nvGraphicFramePr>
        <p:xfrm>
          <a:off x="970492" y="2444938"/>
          <a:ext cx="10628869" cy="2528804"/>
        </p:xfrm>
        <a:graphic>
          <a:graphicData uri="http://schemas.openxmlformats.org/drawingml/2006/table">
            <a:tbl>
              <a:tblPr firstRow="1" bandRow="1">
                <a:tableStyleId>{5C22544A-7EE6-4342-B048-85BDC9FD1C3A}</a:tableStyleId>
              </a:tblPr>
              <a:tblGrid>
                <a:gridCol w="1479599">
                  <a:extLst>
                    <a:ext uri="{9D8B030D-6E8A-4147-A177-3AD203B41FA5}">
                      <a16:colId xmlns:a16="http://schemas.microsoft.com/office/drawing/2014/main" val="2777399835"/>
                    </a:ext>
                  </a:extLst>
                </a:gridCol>
                <a:gridCol w="2524245">
                  <a:extLst>
                    <a:ext uri="{9D8B030D-6E8A-4147-A177-3AD203B41FA5}">
                      <a16:colId xmlns:a16="http://schemas.microsoft.com/office/drawing/2014/main" val="1044760938"/>
                    </a:ext>
                  </a:extLst>
                </a:gridCol>
                <a:gridCol w="2359152">
                  <a:extLst>
                    <a:ext uri="{9D8B030D-6E8A-4147-A177-3AD203B41FA5}">
                      <a16:colId xmlns:a16="http://schemas.microsoft.com/office/drawing/2014/main" val="3081412966"/>
                    </a:ext>
                  </a:extLst>
                </a:gridCol>
                <a:gridCol w="2231136">
                  <a:extLst>
                    <a:ext uri="{9D8B030D-6E8A-4147-A177-3AD203B41FA5}">
                      <a16:colId xmlns:a16="http://schemas.microsoft.com/office/drawing/2014/main" val="2712544360"/>
                    </a:ext>
                  </a:extLst>
                </a:gridCol>
                <a:gridCol w="2034737">
                  <a:extLst>
                    <a:ext uri="{9D8B030D-6E8A-4147-A177-3AD203B41FA5}">
                      <a16:colId xmlns:a16="http://schemas.microsoft.com/office/drawing/2014/main" val="862129929"/>
                    </a:ext>
                  </a:extLst>
                </a:gridCol>
              </a:tblGrid>
              <a:tr h="1431524">
                <a:tc>
                  <a:txBody>
                    <a:bodyPr/>
                    <a:lstStyle/>
                    <a:p>
                      <a:pPr algn="ctr"/>
                      <a:r>
                        <a:rPr lang="en-US" sz="1100">
                          <a:solidFill>
                            <a:schemeClr val="tx1"/>
                          </a:solidFill>
                        </a:rPr>
                        <a:t>4. Case description not updated properly</a:t>
                      </a:r>
                    </a:p>
                  </a:txBody>
                  <a:tcPr anchor="ctr">
                    <a:lnL w="57150"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tc>
                  <a:txBody>
                    <a:bodyPr/>
                    <a:lstStyle/>
                    <a:p>
                      <a:pPr marL="171450" indent="-171450" algn="l">
                        <a:buFont typeface="Arial" panose="020B0604020202020204" pitchFamily="34" charset="0"/>
                        <a:buChar char="•"/>
                      </a:pPr>
                      <a:r>
                        <a:rPr lang="en-US" sz="1100" b="0">
                          <a:solidFill>
                            <a:schemeClr val="tx1"/>
                          </a:solidFill>
                        </a:rPr>
                        <a:t>Inconsistent case template usage by sales reps is impacting Optix output quality (287 cases).</a:t>
                      </a:r>
                    </a:p>
                    <a:p>
                      <a:pPr marL="171450" indent="-171450" algn="l">
                        <a:buFont typeface="Arial" panose="020B0604020202020204" pitchFamily="34" charset="0"/>
                        <a:buChar char="•"/>
                      </a:pPr>
                      <a:endParaRPr lang="en-US" sz="1100" b="0">
                        <a:solidFill>
                          <a:schemeClr val="tx1"/>
                        </a:solidFill>
                      </a:endParaRPr>
                    </a:p>
                    <a:p>
                      <a:pPr marL="171450" lvl="0" indent="-171450" algn="l">
                        <a:buFont typeface="Arial" panose="020B0604020202020204" pitchFamily="34" charset="0"/>
                        <a:buChar char="•"/>
                      </a:pPr>
                      <a:endParaRPr lang="en-US" sz="1100" b="0">
                        <a:solidFill>
                          <a:schemeClr val="tx1"/>
                        </a:solidFill>
                      </a:endParaRPr>
                    </a:p>
                  </a:txBody>
                  <a:tcPr>
                    <a:lnL w="5715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lvl="0" indent="-228600" algn="l">
                        <a:buFont typeface="Arial" panose="020B0604020202020204" pitchFamily="34" charset="0"/>
                        <a:buChar char="•"/>
                      </a:pPr>
                      <a:r>
                        <a:rPr lang="en-US" sz="1100" b="0">
                          <a:solidFill>
                            <a:schemeClr val="tx1"/>
                          </a:solidFill>
                        </a:rPr>
                        <a:t>Educate sales reps on SOP-based case creation and standardize iSell inputs through structured data capture.</a:t>
                      </a:r>
                    </a:p>
                    <a:p>
                      <a:pPr marL="228600" lvl="0" indent="-228600" algn="l">
                        <a:buFont typeface="Arial" panose="020B0604020202020204" pitchFamily="34" charset="0"/>
                        <a:buChar char="•"/>
                      </a:pPr>
                      <a:endParaRPr lang="en-US" sz="1100" b="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100" b="0">
                          <a:solidFill>
                            <a:schemeClr val="tx1"/>
                          </a:solidFill>
                        </a:rPr>
                        <a:t>iSell enhancements were proposed to standardize case formatting [9/25]</a:t>
                      </a: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endParaRPr lang="en-US" sz="1100" b="0">
                        <a:solidFill>
                          <a:schemeClr val="tx1"/>
                        </a:solidFill>
                      </a:endParaRPr>
                    </a:p>
                  </a:txBody>
                  <a:tcPr>
                    <a:lnL w="1270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endParaRPr lang="en-US" sz="1100" b="0">
                        <a:solidFill>
                          <a:schemeClr val="tx1"/>
                        </a:solidFill>
                      </a:endParaRP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endParaRPr lang="en-US" sz="1100" b="0">
                        <a:solidFill>
                          <a:schemeClr val="tx1"/>
                        </a:solidFill>
                      </a:endParaRP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rPr>
                        <a:t>Status</a:t>
                      </a:r>
                      <a:r>
                        <a:rPr lang="en-US" sz="1100" b="0">
                          <a:solidFill>
                            <a:schemeClr val="tx1"/>
                          </a:solidFill>
                        </a:rPr>
                        <a:t>: Not started</a:t>
                      </a: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rPr>
                        <a:t>Timeline:</a:t>
                      </a:r>
                      <a:r>
                        <a:rPr lang="en-US" sz="1100" b="0">
                          <a:solidFill>
                            <a:schemeClr val="tx1"/>
                          </a:solidFill>
                        </a:rPr>
                        <a:t> TBD</a:t>
                      </a:r>
                    </a:p>
                    <a:p>
                      <a:pPr marL="0" marR="0" lvl="0" indent="0" algn="ctr" rtl="0" eaLnBrk="1" fontAlgn="auto" latinLnBrk="0" hangingPunct="1">
                        <a:lnSpc>
                          <a:spcPct val="150000"/>
                        </a:lnSpc>
                        <a:spcBef>
                          <a:spcPts val="0"/>
                        </a:spcBef>
                        <a:spcAft>
                          <a:spcPts val="0"/>
                        </a:spcAft>
                        <a:buClrTx/>
                        <a:buSzTx/>
                        <a:buFont typeface="Arial" panose="020B0604020202020204" pitchFamily="34" charset="0"/>
                        <a:buNone/>
                      </a:pPr>
                      <a:endParaRPr lang="en-US" sz="1100" b="0">
                        <a:solidFill>
                          <a:schemeClr val="tx1"/>
                        </a:solidFill>
                      </a:endParaRPr>
                    </a:p>
                    <a:p>
                      <a:pPr marL="0" marR="0" lvl="0" indent="0" algn="ctr" rtl="0" eaLnBrk="1" fontAlgn="auto" latinLnBrk="0" hangingPunct="1">
                        <a:lnSpc>
                          <a:spcPct val="150000"/>
                        </a:lnSpc>
                        <a:spcBef>
                          <a:spcPts val="0"/>
                        </a:spcBef>
                        <a:spcAft>
                          <a:spcPts val="0"/>
                        </a:spcAft>
                        <a:buClrTx/>
                        <a:buSzTx/>
                        <a:buFont typeface="Arial" panose="020B0604020202020204" pitchFamily="34" charset="0"/>
                        <a:buNone/>
                      </a:pPr>
                      <a:endParaRPr lang="en-US" sz="1100" b="0">
                        <a:solidFill>
                          <a:schemeClr val="tx1"/>
                        </a:solidFill>
                      </a:endParaRPr>
                    </a:p>
                  </a:txBody>
                  <a:tcPr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4646154"/>
                  </a:ext>
                </a:extLst>
              </a:tr>
              <a:tr h="995323">
                <a:tc>
                  <a:txBody>
                    <a:bodyPr/>
                    <a:lstStyle/>
                    <a:p>
                      <a:pPr algn="ctr"/>
                      <a:r>
                        <a:rPr lang="en-US" sz="1100">
                          <a:solidFill>
                            <a:schemeClr val="tx1"/>
                          </a:solidFill>
                        </a:rPr>
                        <a:t>5. Cases raised at Country/ Facility level</a:t>
                      </a:r>
                    </a:p>
                  </a:txBody>
                  <a:tcPr anchor="ctr">
                    <a:lnL w="57150"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bg1">
                        <a:lumMod val="95000"/>
                      </a:schemeClr>
                    </a:solidFill>
                  </a:tcPr>
                </a:tc>
                <a:tc>
                  <a:txBody>
                    <a:bodyPr/>
                    <a:lstStyle/>
                    <a:p>
                      <a:pPr marL="171450" indent="-171450" algn="l">
                        <a:buFont typeface="Arial" panose="020B0604020202020204" pitchFamily="34" charset="0"/>
                        <a:buChar char="•"/>
                      </a:pPr>
                      <a:r>
                        <a:rPr lang="en-US" sz="1100" b="0">
                          <a:solidFill>
                            <a:schemeClr val="tx1"/>
                          </a:solidFill>
                        </a:rPr>
                        <a:t>Per SOP, cases must be raised at EAN level; Optix does not support non-EAN cases (81 cases).</a:t>
                      </a:r>
                    </a:p>
                  </a:txBody>
                  <a:tcPr>
                    <a:lnL w="5715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28600" marR="0" lvl="0" indent="-228600" algn="l" rtl="0" eaLnBrk="1" fontAlgn="auto" latinLnBrk="0" hangingPunct="1">
                        <a:lnSpc>
                          <a:spcPct val="100000"/>
                        </a:lnSpc>
                        <a:spcBef>
                          <a:spcPts val="0"/>
                        </a:spcBef>
                        <a:spcAft>
                          <a:spcPts val="0"/>
                        </a:spcAft>
                        <a:buClrTx/>
                        <a:buSzTx/>
                        <a:buFont typeface="Arial" panose="020B0604020202020204" pitchFamily="34" charset="0"/>
                        <a:buChar char="•"/>
                      </a:pPr>
                      <a:r>
                        <a:rPr lang="en-US" sz="1100" b="0">
                          <a:solidFill>
                            <a:schemeClr val="tx1"/>
                          </a:solidFill>
                        </a:rPr>
                        <a:t>Standardize case creation at EAN level per SOP and enhance SQL to enable country/facility-level joins, with performance validation pending.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100" b="0">
                          <a:solidFill>
                            <a:schemeClr val="tx1"/>
                          </a:solidFill>
                        </a:rPr>
                        <a:t>No Action yet</a:t>
                      </a:r>
                    </a:p>
                  </a:txBody>
                  <a:tcPr>
                    <a:lnL w="1270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endParaRPr lang="en-US" sz="1100" b="0">
                        <a:solidFill>
                          <a:schemeClr val="tx1"/>
                        </a:solidFill>
                      </a:endParaRP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endParaRPr lang="en-US" sz="1100" b="0">
                        <a:solidFill>
                          <a:schemeClr val="tx1"/>
                        </a:solidFill>
                      </a:endParaRP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endParaRPr lang="en-US" sz="1100" b="0">
                        <a:solidFill>
                          <a:schemeClr val="tx1"/>
                        </a:solidFill>
                      </a:endParaRP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rPr>
                        <a:t>Status</a:t>
                      </a:r>
                      <a:r>
                        <a:rPr lang="en-US" sz="1100" b="0">
                          <a:solidFill>
                            <a:schemeClr val="tx1"/>
                          </a:solidFill>
                        </a:rPr>
                        <a:t>: Not started</a:t>
                      </a: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r>
                        <a:rPr lang="en-US" sz="1100" b="1">
                          <a:solidFill>
                            <a:schemeClr val="tx1"/>
                          </a:solidFill>
                        </a:rPr>
                        <a:t>Timeline</a:t>
                      </a:r>
                      <a:r>
                        <a:rPr lang="en-US" sz="1100" b="0">
                          <a:solidFill>
                            <a:schemeClr val="tx1"/>
                          </a:solidFill>
                        </a:rPr>
                        <a:t>: TBD</a:t>
                      </a:r>
                    </a:p>
                    <a:p>
                      <a:pPr marL="0" marR="0" lvl="0" indent="0" algn="ctr" rtl="0" eaLnBrk="1" fontAlgn="auto" latinLnBrk="0" hangingPunct="1">
                        <a:lnSpc>
                          <a:spcPct val="100000"/>
                        </a:lnSpc>
                        <a:spcBef>
                          <a:spcPts val="0"/>
                        </a:spcBef>
                        <a:spcAft>
                          <a:spcPts val="0"/>
                        </a:spcAft>
                        <a:buClrTx/>
                        <a:buSzTx/>
                        <a:buFont typeface="Arial" panose="020B0604020202020204" pitchFamily="34" charset="0"/>
                        <a:buNone/>
                      </a:pPr>
                      <a:endParaRPr lang="en-US" sz="1100" b="0">
                        <a:solidFill>
                          <a:schemeClr val="tx1"/>
                        </a:solidFill>
                      </a:endParaRPr>
                    </a:p>
                  </a:txBody>
                  <a:tcPr anchor="ctr">
                    <a:lnL w="12700" cap="flat" cmpd="sng" algn="ctr">
                      <a:noFill/>
                      <a:prstDash val="solid"/>
                      <a:round/>
                      <a:headEnd type="none" w="med" len="med"/>
                      <a:tailEnd type="none" w="med" len="med"/>
                    </a:lnL>
                    <a:lnR w="57150" cap="flat" cmpd="sng" algn="ctr">
                      <a:noFill/>
                      <a:prstDash val="solid"/>
                      <a:round/>
                      <a:headEnd type="none" w="med" len="med"/>
                      <a:tailEnd type="none" w="med" len="med"/>
                    </a:lnR>
                    <a:lnT w="571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5028102"/>
                  </a:ext>
                </a:extLst>
              </a:tr>
            </a:tbl>
          </a:graphicData>
        </a:graphic>
      </p:graphicFrame>
      <p:sp>
        <p:nvSpPr>
          <p:cNvPr id="9" name="TextBox 8">
            <a:extLst>
              <a:ext uri="{FF2B5EF4-FFF2-40B4-BE49-F238E27FC236}">
                <a16:creationId xmlns:a16="http://schemas.microsoft.com/office/drawing/2014/main" id="{8B571F24-AC15-6732-8D6A-87A58907F277}"/>
              </a:ext>
            </a:extLst>
          </p:cNvPr>
          <p:cNvSpPr txBox="1"/>
          <p:nvPr/>
        </p:nvSpPr>
        <p:spPr>
          <a:xfrm>
            <a:off x="593439" y="1550019"/>
            <a:ext cx="11022489" cy="216662"/>
          </a:xfrm>
          <a:prstGeom prst="rect">
            <a:avLst/>
          </a:prstGeom>
          <a:noFill/>
        </p:spPr>
        <p:txBody>
          <a:bodyPr wrap="square" lIns="0" tIns="0" rIns="0" bIns="0" rtlCol="0">
            <a:spAutoFit/>
          </a:bodyPr>
          <a:lstStyle/>
          <a:p>
            <a:pPr algn="l">
              <a:lnSpc>
                <a:spcPct val="130000"/>
              </a:lnSpc>
            </a:pPr>
            <a:r>
              <a:rPr lang="en-US" sz="1200" i="1"/>
              <a:t>Cloud access constraints, lack of real-time data, and data quality issues are restricting full-scale OPTIX usage in the current state</a:t>
            </a:r>
            <a:endParaRPr lang="en-US" sz="1200" b="0" i="1">
              <a:latin typeface="FedEx Sans" panose="020B0603020203020204" pitchFamily="34" charset="0"/>
              <a:ea typeface="FedEx Sans" panose="020B0603020203020204" pitchFamily="34" charset="0"/>
              <a:cs typeface="FedEx Sans" panose="020B0603020203020204" pitchFamily="34" charset="0"/>
            </a:endParaRPr>
          </a:p>
        </p:txBody>
      </p:sp>
      <p:cxnSp>
        <p:nvCxnSpPr>
          <p:cNvPr id="13" name="Straight Connector 12">
            <a:extLst>
              <a:ext uri="{FF2B5EF4-FFF2-40B4-BE49-F238E27FC236}">
                <a16:creationId xmlns:a16="http://schemas.microsoft.com/office/drawing/2014/main" id="{BF3B11BD-5154-19D7-00C8-CB5EEC703109}"/>
              </a:ext>
            </a:extLst>
          </p:cNvPr>
          <p:cNvCxnSpPr>
            <a:cxnSpLocks/>
          </p:cNvCxnSpPr>
          <p:nvPr/>
        </p:nvCxnSpPr>
        <p:spPr>
          <a:xfrm>
            <a:off x="970492" y="4964702"/>
            <a:ext cx="1055144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C36758F-4EDE-89C8-1D62-B00CEDBE8D39}"/>
              </a:ext>
            </a:extLst>
          </p:cNvPr>
          <p:cNvSpPr/>
          <p:nvPr/>
        </p:nvSpPr>
        <p:spPr>
          <a:xfrm>
            <a:off x="4979158" y="2041525"/>
            <a:ext cx="2185200" cy="375907"/>
          </a:xfrm>
          <a:prstGeom prst="round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l" rtl="0" fontAlgn="base">
              <a:lnSpc>
                <a:spcPct val="130000"/>
              </a:lnSpc>
              <a:spcBef>
                <a:spcPct val="0"/>
              </a:spcBef>
              <a:spcAft>
                <a:spcPct val="0"/>
              </a:spcAft>
            </a:pPr>
            <a:r>
              <a:rPr lang="en-US" sz="1200" b="1" kern="1200">
                <a:solidFill>
                  <a:prstClr val="white"/>
                </a:solidFill>
                <a:ea typeface="ＭＳ Ｐゴシック" pitchFamily="34" charset="-128"/>
                <a:cs typeface="Arial"/>
              </a:rPr>
              <a:t>Action Plan</a:t>
            </a:r>
          </a:p>
        </p:txBody>
      </p:sp>
      <p:sp>
        <p:nvSpPr>
          <p:cNvPr id="14" name="Rectangle: Rounded Corners 13">
            <a:extLst>
              <a:ext uri="{FF2B5EF4-FFF2-40B4-BE49-F238E27FC236}">
                <a16:creationId xmlns:a16="http://schemas.microsoft.com/office/drawing/2014/main" id="{DC6DA892-E37E-2A99-AF59-7D77482F5CE5}"/>
              </a:ext>
            </a:extLst>
          </p:cNvPr>
          <p:cNvSpPr/>
          <p:nvPr/>
        </p:nvSpPr>
        <p:spPr>
          <a:xfrm>
            <a:off x="2476499" y="2041525"/>
            <a:ext cx="2316078" cy="375911"/>
          </a:xfrm>
          <a:prstGeom prst="round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l" rtl="0" fontAlgn="base">
              <a:lnSpc>
                <a:spcPct val="130000"/>
              </a:lnSpc>
              <a:spcBef>
                <a:spcPct val="0"/>
              </a:spcBef>
              <a:spcAft>
                <a:spcPct val="0"/>
              </a:spcAft>
            </a:pPr>
            <a:r>
              <a:rPr lang="en-US" sz="1200" b="1" kern="1200">
                <a:solidFill>
                  <a:prstClr val="white"/>
                </a:solidFill>
                <a:ea typeface="ＭＳ Ｐゴシック" pitchFamily="34" charset="-128"/>
                <a:cs typeface="Arial"/>
              </a:rPr>
              <a:t>Description</a:t>
            </a:r>
          </a:p>
        </p:txBody>
      </p:sp>
      <p:sp>
        <p:nvSpPr>
          <p:cNvPr id="15" name="Rectangle: Rounded Corners 14">
            <a:extLst>
              <a:ext uri="{FF2B5EF4-FFF2-40B4-BE49-F238E27FC236}">
                <a16:creationId xmlns:a16="http://schemas.microsoft.com/office/drawing/2014/main" id="{E130EB54-61FF-F66B-B2E1-D078AE12ADA4}"/>
              </a:ext>
            </a:extLst>
          </p:cNvPr>
          <p:cNvSpPr/>
          <p:nvPr/>
        </p:nvSpPr>
        <p:spPr>
          <a:xfrm>
            <a:off x="7315200" y="2039120"/>
            <a:ext cx="2185416" cy="374400"/>
          </a:xfrm>
          <a:prstGeom prst="round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l" rtl="0" fontAlgn="base">
              <a:lnSpc>
                <a:spcPct val="130000"/>
              </a:lnSpc>
              <a:spcBef>
                <a:spcPct val="0"/>
              </a:spcBef>
              <a:spcAft>
                <a:spcPct val="0"/>
              </a:spcAft>
            </a:pPr>
            <a:r>
              <a:rPr lang="en-US" sz="1200" b="1" kern="1200">
                <a:solidFill>
                  <a:prstClr val="white"/>
                </a:solidFill>
                <a:latin typeface="FedEx Sans" panose="020B0603020203020204" pitchFamily="34" charset="0"/>
                <a:ea typeface="ＭＳ Ｐゴシック" pitchFamily="34" charset="-128"/>
                <a:cs typeface="Arial"/>
              </a:rPr>
              <a:t>Current Status</a:t>
            </a:r>
          </a:p>
        </p:txBody>
      </p:sp>
      <p:cxnSp>
        <p:nvCxnSpPr>
          <p:cNvPr id="10" name="Straight Connector 9">
            <a:extLst>
              <a:ext uri="{FF2B5EF4-FFF2-40B4-BE49-F238E27FC236}">
                <a16:creationId xmlns:a16="http://schemas.microsoft.com/office/drawing/2014/main" id="{9993FF00-8422-E602-4F0C-9DEBA7557C22}"/>
              </a:ext>
            </a:extLst>
          </p:cNvPr>
          <p:cNvCxnSpPr>
            <a:cxnSpLocks/>
          </p:cNvCxnSpPr>
          <p:nvPr/>
        </p:nvCxnSpPr>
        <p:spPr>
          <a:xfrm>
            <a:off x="970492" y="3881314"/>
            <a:ext cx="1055144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00CFE167-F370-B759-9854-80A96B743E60}"/>
              </a:ext>
            </a:extLst>
          </p:cNvPr>
          <p:cNvSpPr/>
          <p:nvPr/>
        </p:nvSpPr>
        <p:spPr>
          <a:xfrm>
            <a:off x="9642748" y="2039120"/>
            <a:ext cx="1973180" cy="374400"/>
          </a:xfrm>
          <a:prstGeom prst="round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l" rtl="0" fontAlgn="base">
              <a:lnSpc>
                <a:spcPct val="130000"/>
              </a:lnSpc>
              <a:spcBef>
                <a:spcPct val="0"/>
              </a:spcBef>
              <a:spcAft>
                <a:spcPct val="0"/>
              </a:spcAft>
            </a:pPr>
            <a:r>
              <a:rPr lang="en-US" sz="1200" b="1" kern="1200">
                <a:solidFill>
                  <a:prstClr val="white"/>
                </a:solidFill>
                <a:latin typeface="FedEx Sans" panose="020B0603020203020204" pitchFamily="34" charset="0"/>
                <a:ea typeface="ＭＳ Ｐゴシック" pitchFamily="34" charset="-128"/>
                <a:cs typeface="Arial"/>
              </a:rPr>
              <a:t>Progress</a:t>
            </a:r>
          </a:p>
        </p:txBody>
      </p:sp>
      <p:graphicFrame>
        <p:nvGraphicFramePr>
          <p:cNvPr id="7" name="Table 6">
            <a:extLst>
              <a:ext uri="{FF2B5EF4-FFF2-40B4-BE49-F238E27FC236}">
                <a16:creationId xmlns:a16="http://schemas.microsoft.com/office/drawing/2014/main" id="{64D950E8-9F5B-E8FD-7191-1E73DC68A2AF}"/>
              </a:ext>
            </a:extLst>
          </p:cNvPr>
          <p:cNvGraphicFramePr>
            <a:graphicFrameLocks noGrp="1"/>
          </p:cNvGraphicFramePr>
          <p:nvPr/>
        </p:nvGraphicFramePr>
        <p:xfrm>
          <a:off x="9847290" y="2556452"/>
          <a:ext cx="1519263" cy="290731"/>
        </p:xfrm>
        <a:graphic>
          <a:graphicData uri="http://schemas.openxmlformats.org/drawingml/2006/table">
            <a:tbl>
              <a:tblPr>
                <a:tableStyleId>{5C22544A-7EE6-4342-B048-85BDC9FD1C3A}</a:tableStyleId>
              </a:tblPr>
              <a:tblGrid>
                <a:gridCol w="506421">
                  <a:extLst>
                    <a:ext uri="{9D8B030D-6E8A-4147-A177-3AD203B41FA5}">
                      <a16:colId xmlns:a16="http://schemas.microsoft.com/office/drawing/2014/main" val="1417637708"/>
                    </a:ext>
                  </a:extLst>
                </a:gridCol>
                <a:gridCol w="506421">
                  <a:extLst>
                    <a:ext uri="{9D8B030D-6E8A-4147-A177-3AD203B41FA5}">
                      <a16:colId xmlns:a16="http://schemas.microsoft.com/office/drawing/2014/main" val="2003687554"/>
                    </a:ext>
                  </a:extLst>
                </a:gridCol>
                <a:gridCol w="506421">
                  <a:extLst>
                    <a:ext uri="{9D8B030D-6E8A-4147-A177-3AD203B41FA5}">
                      <a16:colId xmlns:a16="http://schemas.microsoft.com/office/drawing/2014/main" val="2809358594"/>
                    </a:ext>
                  </a:extLst>
                </a:gridCol>
              </a:tblGrid>
              <a:tr h="290731">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extLst>
                  <a:ext uri="{0D108BD9-81ED-4DB2-BD59-A6C34878D82A}">
                    <a16:rowId xmlns:a16="http://schemas.microsoft.com/office/drawing/2014/main" val="1852488180"/>
                  </a:ext>
                </a:extLst>
              </a:tr>
            </a:tbl>
          </a:graphicData>
        </a:graphic>
      </p:graphicFrame>
      <p:sp>
        <p:nvSpPr>
          <p:cNvPr id="16" name="Oval 15">
            <a:extLst>
              <a:ext uri="{FF2B5EF4-FFF2-40B4-BE49-F238E27FC236}">
                <a16:creationId xmlns:a16="http://schemas.microsoft.com/office/drawing/2014/main" id="{C7521E70-D43D-7D9F-7470-1068A5D07A15}"/>
              </a:ext>
            </a:extLst>
          </p:cNvPr>
          <p:cNvSpPr/>
          <p:nvPr/>
        </p:nvSpPr>
        <p:spPr>
          <a:xfrm>
            <a:off x="10496987" y="2591935"/>
            <a:ext cx="219868" cy="216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7256A35-0AF0-3212-6215-93C681917B07}"/>
              </a:ext>
            </a:extLst>
          </p:cNvPr>
          <p:cNvSpPr/>
          <p:nvPr/>
        </p:nvSpPr>
        <p:spPr>
          <a:xfrm>
            <a:off x="9982200" y="2580295"/>
            <a:ext cx="219868" cy="21666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5C23FB3F-EEF6-E451-21F4-498B0C86951B}"/>
              </a:ext>
            </a:extLst>
          </p:cNvPr>
          <p:cNvSpPr/>
          <p:nvPr/>
        </p:nvSpPr>
        <p:spPr>
          <a:xfrm>
            <a:off x="10975085" y="2590487"/>
            <a:ext cx="219868" cy="216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9" name="Table 18">
            <a:extLst>
              <a:ext uri="{FF2B5EF4-FFF2-40B4-BE49-F238E27FC236}">
                <a16:creationId xmlns:a16="http://schemas.microsoft.com/office/drawing/2014/main" id="{3C059CD1-1EE9-3DA3-6F03-B6F0C6C055BE}"/>
              </a:ext>
            </a:extLst>
          </p:cNvPr>
          <p:cNvGraphicFramePr>
            <a:graphicFrameLocks noGrp="1"/>
          </p:cNvGraphicFramePr>
          <p:nvPr/>
        </p:nvGraphicFramePr>
        <p:xfrm>
          <a:off x="9847290" y="4027481"/>
          <a:ext cx="1519263" cy="290731"/>
        </p:xfrm>
        <a:graphic>
          <a:graphicData uri="http://schemas.openxmlformats.org/drawingml/2006/table">
            <a:tbl>
              <a:tblPr>
                <a:tableStyleId>{5C22544A-7EE6-4342-B048-85BDC9FD1C3A}</a:tableStyleId>
              </a:tblPr>
              <a:tblGrid>
                <a:gridCol w="506421">
                  <a:extLst>
                    <a:ext uri="{9D8B030D-6E8A-4147-A177-3AD203B41FA5}">
                      <a16:colId xmlns:a16="http://schemas.microsoft.com/office/drawing/2014/main" val="1417637708"/>
                    </a:ext>
                  </a:extLst>
                </a:gridCol>
                <a:gridCol w="506421">
                  <a:extLst>
                    <a:ext uri="{9D8B030D-6E8A-4147-A177-3AD203B41FA5}">
                      <a16:colId xmlns:a16="http://schemas.microsoft.com/office/drawing/2014/main" val="2003687554"/>
                    </a:ext>
                  </a:extLst>
                </a:gridCol>
                <a:gridCol w="506421">
                  <a:extLst>
                    <a:ext uri="{9D8B030D-6E8A-4147-A177-3AD203B41FA5}">
                      <a16:colId xmlns:a16="http://schemas.microsoft.com/office/drawing/2014/main" val="2809358594"/>
                    </a:ext>
                  </a:extLst>
                </a:gridCol>
              </a:tblGrid>
              <a:tr h="290731">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tc>
                  <a:txBody>
                    <a:bodyPr/>
                    <a:lstStyle/>
                    <a:p>
                      <a:endParaRPr lang="en-US"/>
                    </a:p>
                  </a:txBody>
                  <a:tcPr>
                    <a:solidFill>
                      <a:schemeClr val="bg1">
                        <a:lumMod val="85000"/>
                      </a:schemeClr>
                    </a:solidFill>
                  </a:tcPr>
                </a:tc>
                <a:extLst>
                  <a:ext uri="{0D108BD9-81ED-4DB2-BD59-A6C34878D82A}">
                    <a16:rowId xmlns:a16="http://schemas.microsoft.com/office/drawing/2014/main" val="1852488180"/>
                  </a:ext>
                </a:extLst>
              </a:tr>
            </a:tbl>
          </a:graphicData>
        </a:graphic>
      </p:graphicFrame>
      <p:sp>
        <p:nvSpPr>
          <p:cNvPr id="20" name="Oval 19">
            <a:extLst>
              <a:ext uri="{FF2B5EF4-FFF2-40B4-BE49-F238E27FC236}">
                <a16:creationId xmlns:a16="http://schemas.microsoft.com/office/drawing/2014/main" id="{FAF2912A-04AC-CC6C-4FC1-60227FD3EC29}"/>
              </a:ext>
            </a:extLst>
          </p:cNvPr>
          <p:cNvSpPr/>
          <p:nvPr/>
        </p:nvSpPr>
        <p:spPr>
          <a:xfrm>
            <a:off x="10496987" y="4062964"/>
            <a:ext cx="219868" cy="216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1" name="Oval 20">
            <a:extLst>
              <a:ext uri="{FF2B5EF4-FFF2-40B4-BE49-F238E27FC236}">
                <a16:creationId xmlns:a16="http://schemas.microsoft.com/office/drawing/2014/main" id="{3127FBE7-D048-1733-D624-4C206B2E61EB}"/>
              </a:ext>
            </a:extLst>
          </p:cNvPr>
          <p:cNvSpPr/>
          <p:nvPr/>
        </p:nvSpPr>
        <p:spPr>
          <a:xfrm>
            <a:off x="9982200" y="4051324"/>
            <a:ext cx="219868" cy="21666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27C730-D9E1-4505-4793-2635798ADF99}"/>
              </a:ext>
            </a:extLst>
          </p:cNvPr>
          <p:cNvSpPr/>
          <p:nvPr/>
        </p:nvSpPr>
        <p:spPr>
          <a:xfrm>
            <a:off x="10975085" y="4061516"/>
            <a:ext cx="219868" cy="2166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C833F1E-92FB-A668-1E22-C807093F06AB}"/>
              </a:ext>
            </a:extLst>
          </p:cNvPr>
          <p:cNvSpPr txBox="1"/>
          <p:nvPr/>
        </p:nvSpPr>
        <p:spPr>
          <a:xfrm>
            <a:off x="568960" y="5344160"/>
            <a:ext cx="11115040" cy="41870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30000"/>
              </a:lnSpc>
            </a:pPr>
            <a:r>
              <a:rPr lang="en-US" sz="1100"/>
              <a:t>Note: Management support may be required at key junctures to proactively address and resolve bottlenecks, particularly those involving sales team dependencies, access to systems, or decisions that require leadership alignment and prioritization.</a:t>
            </a:r>
            <a:endParaRPr lang="en-US" sz="1100" b="0" i="0">
              <a:latin typeface="FedEx Sans"/>
            </a:endParaRPr>
          </a:p>
        </p:txBody>
      </p:sp>
      <p:sp>
        <p:nvSpPr>
          <p:cNvPr id="29" name="Rectangle 28">
            <a:extLst>
              <a:ext uri="{FF2B5EF4-FFF2-40B4-BE49-F238E27FC236}">
                <a16:creationId xmlns:a16="http://schemas.microsoft.com/office/drawing/2014/main" id="{27859430-EB85-9AD9-3572-8E200A6A5FC6}"/>
              </a:ext>
            </a:extLst>
          </p:cNvPr>
          <p:cNvSpPr/>
          <p:nvPr/>
        </p:nvSpPr>
        <p:spPr>
          <a:xfrm rot="5400000" flipV="1">
            <a:off x="-474730" y="3479555"/>
            <a:ext cx="2523502" cy="431036"/>
          </a:xfrm>
          <a:prstGeom prst="rect">
            <a:avLst/>
          </a:prstGeom>
          <a:solidFill>
            <a:schemeClr val="accent1"/>
          </a:solidFill>
          <a:ln w="12700" cap="flat" cmpd="sng" algn="ctr">
            <a:noFill/>
            <a:prstDash val="solid"/>
            <a:miter lim="800000"/>
          </a:ln>
          <a:effectLst/>
        </p:spPr>
        <p:txBody>
          <a:bodyPr wrap="square" lIns="91440" tIns="45720" rIns="91440" bIns="45720" rtlCol="0" anchor="ctr">
            <a:noAutofit/>
          </a:bodyPr>
          <a:lstStyle/>
          <a:p>
            <a:pPr algn="ctr" rtl="0" fontAlgn="base">
              <a:lnSpc>
                <a:spcPct val="130000"/>
              </a:lnSpc>
              <a:spcBef>
                <a:spcPct val="0"/>
              </a:spcBef>
              <a:spcAft>
                <a:spcPct val="0"/>
              </a:spcAft>
            </a:pPr>
            <a:r>
              <a:rPr lang="en-US" sz="1200" b="1" kern="1200">
                <a:solidFill>
                  <a:prstClr val="white"/>
                </a:solidFill>
                <a:latin typeface="Arial" pitchFamily="34" charset="0"/>
                <a:ea typeface="ＭＳ Ｐゴシック" pitchFamily="34" charset="-128"/>
                <a:cs typeface="Arial"/>
              </a:rPr>
              <a:t>People</a:t>
            </a:r>
          </a:p>
        </p:txBody>
      </p:sp>
    </p:spTree>
    <p:extLst>
      <p:ext uri="{BB962C8B-B14F-4D97-AF65-F5344CB8AC3E}">
        <p14:creationId xmlns:p14="http://schemas.microsoft.com/office/powerpoint/2010/main" val="4213873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6054D03F-EE15-1467-8AB3-99A21DECB64F}"/>
              </a:ext>
            </a:extLst>
          </p:cNvPr>
          <p:cNvSpPr/>
          <p:nvPr/>
        </p:nvSpPr>
        <p:spPr>
          <a:xfrm>
            <a:off x="8724005" y="2676170"/>
            <a:ext cx="1939595" cy="3531676"/>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5DAE273-27A6-270C-0BF0-4D5443C3A0AE}"/>
              </a:ext>
            </a:extLst>
          </p:cNvPr>
          <p:cNvSpPr/>
          <p:nvPr/>
        </p:nvSpPr>
        <p:spPr>
          <a:xfrm>
            <a:off x="6693744" y="3190239"/>
            <a:ext cx="1920240" cy="3017607"/>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86DF8EC1-DB0E-9347-6E65-D0F4AF9E9F27}"/>
              </a:ext>
            </a:extLst>
          </p:cNvPr>
          <p:cNvSpPr/>
          <p:nvPr/>
        </p:nvSpPr>
        <p:spPr>
          <a:xfrm>
            <a:off x="4645711" y="3653487"/>
            <a:ext cx="1920240" cy="2554359"/>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BB6147E5-DBEC-7DA1-90A0-4A69C4F25D6F}"/>
              </a:ext>
            </a:extLst>
          </p:cNvPr>
          <p:cNvSpPr/>
          <p:nvPr/>
        </p:nvSpPr>
        <p:spPr>
          <a:xfrm>
            <a:off x="2619890" y="4131265"/>
            <a:ext cx="1921936" cy="2086999"/>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4F59C045-911C-E56F-522A-68408724F28B}"/>
              </a:ext>
            </a:extLst>
          </p:cNvPr>
          <p:cNvSpPr/>
          <p:nvPr/>
        </p:nvSpPr>
        <p:spPr>
          <a:xfrm>
            <a:off x="575636" y="4619460"/>
            <a:ext cx="1948631" cy="1598804"/>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E67E297B-2660-F1E7-72A1-699576DE6508}"/>
              </a:ext>
            </a:extLst>
          </p:cNvPr>
          <p:cNvSpPr>
            <a:spLocks noGrp="1"/>
          </p:cNvSpPr>
          <p:nvPr>
            <p:ph type="title" orient="vert"/>
          </p:nvPr>
        </p:nvSpPr>
        <p:spPr/>
        <p:txBody>
          <a:bodyPr/>
          <a:lstStyle/>
          <a:p>
            <a:r>
              <a:rPr lang="en-US" sz="2800" b="1"/>
              <a:t>Shaping the Future: OPTI</a:t>
            </a:r>
            <a:r>
              <a:rPr lang="en-US" sz="2800" b="1">
                <a:solidFill>
                  <a:schemeClr val="bg2"/>
                </a:solidFill>
              </a:rPr>
              <a:t>X</a:t>
            </a:r>
            <a:r>
              <a:rPr lang="en-US" sz="2800" b="1"/>
              <a:t> Driving Speed, Scalability &amp; Smart Integration</a:t>
            </a:r>
          </a:p>
        </p:txBody>
      </p:sp>
      <p:sp>
        <p:nvSpPr>
          <p:cNvPr id="4" name="Footer Placeholder 3">
            <a:extLst>
              <a:ext uri="{FF2B5EF4-FFF2-40B4-BE49-F238E27FC236}">
                <a16:creationId xmlns:a16="http://schemas.microsoft.com/office/drawing/2014/main" id="{639FDCEB-60BC-A665-9467-FAB983D9728B}"/>
              </a:ext>
            </a:extLst>
          </p:cNvPr>
          <p:cNvSpPr>
            <a:spLocks noGrp="1"/>
          </p:cNvSpPr>
          <p:nvPr>
            <p:ph type="ftr" sz="quarter" idx="11"/>
          </p:nvPr>
        </p:nvSpPr>
        <p:spPr/>
        <p:txBody>
          <a:bodyPr/>
          <a:lstStyle/>
          <a:p>
            <a:pPr>
              <a:lnSpc>
                <a:spcPct val="90000"/>
              </a:lnSpc>
            </a:pP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7" name="Snip Single Corner Rectangle 3">
            <a:extLst>
              <a:ext uri="{FF2B5EF4-FFF2-40B4-BE49-F238E27FC236}">
                <a16:creationId xmlns:a16="http://schemas.microsoft.com/office/drawing/2014/main" id="{1BF69AE5-4BD2-7625-0D09-3C8C9C36D5F0}"/>
              </a:ext>
            </a:extLst>
          </p:cNvPr>
          <p:cNvSpPr/>
          <p:nvPr/>
        </p:nvSpPr>
        <p:spPr>
          <a:xfrm flipH="1">
            <a:off x="2485807" y="3997868"/>
            <a:ext cx="2030658" cy="2596696"/>
          </a:xfrm>
          <a:prstGeom prst="snip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chemeClr val="tx1"/>
                </a:solidFill>
              </a:rPr>
              <a:t>Automating assignment, real-time decisioning and comps verification.</a:t>
            </a:r>
          </a:p>
          <a:p>
            <a:pPr marR="0" lvl="0" defTabSz="914400" eaLnBrk="1" fontAlgn="auto" latinLnBrk="0" hangingPunct="1">
              <a:lnSpc>
                <a:spcPct val="100000"/>
              </a:lnSpc>
              <a:spcBef>
                <a:spcPts val="0"/>
              </a:spcBef>
              <a:spcAft>
                <a:spcPts val="0"/>
              </a:spcAft>
              <a:buClrTx/>
              <a:buSzTx/>
              <a:tabLst/>
              <a:defRPr/>
            </a:pPr>
            <a:r>
              <a:rPr lang="en-US" sz="1100">
                <a:solidFill>
                  <a:schemeClr val="tx1"/>
                </a:solidFill>
              </a:rPr>
              <a:t> </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chemeClr val="tx1"/>
                </a:solidFill>
              </a:rPr>
              <a:t>Reduce turnaround time from </a:t>
            </a:r>
            <a:r>
              <a:rPr lang="en-US" sz="1100" b="1">
                <a:solidFill>
                  <a:schemeClr val="tx1"/>
                </a:solidFill>
              </a:rPr>
              <a:t>1-2 days to real time.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b="1">
              <a:solidFill>
                <a:schemeClr val="tx1"/>
              </a:solidFill>
            </a:endParaRPr>
          </a:p>
        </p:txBody>
      </p:sp>
      <p:sp>
        <p:nvSpPr>
          <p:cNvPr id="8" name="Snip Single Corner Rectangle 4">
            <a:extLst>
              <a:ext uri="{FF2B5EF4-FFF2-40B4-BE49-F238E27FC236}">
                <a16:creationId xmlns:a16="http://schemas.microsoft.com/office/drawing/2014/main" id="{44B8B2B3-5DA7-2509-7208-074A9DCAC13A}"/>
              </a:ext>
            </a:extLst>
          </p:cNvPr>
          <p:cNvSpPr/>
          <p:nvPr/>
        </p:nvSpPr>
        <p:spPr>
          <a:xfrm flipH="1">
            <a:off x="4453178" y="3502622"/>
            <a:ext cx="2030658" cy="3155124"/>
          </a:xfrm>
          <a:prstGeom prst="snip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chemeClr val="tx1"/>
                </a:solidFill>
              </a:rPr>
              <a:t>Expanding beyond the US </a:t>
            </a:r>
            <a:r>
              <a:rPr kumimoji="0" lang="en-US" sz="1100" b="1" i="0" u="none" strike="noStrike" kern="0" cap="none" spc="0" normalizeH="0" baseline="0" noProof="0">
                <a:ln>
                  <a:noFill/>
                </a:ln>
                <a:solidFill>
                  <a:schemeClr val="tx1"/>
                </a:solidFill>
                <a:effectLst/>
                <a:uLnTx/>
                <a:uFillTx/>
              </a:rPr>
              <a:t>to other geographies</a:t>
            </a:r>
            <a:r>
              <a:rPr kumimoji="0" lang="en-US" sz="1100" b="0" i="0" u="none" strike="noStrike" kern="0" cap="none" spc="0" normalizeH="0" baseline="0" noProof="0">
                <a:ln>
                  <a:noFill/>
                </a:ln>
                <a:solidFill>
                  <a:schemeClr val="tx1"/>
                </a:solidFill>
                <a:effectLst/>
                <a:uLnTx/>
                <a:uFillTx/>
              </a:rPr>
              <a:t>. </a:t>
            </a:r>
          </a:p>
          <a:p>
            <a:pPr marR="0" lvl="0" defTabSz="914400" eaLnBrk="1" fontAlgn="auto" latinLnBrk="0" hangingPunct="1">
              <a:lnSpc>
                <a:spcPct val="100000"/>
              </a:lnSpc>
              <a:spcBef>
                <a:spcPts val="0"/>
              </a:spcBef>
              <a:spcAft>
                <a:spcPts val="0"/>
              </a:spcAft>
              <a:buClrTx/>
              <a:buSzTx/>
              <a:tabLst/>
              <a:defRPr/>
            </a:pPr>
            <a:endParaRPr kumimoji="0" lang="en-US" sz="1100" b="0" i="0" u="none" strike="noStrike" kern="0" cap="none" spc="0" normalizeH="0" baseline="0" noProof="0">
              <a:ln>
                <a:noFill/>
              </a:ln>
              <a:solidFill>
                <a:schemeClr val="tx1"/>
              </a:solidFill>
              <a:effectLst/>
              <a:uLnTx/>
              <a:uFillTx/>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schemeClr val="tx1"/>
                </a:solidFill>
                <a:effectLst/>
                <a:uLnTx/>
                <a:uFillTx/>
              </a:rPr>
              <a:t>Case volumes in Canada and LAC </a:t>
            </a:r>
            <a:r>
              <a:rPr kumimoji="0" lang="en-US" sz="1100" b="1" i="0" u="none" strike="noStrike" kern="0" cap="none" spc="0" normalizeH="0" baseline="0" noProof="0">
                <a:ln>
                  <a:noFill/>
                </a:ln>
                <a:solidFill>
                  <a:schemeClr val="tx1"/>
                </a:solidFill>
                <a:effectLst/>
                <a:uLnTx/>
                <a:uFillTx/>
              </a:rPr>
              <a:t>are trending upward</a:t>
            </a:r>
            <a:r>
              <a:rPr kumimoji="0" lang="en-US" sz="1100" b="0" i="0" u="none" strike="noStrike" kern="0" cap="none" spc="0" normalizeH="0" baseline="0" noProof="0">
                <a:ln>
                  <a:noFill/>
                </a:ln>
                <a:solidFill>
                  <a:schemeClr val="tx1"/>
                </a:solidFill>
                <a:effectLst/>
                <a:uLnTx/>
                <a:uFillTx/>
              </a:rPr>
              <a:t> (≈30 cases per day). </a:t>
            </a:r>
          </a:p>
        </p:txBody>
      </p:sp>
      <p:sp>
        <p:nvSpPr>
          <p:cNvPr id="9" name="Snip Single Corner Rectangle 5">
            <a:extLst>
              <a:ext uri="{FF2B5EF4-FFF2-40B4-BE49-F238E27FC236}">
                <a16:creationId xmlns:a16="http://schemas.microsoft.com/office/drawing/2014/main" id="{D6DB923F-8964-FCA4-D1FA-2C67878DE286}"/>
              </a:ext>
            </a:extLst>
          </p:cNvPr>
          <p:cNvSpPr/>
          <p:nvPr/>
        </p:nvSpPr>
        <p:spPr>
          <a:xfrm flipH="1">
            <a:off x="6739638" y="3160609"/>
            <a:ext cx="2030658" cy="3600388"/>
          </a:xfrm>
          <a:prstGeom prst="snip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chemeClr val="tx1"/>
              </a:solidFill>
              <a:effectLst/>
              <a:uLnTx/>
              <a:uFillTx/>
            </a:endParaRPr>
          </a:p>
        </p:txBody>
      </p:sp>
      <p:sp>
        <p:nvSpPr>
          <p:cNvPr id="10" name="Snip Single Corner Rectangle 6">
            <a:extLst>
              <a:ext uri="{FF2B5EF4-FFF2-40B4-BE49-F238E27FC236}">
                <a16:creationId xmlns:a16="http://schemas.microsoft.com/office/drawing/2014/main" id="{BD85C6DA-2BD0-B996-BE50-F2E740E98191}"/>
              </a:ext>
            </a:extLst>
          </p:cNvPr>
          <p:cNvSpPr/>
          <p:nvPr/>
        </p:nvSpPr>
        <p:spPr>
          <a:xfrm flipH="1">
            <a:off x="8453066" y="2599626"/>
            <a:ext cx="2030658" cy="4104573"/>
          </a:xfrm>
          <a:prstGeom prst="snip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noProof="0">
                <a:solidFill>
                  <a:schemeClr val="tx1"/>
                </a:solidFill>
              </a:rPr>
              <a:t>Integrate Optix into iSell chatbot to auto-resolve SOP aligned cases.</a:t>
            </a:r>
          </a:p>
          <a:p>
            <a:pPr marR="0" lvl="0" defTabSz="914400" eaLnBrk="1" fontAlgn="auto" latinLnBrk="0" hangingPunct="1">
              <a:lnSpc>
                <a:spcPct val="100000"/>
              </a:lnSpc>
              <a:spcBef>
                <a:spcPts val="0"/>
              </a:spcBef>
              <a:spcAft>
                <a:spcPts val="0"/>
              </a:spcAft>
              <a:buClrTx/>
              <a:buSzTx/>
              <a:tabLst/>
              <a:defRPr/>
            </a:pPr>
            <a:endParaRPr kumimoji="0" lang="en-US" sz="1100" b="0" i="0" u="none" strike="noStrike" kern="0" cap="none" spc="0" normalizeH="0" baseline="0" noProof="0">
              <a:ln>
                <a:noFill/>
              </a:ln>
              <a:solidFill>
                <a:schemeClr val="tx1"/>
              </a:solidFill>
              <a:effectLst/>
              <a:uLnTx/>
              <a:uFillTx/>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noProof="0">
                <a:solidFill>
                  <a:schemeClr val="tx1"/>
                </a:solidFill>
              </a:rPr>
              <a:t>E</a:t>
            </a:r>
            <a:r>
              <a:rPr kumimoji="0" lang="en-US" sz="1100" b="1" i="0" u="none" strike="noStrike" kern="0" cap="none" spc="0" normalizeH="0" baseline="0" noProof="0">
                <a:ln>
                  <a:noFill/>
                </a:ln>
                <a:solidFill>
                  <a:schemeClr val="tx1"/>
                </a:solidFill>
                <a:effectLst/>
                <a:uLnTx/>
                <a:uFillTx/>
              </a:rPr>
              <a:t>nable no-touch processing, reducing turnaround time, and enhancing sales experience</a:t>
            </a:r>
            <a:r>
              <a:rPr kumimoji="0" lang="en-US" sz="1100" b="0" i="0" u="none" strike="noStrike" kern="0" cap="none" spc="0" normalizeH="0" baseline="0" noProof="0">
                <a:ln>
                  <a:noFill/>
                </a:ln>
                <a:solidFill>
                  <a:schemeClr val="tx1"/>
                </a:solidFill>
                <a:effectLst/>
                <a:uLnTx/>
                <a:uFillTx/>
              </a:rPr>
              <a:t>.</a:t>
            </a:r>
          </a:p>
        </p:txBody>
      </p:sp>
      <p:sp>
        <p:nvSpPr>
          <p:cNvPr id="11" name="Snip Single Corner Rectangle 8">
            <a:extLst>
              <a:ext uri="{FF2B5EF4-FFF2-40B4-BE49-F238E27FC236}">
                <a16:creationId xmlns:a16="http://schemas.microsoft.com/office/drawing/2014/main" id="{65CCED25-8DEA-132B-CD90-D001679133D6}"/>
              </a:ext>
            </a:extLst>
          </p:cNvPr>
          <p:cNvSpPr/>
          <p:nvPr/>
        </p:nvSpPr>
        <p:spPr>
          <a:xfrm flipH="1">
            <a:off x="541623" y="4482708"/>
            <a:ext cx="2043985" cy="2143425"/>
          </a:xfrm>
          <a:prstGeom prst="snip1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88900" tIns="38100" rIns="88900" bIns="38100"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a:ln>
                <a:noFill/>
              </a:ln>
              <a:solidFill>
                <a:schemeClr val="tx1"/>
              </a:solidFill>
              <a:effectLst/>
              <a:uLnTx/>
              <a:uFillTx/>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schemeClr val="tx1"/>
                </a:solidFill>
                <a:effectLst/>
                <a:uLnTx/>
                <a:uFillTx/>
              </a:rPr>
              <a:t>Prospecting: 27%</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schemeClr val="tx1"/>
                </a:solidFill>
                <a:effectLst/>
                <a:uLnTx/>
                <a:uFillTx/>
              </a:rPr>
              <a:t>Adjust potential: 26%</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schemeClr val="tx1"/>
                </a:solidFill>
                <a:effectLst/>
                <a:uLnTx/>
                <a:uFillTx/>
              </a:rPr>
              <a:t>BDS fields: 18%</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schemeClr val="tx1"/>
                </a:solidFill>
                <a:effectLst/>
                <a:uLnTx/>
                <a:uFillTx/>
              </a:rPr>
              <a:t>DM/HQ : 14%</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schemeClr val="tx1"/>
                </a:solidFill>
                <a:effectLst/>
                <a:uLnTx/>
                <a:uFillTx/>
              </a:rPr>
              <a:t>Out of Business: 10% </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a:solidFill>
                  <a:schemeClr val="tx1"/>
                </a:solidFill>
              </a:rPr>
              <a:t>Others: 5%</a:t>
            </a:r>
            <a:endParaRPr kumimoji="0" lang="en-US" sz="1100" b="0" i="0" u="none" strike="noStrike" kern="0" cap="none" spc="0" normalizeH="0" baseline="0" noProof="0">
              <a:ln>
                <a:noFill/>
              </a:ln>
              <a:solidFill>
                <a:schemeClr val="tx1"/>
              </a:solidFill>
              <a:effectLst/>
              <a:uLnTx/>
              <a:uFillTx/>
            </a:endParaRPr>
          </a:p>
        </p:txBody>
      </p:sp>
      <p:cxnSp>
        <p:nvCxnSpPr>
          <p:cNvPr id="12" name="Straight Connector 11">
            <a:extLst>
              <a:ext uri="{FF2B5EF4-FFF2-40B4-BE49-F238E27FC236}">
                <a16:creationId xmlns:a16="http://schemas.microsoft.com/office/drawing/2014/main" id="{8FCFC490-E6AD-54D7-C469-AF46D46D2464}"/>
              </a:ext>
            </a:extLst>
          </p:cNvPr>
          <p:cNvCxnSpPr>
            <a:cxnSpLocks/>
          </p:cNvCxnSpPr>
          <p:nvPr/>
        </p:nvCxnSpPr>
        <p:spPr>
          <a:xfrm>
            <a:off x="2566508" y="4354054"/>
            <a:ext cx="0" cy="181531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2C3F8B-2D95-15A7-D9ED-B8DCD5C851F3}"/>
              </a:ext>
            </a:extLst>
          </p:cNvPr>
          <p:cNvCxnSpPr>
            <a:cxnSpLocks/>
          </p:cNvCxnSpPr>
          <p:nvPr/>
        </p:nvCxnSpPr>
        <p:spPr>
          <a:xfrm>
            <a:off x="4598707" y="3992348"/>
            <a:ext cx="0" cy="222591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99B8A13-B333-AAFC-EA35-9F37B664897B}"/>
              </a:ext>
            </a:extLst>
          </p:cNvPr>
          <p:cNvCxnSpPr>
            <a:cxnSpLocks/>
          </p:cNvCxnSpPr>
          <p:nvPr/>
        </p:nvCxnSpPr>
        <p:spPr>
          <a:xfrm>
            <a:off x="6622764" y="3611235"/>
            <a:ext cx="0" cy="260702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D75A29E-E98A-DF8C-7901-82BE89675C16}"/>
              </a:ext>
            </a:extLst>
          </p:cNvPr>
          <p:cNvCxnSpPr>
            <a:cxnSpLocks/>
          </p:cNvCxnSpPr>
          <p:nvPr/>
        </p:nvCxnSpPr>
        <p:spPr>
          <a:xfrm>
            <a:off x="8657110" y="3020656"/>
            <a:ext cx="0" cy="3197608"/>
          </a:xfrm>
          <a:prstGeom prst="line">
            <a:avLst/>
          </a:prstGeom>
          <a:ln>
            <a:solidFill>
              <a:srgbClr val="C74755"/>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4EA5D17-2FED-0085-C0A7-73AA983E18F2}"/>
              </a:ext>
            </a:extLst>
          </p:cNvPr>
          <p:cNvSpPr/>
          <p:nvPr/>
        </p:nvSpPr>
        <p:spPr>
          <a:xfrm>
            <a:off x="541032" y="4101522"/>
            <a:ext cx="2030654" cy="490287"/>
          </a:xfrm>
          <a:prstGeom prst="rect">
            <a:avLst/>
          </a:prstGeom>
          <a:solidFill>
            <a:srgbClr val="4D148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45720" rIns="91440" bIns="45720" numCol="1" spcCol="0" rtlCol="0" fromWordArt="0" anchor="ctr" anchorCtr="0" forceAA="0" compatLnSpc="1">
            <a:prstTxWarp prst="textNoShape">
              <a:avLst/>
            </a:prstTxWarp>
            <a:noAutofit/>
          </a:bodyPr>
          <a:lstStyle/>
          <a:p>
            <a:pPr lvl="0" algn="l">
              <a:spcAft>
                <a:spcPts val="0"/>
              </a:spcAft>
              <a:defRPr/>
            </a:pPr>
            <a:r>
              <a:rPr kumimoji="0" lang="en-GB" sz="1200" b="1" i="0" u="none" strike="noStrike" kern="0" cap="none" spc="0" normalizeH="0" baseline="0" noProof="0">
                <a:ln>
                  <a:noFill/>
                </a:ln>
                <a:effectLst/>
                <a:uLnTx/>
                <a:uFillTx/>
              </a:rPr>
              <a:t>Case categories inclusion</a:t>
            </a:r>
            <a:r>
              <a:rPr lang="en-US" sz="1200" baseline="30000">
                <a:solidFill>
                  <a:schemeClr val="bg1"/>
                </a:solidFill>
              </a:rPr>
              <a:t>2</a:t>
            </a:r>
            <a:endParaRPr kumimoji="0" lang="en-GB" sz="1200" b="1" i="0" u="none" strike="noStrike" kern="0" cap="none" spc="0" normalizeH="0" baseline="0" noProof="0">
              <a:ln>
                <a:noFill/>
              </a:ln>
              <a:solidFill>
                <a:schemeClr val="bg1"/>
              </a:solidFill>
              <a:effectLst/>
              <a:uLnTx/>
              <a:uFillTx/>
            </a:endParaRPr>
          </a:p>
        </p:txBody>
      </p:sp>
      <p:sp>
        <p:nvSpPr>
          <p:cNvPr id="17" name="Rectangle 16">
            <a:extLst>
              <a:ext uri="{FF2B5EF4-FFF2-40B4-BE49-F238E27FC236}">
                <a16:creationId xmlns:a16="http://schemas.microsoft.com/office/drawing/2014/main" id="{DCF6914E-8E7A-AB6D-6A88-00BA30B945BE}"/>
              </a:ext>
            </a:extLst>
          </p:cNvPr>
          <p:cNvSpPr/>
          <p:nvPr/>
        </p:nvSpPr>
        <p:spPr>
          <a:xfrm>
            <a:off x="2571691" y="3611235"/>
            <a:ext cx="2030654" cy="490287"/>
          </a:xfrm>
          <a:prstGeom prst="rect">
            <a:avLst/>
          </a:prstGeom>
          <a:solidFill>
            <a:srgbClr val="671CAA"/>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effectLst/>
                <a:uLnTx/>
                <a:uFillTx/>
              </a:rPr>
              <a:t>Field BDS end to end </a:t>
            </a:r>
          </a:p>
        </p:txBody>
      </p:sp>
      <p:sp>
        <p:nvSpPr>
          <p:cNvPr id="18" name="Rectangle 17">
            <a:extLst>
              <a:ext uri="{FF2B5EF4-FFF2-40B4-BE49-F238E27FC236}">
                <a16:creationId xmlns:a16="http://schemas.microsoft.com/office/drawing/2014/main" id="{EC0BB167-87FD-8C15-AA82-9B64DE6C6D95}"/>
              </a:ext>
            </a:extLst>
          </p:cNvPr>
          <p:cNvSpPr/>
          <p:nvPr/>
        </p:nvSpPr>
        <p:spPr>
          <a:xfrm>
            <a:off x="4602348" y="3120948"/>
            <a:ext cx="2029968" cy="490287"/>
          </a:xfrm>
          <a:prstGeom prst="rect">
            <a:avLst/>
          </a:prstGeom>
          <a:solidFill>
            <a:srgbClr val="A6368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effectLst/>
                <a:uLnTx/>
                <a:uFillTx/>
              </a:rPr>
              <a:t>Globalization</a:t>
            </a:r>
            <a:r>
              <a:rPr kumimoji="0" lang="en-GB" sz="1200" b="1" i="0" u="none" strike="noStrike" kern="0" cap="none" spc="0" normalizeH="0" baseline="30000" noProof="0">
                <a:ln>
                  <a:noFill/>
                </a:ln>
                <a:effectLst/>
                <a:uLnTx/>
                <a:uFillTx/>
              </a:rPr>
              <a:t>1</a:t>
            </a:r>
          </a:p>
        </p:txBody>
      </p:sp>
      <p:sp>
        <p:nvSpPr>
          <p:cNvPr id="19" name="Rectangle 18">
            <a:extLst>
              <a:ext uri="{FF2B5EF4-FFF2-40B4-BE49-F238E27FC236}">
                <a16:creationId xmlns:a16="http://schemas.microsoft.com/office/drawing/2014/main" id="{E2D38EA9-8312-D26C-BE7B-068CB2063241}"/>
              </a:ext>
            </a:extLst>
          </p:cNvPr>
          <p:cNvSpPr/>
          <p:nvPr/>
        </p:nvSpPr>
        <p:spPr>
          <a:xfrm>
            <a:off x="6633006" y="2630661"/>
            <a:ext cx="2029968" cy="490287"/>
          </a:xfrm>
          <a:prstGeom prst="rect">
            <a:avLst/>
          </a:prstGeom>
          <a:solidFill>
            <a:srgbClr val="C7475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45720" rIns="91440" bIns="45720" numCol="1" spcCol="0" rtlCol="0" fromWordArt="0" anchor="ctr" anchorCtr="0" forceAA="0" compatLnSpc="1">
            <a:prstTxWarp prst="textNoShape">
              <a:avLst/>
            </a:prstTxWarp>
            <a:noAutofit/>
          </a:bodyPr>
          <a:lstStyle/>
          <a:p>
            <a:pPr lvl="0">
              <a:spcAft>
                <a:spcPts val="0"/>
              </a:spcAft>
              <a:defRPr/>
            </a:pPr>
            <a:r>
              <a:rPr lang="en-US" sz="1200"/>
              <a:t>Intelligent Research (</a:t>
            </a:r>
            <a:r>
              <a:rPr lang="en-US" sz="1200" err="1"/>
              <a:t>SideKick</a:t>
            </a:r>
            <a:r>
              <a:rPr lang="en-US" sz="1200"/>
              <a:t> API)</a:t>
            </a:r>
            <a:endParaRPr kumimoji="0" lang="en-GB" sz="1200" b="1" i="0" u="none" strike="noStrike" kern="0" cap="none" spc="0" normalizeH="0" baseline="0" noProof="0">
              <a:ln>
                <a:noFill/>
              </a:ln>
              <a:effectLst/>
              <a:uLnTx/>
              <a:uFillTx/>
            </a:endParaRPr>
          </a:p>
        </p:txBody>
      </p:sp>
      <p:sp>
        <p:nvSpPr>
          <p:cNvPr id="20" name="Rectangle 19">
            <a:extLst>
              <a:ext uri="{FF2B5EF4-FFF2-40B4-BE49-F238E27FC236}">
                <a16:creationId xmlns:a16="http://schemas.microsoft.com/office/drawing/2014/main" id="{26C29835-5768-3C9B-9751-6C62BC9454C8}"/>
              </a:ext>
            </a:extLst>
          </p:cNvPr>
          <p:cNvSpPr/>
          <p:nvPr/>
        </p:nvSpPr>
        <p:spPr>
          <a:xfrm>
            <a:off x="8663664" y="2140374"/>
            <a:ext cx="2029968" cy="490287"/>
          </a:xfrm>
          <a:prstGeom prst="rect">
            <a:avLst/>
          </a:prstGeom>
          <a:solidFill>
            <a:srgbClr val="0CC0DF"/>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effectLst/>
                <a:uLnTx/>
                <a:uFillTx/>
              </a:rPr>
              <a:t>Integration into iSell</a:t>
            </a:r>
          </a:p>
        </p:txBody>
      </p:sp>
      <p:sp>
        <p:nvSpPr>
          <p:cNvPr id="21" name="Snip Single Corner Rectangle 4">
            <a:extLst>
              <a:ext uri="{FF2B5EF4-FFF2-40B4-BE49-F238E27FC236}">
                <a16:creationId xmlns:a16="http://schemas.microsoft.com/office/drawing/2014/main" id="{545EF11D-157E-7DE7-6B1E-0D2DF15887A1}"/>
              </a:ext>
            </a:extLst>
          </p:cNvPr>
          <p:cNvSpPr/>
          <p:nvPr/>
        </p:nvSpPr>
        <p:spPr>
          <a:xfrm flipH="1">
            <a:off x="6464985" y="3014247"/>
            <a:ext cx="2160261" cy="3155124"/>
          </a:xfrm>
          <a:prstGeom prst="snip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noProof="0">
                <a:solidFill>
                  <a:schemeClr val="tx1"/>
                </a:solidFill>
              </a:rPr>
              <a:t>Automated data retrieval via</a:t>
            </a:r>
            <a:r>
              <a:rPr kumimoji="0" lang="en-US" sz="1100" b="0" i="0" u="none" strike="noStrike" kern="0" cap="none" spc="0" normalizeH="0" baseline="0" noProof="0">
                <a:ln>
                  <a:noFill/>
                </a:ln>
                <a:solidFill>
                  <a:schemeClr val="tx1"/>
                </a:solidFill>
                <a:effectLst/>
                <a:uLnTx/>
                <a:uFillTx/>
              </a:rPr>
              <a:t> ZoomInfo, Google, and others</a:t>
            </a:r>
          </a:p>
          <a:p>
            <a:pPr marR="0" lvl="0" defTabSz="914400" eaLnBrk="1" fontAlgn="auto" latinLnBrk="0" hangingPunct="1">
              <a:lnSpc>
                <a:spcPct val="100000"/>
              </a:lnSpc>
              <a:spcBef>
                <a:spcPts val="0"/>
              </a:spcBef>
              <a:spcAft>
                <a:spcPts val="0"/>
              </a:spcAft>
              <a:buClrTx/>
              <a:buSzTx/>
              <a:tabLst/>
              <a:defRPr/>
            </a:pPr>
            <a:endParaRPr kumimoji="0" lang="en-US" sz="1100" b="0" i="0" u="none" strike="noStrike" kern="0" cap="none" spc="0" normalizeH="0" baseline="0" noProof="0">
              <a:ln>
                <a:noFill/>
              </a:ln>
              <a:solidFill>
                <a:schemeClr val="tx1"/>
              </a:solidFill>
              <a:effectLst/>
              <a:uLnTx/>
              <a:uFillTx/>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schemeClr val="tx1"/>
                </a:solidFill>
                <a:effectLst/>
                <a:uLnTx/>
                <a:uFillTx/>
              </a:rPr>
              <a:t>Leveraging the </a:t>
            </a:r>
            <a:r>
              <a:rPr kumimoji="0" lang="en-US" sz="1100" b="1" i="0" u="none" strike="noStrike" kern="0" cap="none" spc="0" normalizeH="0" baseline="0" noProof="0">
                <a:ln>
                  <a:noFill/>
                </a:ln>
                <a:solidFill>
                  <a:schemeClr val="tx1"/>
                </a:solidFill>
                <a:effectLst/>
                <a:uLnTx/>
                <a:uFillTx/>
              </a:rPr>
              <a:t>Sidekick API to</a:t>
            </a:r>
            <a:r>
              <a:rPr kumimoji="0" lang="en-US" sz="1100" b="1" i="0" u="none" strike="noStrike" kern="0" cap="none" spc="0" normalizeH="0" noProof="0">
                <a:ln>
                  <a:noFill/>
                </a:ln>
                <a:solidFill>
                  <a:schemeClr val="tx1"/>
                </a:solidFill>
                <a:effectLst/>
                <a:uLnTx/>
                <a:uFillTx/>
              </a:rPr>
              <a:t> interpret </a:t>
            </a:r>
            <a:r>
              <a:rPr kumimoji="0" lang="en-US" sz="1100" b="1" i="0" u="none" strike="noStrike" kern="0" cap="none" spc="0" normalizeH="0" baseline="0" noProof="0">
                <a:ln>
                  <a:noFill/>
                </a:ln>
                <a:solidFill>
                  <a:schemeClr val="tx1"/>
                </a:solidFill>
                <a:effectLst/>
                <a:uLnTx/>
                <a:uFillTx/>
              </a:rPr>
              <a:t>intent and content of emails </a:t>
            </a:r>
            <a:r>
              <a:rPr kumimoji="0" lang="en-US" sz="1100" b="0" i="0" u="none" strike="noStrike" kern="0" cap="none" spc="0" normalizeH="0" baseline="0" noProof="0">
                <a:ln>
                  <a:noFill/>
                </a:ln>
                <a:solidFill>
                  <a:schemeClr val="tx1"/>
                </a:solidFill>
                <a:effectLst/>
                <a:uLnTx/>
                <a:uFillTx/>
              </a:rPr>
              <a:t>and attachments.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0" cap="none" spc="0" normalizeH="0" baseline="0" noProof="0">
              <a:ln>
                <a:noFill/>
              </a:ln>
              <a:solidFill>
                <a:schemeClr val="tx1"/>
              </a:solidFill>
              <a:effectLst/>
              <a:uLnTx/>
              <a:uFillTx/>
            </a:endParaRPr>
          </a:p>
        </p:txBody>
      </p:sp>
      <p:pic>
        <p:nvPicPr>
          <p:cNvPr id="51" name="Graphic 50" descr="Bullseye with solid fill">
            <a:extLst>
              <a:ext uri="{FF2B5EF4-FFF2-40B4-BE49-F238E27FC236}">
                <a16:creationId xmlns:a16="http://schemas.microsoft.com/office/drawing/2014/main" id="{52862622-BF4F-690B-B240-4123679CBB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08986" y="1716061"/>
            <a:ext cx="414788" cy="414788"/>
          </a:xfrm>
          <a:prstGeom prst="rect">
            <a:avLst/>
          </a:prstGeom>
        </p:spPr>
      </p:pic>
      <p:pic>
        <p:nvPicPr>
          <p:cNvPr id="53" name="Graphic 52" descr="Link with solid fill">
            <a:extLst>
              <a:ext uri="{FF2B5EF4-FFF2-40B4-BE49-F238E27FC236}">
                <a16:creationId xmlns:a16="http://schemas.microsoft.com/office/drawing/2014/main" id="{5902DEFB-ACD0-D81B-DBC9-A4D3B0917E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21676" y="2160839"/>
            <a:ext cx="469822" cy="469822"/>
          </a:xfrm>
          <a:prstGeom prst="rect">
            <a:avLst/>
          </a:prstGeom>
        </p:spPr>
      </p:pic>
      <p:pic>
        <p:nvPicPr>
          <p:cNvPr id="55" name="Graphic 54" descr="Earth Globe - Asia with solid fill">
            <a:extLst>
              <a:ext uri="{FF2B5EF4-FFF2-40B4-BE49-F238E27FC236}">
                <a16:creationId xmlns:a16="http://schemas.microsoft.com/office/drawing/2014/main" id="{6C1EEFA6-3727-0CFB-B6C4-3BFB8B9CE3B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591088" y="2569993"/>
            <a:ext cx="549043" cy="549043"/>
          </a:xfrm>
          <a:prstGeom prst="rect">
            <a:avLst/>
          </a:prstGeom>
        </p:spPr>
      </p:pic>
      <p:pic>
        <p:nvPicPr>
          <p:cNvPr id="58" name="Graphic 57" descr="Hierarchy with solid fill">
            <a:extLst>
              <a:ext uri="{FF2B5EF4-FFF2-40B4-BE49-F238E27FC236}">
                <a16:creationId xmlns:a16="http://schemas.microsoft.com/office/drawing/2014/main" id="{6028E950-F0BC-4900-345E-7D2EC2CF5A0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5637" y="3594766"/>
            <a:ext cx="518912" cy="518912"/>
          </a:xfrm>
          <a:prstGeom prst="rect">
            <a:avLst/>
          </a:prstGeom>
        </p:spPr>
      </p:pic>
      <p:pic>
        <p:nvPicPr>
          <p:cNvPr id="76" name="Graphic 75" descr="Table with solid fill">
            <a:extLst>
              <a:ext uri="{FF2B5EF4-FFF2-40B4-BE49-F238E27FC236}">
                <a16:creationId xmlns:a16="http://schemas.microsoft.com/office/drawing/2014/main" id="{BB3CFF46-92B0-468F-2FC5-23D7872C78D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85013" y="3087120"/>
            <a:ext cx="518912" cy="518912"/>
          </a:xfrm>
          <a:prstGeom prst="rect">
            <a:avLst/>
          </a:prstGeom>
        </p:spPr>
      </p:pic>
      <p:sp>
        <p:nvSpPr>
          <p:cNvPr id="82" name="TextBox 81">
            <a:extLst>
              <a:ext uri="{FF2B5EF4-FFF2-40B4-BE49-F238E27FC236}">
                <a16:creationId xmlns:a16="http://schemas.microsoft.com/office/drawing/2014/main" id="{84FD6B33-1F6E-5221-1ADF-C2FB2AB50E3F}"/>
              </a:ext>
            </a:extLst>
          </p:cNvPr>
          <p:cNvSpPr txBox="1"/>
          <p:nvPr/>
        </p:nvSpPr>
        <p:spPr>
          <a:xfrm>
            <a:off x="593439" y="1520707"/>
            <a:ext cx="11022489" cy="456728"/>
          </a:xfrm>
          <a:prstGeom prst="rect">
            <a:avLst/>
          </a:prstGeom>
          <a:noFill/>
        </p:spPr>
        <p:txBody>
          <a:bodyPr wrap="square" lIns="0" tIns="0" rIns="0" bIns="0" rtlCol="0">
            <a:spAutoFit/>
          </a:bodyPr>
          <a:lstStyle/>
          <a:p>
            <a:pPr algn="l">
              <a:lnSpc>
                <a:spcPct val="130000"/>
              </a:lnSpc>
            </a:pPr>
            <a:r>
              <a:rPr lang="en-US" sz="1200" i="1"/>
              <a:t>Expanding the scope to include additional case types, broadening geographic coverage, and automating document analysis can further improve OPTIX performance</a:t>
            </a:r>
            <a:endParaRPr lang="en-US" sz="1200" b="0" i="1">
              <a:latin typeface="FedEx Sans" panose="020B0603020203020204" pitchFamily="34" charset="0"/>
              <a:ea typeface="FedEx Sans" panose="020B0603020203020204" pitchFamily="34" charset="0"/>
              <a:cs typeface="FedEx Sans" panose="020B0603020203020204" pitchFamily="34" charset="0"/>
            </a:endParaRPr>
          </a:p>
        </p:txBody>
      </p:sp>
      <p:sp>
        <p:nvSpPr>
          <p:cNvPr id="3" name="Slide Number Placeholder 4">
            <a:extLst>
              <a:ext uri="{FF2B5EF4-FFF2-40B4-BE49-F238E27FC236}">
                <a16:creationId xmlns:a16="http://schemas.microsoft.com/office/drawing/2014/main" id="{6345E95D-1327-A082-1BA2-4BA0075849B2}"/>
              </a:ext>
            </a:extLst>
          </p:cNvPr>
          <p:cNvSpPr>
            <a:spLocks noGrp="1"/>
          </p:cNvSpPr>
          <p:nvPr>
            <p:ph type="sldNum" sz="quarter" idx="12"/>
          </p:nvPr>
        </p:nvSpPr>
        <p:spPr>
          <a:xfrm>
            <a:off x="9982200" y="6374929"/>
            <a:ext cx="1638300" cy="219635"/>
          </a:xfrm>
        </p:spPr>
        <p:txBody>
          <a:bodyPr/>
          <a:lstStyle/>
          <a:p>
            <a:fld id="{64B53FD8-04EE-4F67-B5CA-77D45BC12F90}" type="slidenum">
              <a:rPr lang="en-US" smtClean="0"/>
              <a:pPr/>
              <a:t>26</a:t>
            </a:fld>
            <a:endParaRPr lang="en-US" sz="800"/>
          </a:p>
        </p:txBody>
      </p:sp>
      <p:sp>
        <p:nvSpPr>
          <p:cNvPr id="6" name="TextBox 5">
            <a:extLst>
              <a:ext uri="{FF2B5EF4-FFF2-40B4-BE49-F238E27FC236}">
                <a16:creationId xmlns:a16="http://schemas.microsoft.com/office/drawing/2014/main" id="{D265FDDE-66B4-EC3F-CFD8-AEC1B971E95B}"/>
              </a:ext>
            </a:extLst>
          </p:cNvPr>
          <p:cNvSpPr txBox="1"/>
          <p:nvPr/>
        </p:nvSpPr>
        <p:spPr>
          <a:xfrm>
            <a:off x="1497197" y="3869743"/>
            <a:ext cx="1040378" cy="198644"/>
          </a:xfrm>
          <a:prstGeom prst="rect">
            <a:avLst/>
          </a:prstGeom>
          <a:noFill/>
        </p:spPr>
        <p:txBody>
          <a:bodyPr wrap="square" lIns="0" tIns="0" rIns="0" bIns="0" rtlCol="0">
            <a:spAutoFit/>
          </a:bodyPr>
          <a:lstStyle/>
          <a:p>
            <a:pPr algn="l">
              <a:lnSpc>
                <a:spcPct val="130000"/>
              </a:lnSpc>
            </a:pPr>
            <a:r>
              <a:rPr lang="en-US" sz="1100" b="1" i="0">
                <a:solidFill>
                  <a:srgbClr val="4D148C"/>
                </a:solidFill>
                <a:latin typeface="FedEx Sans" panose="020B0603020203020204" pitchFamily="34" charset="0"/>
                <a:ea typeface="FedEx Sans" panose="020B0603020203020204" pitchFamily="34" charset="0"/>
                <a:cs typeface="FedEx Sans" panose="020B0603020203020204" pitchFamily="34" charset="0"/>
              </a:rPr>
              <a:t>Live by </a:t>
            </a:r>
            <a:r>
              <a:rPr lang="en-US" sz="1100" b="1">
                <a:solidFill>
                  <a:srgbClr val="4D148C"/>
                </a:solidFill>
              </a:rPr>
              <a:t>Mar</a:t>
            </a:r>
            <a:r>
              <a:rPr lang="en-US" sz="1100" b="1" i="0">
                <a:solidFill>
                  <a:srgbClr val="4D148C"/>
                </a:solidFill>
                <a:latin typeface="FedEx Sans" panose="020B0603020203020204" pitchFamily="34" charset="0"/>
                <a:ea typeface="FedEx Sans" panose="020B0603020203020204" pitchFamily="34" charset="0"/>
                <a:cs typeface="FedEx Sans" panose="020B0603020203020204" pitchFamily="34" charset="0"/>
              </a:rPr>
              <a:t>’26</a:t>
            </a:r>
          </a:p>
        </p:txBody>
      </p:sp>
      <p:sp>
        <p:nvSpPr>
          <p:cNvPr id="22" name="TextBox 21">
            <a:extLst>
              <a:ext uri="{FF2B5EF4-FFF2-40B4-BE49-F238E27FC236}">
                <a16:creationId xmlns:a16="http://schemas.microsoft.com/office/drawing/2014/main" id="{1406A1FE-207F-CBF1-F93C-9BEB35210A57}"/>
              </a:ext>
            </a:extLst>
          </p:cNvPr>
          <p:cNvSpPr txBox="1"/>
          <p:nvPr/>
        </p:nvSpPr>
        <p:spPr>
          <a:xfrm>
            <a:off x="3540407" y="3382848"/>
            <a:ext cx="1040378" cy="198644"/>
          </a:xfrm>
          <a:prstGeom prst="rect">
            <a:avLst/>
          </a:prstGeom>
          <a:noFill/>
        </p:spPr>
        <p:txBody>
          <a:bodyPr wrap="square" lIns="0" tIns="0" rIns="0" bIns="0" rtlCol="0">
            <a:spAutoFit/>
          </a:bodyPr>
          <a:lstStyle/>
          <a:p>
            <a:pPr algn="l">
              <a:lnSpc>
                <a:spcPct val="130000"/>
              </a:lnSpc>
            </a:pPr>
            <a:r>
              <a:rPr lang="en-US" sz="1100" b="1" i="0">
                <a:solidFill>
                  <a:srgbClr val="671CAA"/>
                </a:solidFill>
                <a:latin typeface="FedEx Sans" panose="020B0603020203020204" pitchFamily="34" charset="0"/>
                <a:ea typeface="FedEx Sans" panose="020B0603020203020204" pitchFamily="34" charset="0"/>
                <a:cs typeface="FedEx Sans" panose="020B0603020203020204" pitchFamily="34" charset="0"/>
              </a:rPr>
              <a:t>Live by Mar’26</a:t>
            </a:r>
          </a:p>
        </p:txBody>
      </p:sp>
      <p:sp>
        <p:nvSpPr>
          <p:cNvPr id="23" name="TextBox 22">
            <a:extLst>
              <a:ext uri="{FF2B5EF4-FFF2-40B4-BE49-F238E27FC236}">
                <a16:creationId xmlns:a16="http://schemas.microsoft.com/office/drawing/2014/main" id="{CF58E56F-4FFF-E7BC-6C8C-E5C2B94C446E}"/>
              </a:ext>
            </a:extLst>
          </p:cNvPr>
          <p:cNvSpPr txBox="1"/>
          <p:nvPr/>
        </p:nvSpPr>
        <p:spPr>
          <a:xfrm>
            <a:off x="6107701" y="6322052"/>
            <a:ext cx="4877244" cy="522579"/>
          </a:xfrm>
          <a:prstGeom prst="rect">
            <a:avLst/>
          </a:prstGeom>
          <a:noFill/>
        </p:spPr>
        <p:txBody>
          <a:bodyPr wrap="square" lIns="0" tIns="0" rIns="0" bIns="0" rtlCol="0">
            <a:spAutoFit/>
          </a:bodyPr>
          <a:lstStyle/>
          <a:p>
            <a:pPr marL="228600" indent="-228600" algn="l">
              <a:lnSpc>
                <a:spcPct val="130000"/>
              </a:lnSpc>
              <a:spcAft>
                <a:spcPts val="0"/>
              </a:spcAft>
              <a:buAutoNum type="arabicPeriod"/>
            </a:pPr>
            <a:r>
              <a:rPr lang="en-US" sz="900">
                <a:solidFill>
                  <a:schemeClr val="tx1"/>
                </a:solidFill>
              </a:rPr>
              <a:t>Timeline dependent on the Globalization initiative in progress</a:t>
            </a:r>
          </a:p>
          <a:p>
            <a:pPr marL="228600" indent="-228600" algn="l">
              <a:lnSpc>
                <a:spcPct val="130000"/>
              </a:lnSpc>
              <a:spcAft>
                <a:spcPts val="0"/>
              </a:spcAft>
              <a:buFontTx/>
              <a:buAutoNum type="arabicPeriod"/>
            </a:pPr>
            <a:r>
              <a:rPr lang="en-US" sz="900"/>
              <a:t>Some cases will undergo research-only processing initially, with end-to-end resolution enabled after API integration in Milestone 4</a:t>
            </a:r>
          </a:p>
        </p:txBody>
      </p:sp>
      <p:sp>
        <p:nvSpPr>
          <p:cNvPr id="24" name="TextBox 23">
            <a:extLst>
              <a:ext uri="{FF2B5EF4-FFF2-40B4-BE49-F238E27FC236}">
                <a16:creationId xmlns:a16="http://schemas.microsoft.com/office/drawing/2014/main" id="{B6CA15A2-15DB-2C5E-5029-BD00B58DA37A}"/>
              </a:ext>
            </a:extLst>
          </p:cNvPr>
          <p:cNvSpPr txBox="1"/>
          <p:nvPr/>
        </p:nvSpPr>
        <p:spPr>
          <a:xfrm>
            <a:off x="5460877" y="2837134"/>
            <a:ext cx="1040378" cy="198644"/>
          </a:xfrm>
          <a:prstGeom prst="rect">
            <a:avLst/>
          </a:prstGeom>
          <a:noFill/>
        </p:spPr>
        <p:txBody>
          <a:bodyPr wrap="square" lIns="0" tIns="0" rIns="0" bIns="0" rtlCol="0">
            <a:spAutoFit/>
          </a:bodyPr>
          <a:lstStyle/>
          <a:p>
            <a:pPr algn="l">
              <a:lnSpc>
                <a:spcPct val="130000"/>
              </a:lnSpc>
            </a:pPr>
            <a:r>
              <a:rPr lang="en-US" sz="1100" b="1" i="0">
                <a:solidFill>
                  <a:srgbClr val="A63685"/>
                </a:solidFill>
              </a:rPr>
              <a:t>Live by </a:t>
            </a:r>
            <a:r>
              <a:rPr lang="en-US" sz="1100" b="1">
                <a:solidFill>
                  <a:srgbClr val="A63685"/>
                </a:solidFill>
              </a:rPr>
              <a:t>Apr</a:t>
            </a:r>
            <a:r>
              <a:rPr lang="en-US" sz="1100" b="1" i="0">
                <a:solidFill>
                  <a:srgbClr val="A63685"/>
                </a:solidFill>
              </a:rPr>
              <a:t>’26</a:t>
            </a:r>
          </a:p>
        </p:txBody>
      </p:sp>
      <p:sp>
        <p:nvSpPr>
          <p:cNvPr id="27" name="TextBox 26">
            <a:extLst>
              <a:ext uri="{FF2B5EF4-FFF2-40B4-BE49-F238E27FC236}">
                <a16:creationId xmlns:a16="http://schemas.microsoft.com/office/drawing/2014/main" id="{7D47678F-DCF4-6F1C-DD0A-6ECCEF001A2B}"/>
              </a:ext>
            </a:extLst>
          </p:cNvPr>
          <p:cNvSpPr txBox="1"/>
          <p:nvPr/>
        </p:nvSpPr>
        <p:spPr>
          <a:xfrm>
            <a:off x="7545115" y="2360719"/>
            <a:ext cx="1040378" cy="198644"/>
          </a:xfrm>
          <a:prstGeom prst="rect">
            <a:avLst/>
          </a:prstGeom>
          <a:noFill/>
        </p:spPr>
        <p:txBody>
          <a:bodyPr wrap="square" lIns="0" tIns="0" rIns="0" bIns="0" rtlCol="0">
            <a:spAutoFit/>
          </a:bodyPr>
          <a:lstStyle/>
          <a:p>
            <a:pPr algn="r">
              <a:lnSpc>
                <a:spcPct val="130000"/>
              </a:lnSpc>
            </a:pPr>
            <a:r>
              <a:rPr lang="en-US" sz="1100" b="1" i="0">
                <a:solidFill>
                  <a:srgbClr val="C74755"/>
                </a:solidFill>
              </a:rPr>
              <a:t>TBD</a:t>
            </a:r>
          </a:p>
        </p:txBody>
      </p:sp>
      <p:sp>
        <p:nvSpPr>
          <p:cNvPr id="25" name="TextBox 24">
            <a:extLst>
              <a:ext uri="{FF2B5EF4-FFF2-40B4-BE49-F238E27FC236}">
                <a16:creationId xmlns:a16="http://schemas.microsoft.com/office/drawing/2014/main" id="{A6A0287F-CD9B-F923-FB6B-038B18A6017B}"/>
              </a:ext>
            </a:extLst>
          </p:cNvPr>
          <p:cNvSpPr txBox="1"/>
          <p:nvPr/>
        </p:nvSpPr>
        <p:spPr>
          <a:xfrm>
            <a:off x="9653254" y="1905450"/>
            <a:ext cx="1040378" cy="198644"/>
          </a:xfrm>
          <a:prstGeom prst="rect">
            <a:avLst/>
          </a:prstGeom>
          <a:noFill/>
        </p:spPr>
        <p:txBody>
          <a:bodyPr wrap="square" lIns="0" tIns="0" rIns="0" bIns="0" rtlCol="0">
            <a:spAutoFit/>
          </a:bodyPr>
          <a:lstStyle/>
          <a:p>
            <a:pPr algn="r">
              <a:lnSpc>
                <a:spcPct val="130000"/>
              </a:lnSpc>
            </a:pPr>
            <a:r>
              <a:rPr lang="en-US" sz="1100" b="1" i="0">
                <a:solidFill>
                  <a:srgbClr val="0CC0DF"/>
                </a:solidFill>
              </a:rPr>
              <a:t>TBD</a:t>
            </a:r>
          </a:p>
        </p:txBody>
      </p:sp>
    </p:spTree>
    <p:extLst>
      <p:ext uri="{BB962C8B-B14F-4D97-AF65-F5344CB8AC3E}">
        <p14:creationId xmlns:p14="http://schemas.microsoft.com/office/powerpoint/2010/main" val="1929803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8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0" grpId="0" animBg="1"/>
      <p:bldP spid="79" grpId="0" animBg="1"/>
      <p:bldP spid="78" grpId="0" animBg="1"/>
      <p:bldP spid="77" grpId="0" animBg="1"/>
      <p:bldP spid="7" grpId="0"/>
      <p:bldP spid="8" grpId="0"/>
      <p:bldP spid="10" grpId="0"/>
      <p:bldP spid="11" grpId="0"/>
      <p:bldP spid="16" grpId="0" animBg="1"/>
      <p:bldP spid="17" grpId="0" animBg="1"/>
      <p:bldP spid="18" grpId="0" animBg="1"/>
      <p:bldP spid="19" grpId="0" animBg="1"/>
      <p:bldP spid="20" grpId="0" animBg="1"/>
      <p:bldP spid="21" grpId="0"/>
      <p:bldP spid="6" grpId="0"/>
      <p:bldP spid="22" grpId="0"/>
      <p:bldP spid="23" grpId="0"/>
      <p:bldP spid="24" grpId="0"/>
      <p:bldP spid="27" grpId="0"/>
      <p:bldP spid="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6964B-537B-D0FD-11FC-885F577214E6}"/>
            </a:ext>
          </a:extLst>
        </p:cNvPr>
        <p:cNvGrpSpPr/>
        <p:nvPr/>
      </p:nvGrpSpPr>
      <p:grpSpPr>
        <a:xfrm>
          <a:off x="0" y="0"/>
          <a:ext cx="0" cy="0"/>
          <a:chOff x="0" y="0"/>
          <a:chExt cx="0" cy="0"/>
        </a:xfrm>
      </p:grpSpPr>
      <p:pic>
        <p:nvPicPr>
          <p:cNvPr id="25" name="Picture 24">
            <a:extLst>
              <a:ext uri="{FF2B5EF4-FFF2-40B4-BE49-F238E27FC236}">
                <a16:creationId xmlns:a16="http://schemas.microsoft.com/office/drawing/2014/main" id="{60D3D0E4-7575-E0B3-D1B7-A8BBA1B0FC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4586" y="2088882"/>
            <a:ext cx="5967885" cy="3356935"/>
          </a:xfrm>
          <a:prstGeom prst="rect">
            <a:avLst/>
          </a:prstGeom>
        </p:spPr>
      </p:pic>
      <p:sp>
        <p:nvSpPr>
          <p:cNvPr id="135" name="Rectangle 134">
            <a:extLst>
              <a:ext uri="{FF2B5EF4-FFF2-40B4-BE49-F238E27FC236}">
                <a16:creationId xmlns:a16="http://schemas.microsoft.com/office/drawing/2014/main" id="{C15441FF-92CC-BD14-EF34-9C11E0C52147}"/>
              </a:ext>
            </a:extLst>
          </p:cNvPr>
          <p:cNvSpPr/>
          <p:nvPr/>
        </p:nvSpPr>
        <p:spPr>
          <a:xfrm>
            <a:off x="9260141" y="0"/>
            <a:ext cx="292624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DA44986D-4305-EAC9-98E2-8BA873CB7C52}"/>
              </a:ext>
            </a:extLst>
          </p:cNvPr>
          <p:cNvSpPr>
            <a:spLocks noGrp="1"/>
          </p:cNvSpPr>
          <p:nvPr>
            <p:ph type="title" orient="vert"/>
          </p:nvPr>
        </p:nvSpPr>
        <p:spPr/>
        <p:txBody>
          <a:bodyPr/>
          <a:lstStyle/>
          <a:p>
            <a:r>
              <a:rPr lang="en-US" sz="2800" b="1"/>
              <a:t>OPTI</a:t>
            </a:r>
            <a:r>
              <a:rPr lang="en-US" sz="2800" b="1">
                <a:solidFill>
                  <a:schemeClr val="bg2"/>
                </a:solidFill>
              </a:rPr>
              <a:t>X</a:t>
            </a:r>
            <a:r>
              <a:rPr lang="en-US" sz="2800" b="1"/>
              <a:t> Vision Solution Overview</a:t>
            </a:r>
            <a:br>
              <a:rPr lang="en-US" sz="2800" b="1"/>
            </a:br>
            <a:endParaRPr lang="en-US" sz="2800" b="1"/>
          </a:p>
        </p:txBody>
      </p:sp>
      <p:sp>
        <p:nvSpPr>
          <p:cNvPr id="4" name="Footer Placeholder 3">
            <a:extLst>
              <a:ext uri="{FF2B5EF4-FFF2-40B4-BE49-F238E27FC236}">
                <a16:creationId xmlns:a16="http://schemas.microsoft.com/office/drawing/2014/main" id="{E2C4E54D-CCEB-3FFD-AFCF-9C0EB289FFE4}"/>
              </a:ext>
            </a:extLst>
          </p:cNvPr>
          <p:cNvSpPr>
            <a:spLocks noGrp="1"/>
          </p:cNvSpPr>
          <p:nvPr>
            <p:ph type="ftr" sz="quarter" idx="11"/>
          </p:nvPr>
        </p:nvSpPr>
        <p:spPr/>
        <p:txBody>
          <a:bodyPr/>
          <a:lstStyle/>
          <a:p>
            <a:pPr>
              <a:lnSpc>
                <a:spcPct val="90000"/>
              </a:lnSpc>
            </a:pP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3" name="Slide Number Placeholder 4">
            <a:extLst>
              <a:ext uri="{FF2B5EF4-FFF2-40B4-BE49-F238E27FC236}">
                <a16:creationId xmlns:a16="http://schemas.microsoft.com/office/drawing/2014/main" id="{756F0B23-F9DF-17C4-F098-20DFEECB8E9E}"/>
              </a:ext>
            </a:extLst>
          </p:cNvPr>
          <p:cNvSpPr>
            <a:spLocks noGrp="1"/>
          </p:cNvSpPr>
          <p:nvPr>
            <p:ph type="sldNum" sz="quarter" idx="12"/>
          </p:nvPr>
        </p:nvSpPr>
        <p:spPr>
          <a:xfrm>
            <a:off x="9982200" y="6374929"/>
            <a:ext cx="1638300" cy="219635"/>
          </a:xfrm>
        </p:spPr>
        <p:txBody>
          <a:bodyPr/>
          <a:lstStyle/>
          <a:p>
            <a:fld id="{64B53FD8-04EE-4F67-B5CA-77D45BC12F90}" type="slidenum">
              <a:rPr lang="en-US" smtClean="0"/>
              <a:pPr/>
              <a:t>27</a:t>
            </a:fld>
            <a:endParaRPr lang="en-US" sz="800"/>
          </a:p>
        </p:txBody>
      </p:sp>
      <p:grpSp>
        <p:nvGrpSpPr>
          <p:cNvPr id="16" name="Group 15">
            <a:extLst>
              <a:ext uri="{FF2B5EF4-FFF2-40B4-BE49-F238E27FC236}">
                <a16:creationId xmlns:a16="http://schemas.microsoft.com/office/drawing/2014/main" id="{77D09E69-2B11-B83C-86BA-39DF8283CFE3}"/>
              </a:ext>
            </a:extLst>
          </p:cNvPr>
          <p:cNvGrpSpPr/>
          <p:nvPr/>
        </p:nvGrpSpPr>
        <p:grpSpPr>
          <a:xfrm>
            <a:off x="5872516" y="4017991"/>
            <a:ext cx="3213947" cy="1882029"/>
            <a:chOff x="5924640" y="4058392"/>
            <a:chExt cx="3222906" cy="2413955"/>
          </a:xfrm>
        </p:grpSpPr>
        <p:sp>
          <p:nvSpPr>
            <p:cNvPr id="91" name="Rectangle: Rounded Corners 90">
              <a:extLst>
                <a:ext uri="{FF2B5EF4-FFF2-40B4-BE49-F238E27FC236}">
                  <a16:creationId xmlns:a16="http://schemas.microsoft.com/office/drawing/2014/main" id="{B062B7C5-8880-D78A-7B3C-D4134C7AB25D}"/>
                </a:ext>
              </a:extLst>
            </p:cNvPr>
            <p:cNvSpPr/>
            <p:nvPr/>
          </p:nvSpPr>
          <p:spPr>
            <a:xfrm>
              <a:off x="5924640" y="4058392"/>
              <a:ext cx="3222906" cy="2413955"/>
            </a:xfrm>
            <a:prstGeom prst="roundRect">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TextBox 23">
              <a:extLst>
                <a:ext uri="{FF2B5EF4-FFF2-40B4-BE49-F238E27FC236}">
                  <a16:creationId xmlns:a16="http://schemas.microsoft.com/office/drawing/2014/main" id="{49CA97C1-5D53-ABFE-4C72-D1E6341DA4E7}"/>
                </a:ext>
              </a:extLst>
            </p:cNvPr>
            <p:cNvSpPr txBox="1"/>
            <p:nvPr/>
          </p:nvSpPr>
          <p:spPr>
            <a:xfrm>
              <a:off x="6104560" y="4168615"/>
              <a:ext cx="2832388" cy="743950"/>
            </a:xfrm>
            <a:prstGeom prst="roundRect">
              <a:avLst/>
            </a:prstGeom>
            <a:solidFill>
              <a:schemeClr val="bg1">
                <a:lumMod val="95000"/>
              </a:schemeClr>
            </a:solidFill>
          </p:spPr>
          <p:txBody>
            <a:bodyPr wrap="square" lIns="0" tIns="0" rIns="0" bIns="0" rtlCol="0" anchor="t">
              <a:spAutoFit/>
            </a:bodyPr>
            <a:lstStyle/>
            <a:p>
              <a:pPr marL="271462" lvl="1" indent="-135731" algn="l">
                <a:lnSpc>
                  <a:spcPts val="1400"/>
                </a:lnSpc>
                <a:buFont typeface="Arial"/>
                <a:buChar char="•"/>
              </a:pPr>
              <a:r>
                <a:rPr lang="en-US" sz="900" b="0">
                  <a:solidFill>
                    <a:srgbClr val="333333"/>
                  </a:solidFill>
                  <a:latin typeface="+mn-lt"/>
                  <a:ea typeface="Arimo"/>
                  <a:cs typeface="Arimo"/>
                  <a:sym typeface="Arimo"/>
                </a:rPr>
                <a:t>Request sales rep for additional details</a:t>
              </a:r>
            </a:p>
            <a:p>
              <a:pPr marL="271462" lvl="1" indent="-135731" algn="l">
                <a:lnSpc>
                  <a:spcPts val="1400"/>
                </a:lnSpc>
                <a:buFont typeface="Arial"/>
                <a:buChar char="•"/>
              </a:pPr>
              <a:r>
                <a:rPr lang="en-US" sz="900" b="0">
                  <a:solidFill>
                    <a:srgbClr val="333333"/>
                  </a:solidFill>
                  <a:latin typeface="+mn-lt"/>
                  <a:ea typeface="Arimo"/>
                  <a:cs typeface="Arimo"/>
                  <a:sym typeface="Arimo"/>
                </a:rPr>
                <a:t>Validate details against </a:t>
              </a:r>
              <a:r>
                <a:rPr lang="en-US" sz="900" b="0" err="1">
                  <a:solidFill>
                    <a:srgbClr val="333333"/>
                  </a:solidFill>
                  <a:latin typeface="+mn-lt"/>
                  <a:ea typeface="Arimo"/>
                  <a:cs typeface="Arimo"/>
                  <a:sym typeface="Arimo"/>
                </a:rPr>
                <a:t>iSell</a:t>
              </a:r>
              <a:r>
                <a:rPr lang="en-US" sz="900" b="0">
                  <a:solidFill>
                    <a:srgbClr val="333333"/>
                  </a:solidFill>
                  <a:latin typeface="+mn-lt"/>
                  <a:ea typeface="Arimo"/>
                  <a:cs typeface="Arimo"/>
                  <a:sym typeface="Arimo"/>
                </a:rPr>
                <a:t>/Atlantis</a:t>
              </a:r>
            </a:p>
            <a:p>
              <a:pPr marL="271462" lvl="1" indent="-135731" algn="l">
                <a:lnSpc>
                  <a:spcPts val="1400"/>
                </a:lnSpc>
                <a:buFont typeface="Arial"/>
                <a:buChar char="•"/>
              </a:pPr>
              <a:r>
                <a:rPr lang="en-US" sz="900" b="0">
                  <a:solidFill>
                    <a:srgbClr val="333333"/>
                  </a:solidFill>
                  <a:latin typeface="+mn-lt"/>
                  <a:ea typeface="Arimo"/>
                  <a:cs typeface="Arimo"/>
                  <a:sym typeface="Arimo"/>
                </a:rPr>
                <a:t>Execute business logic</a:t>
              </a:r>
            </a:p>
          </p:txBody>
        </p:sp>
        <p:sp>
          <p:nvSpPr>
            <p:cNvPr id="94" name="TextBox 93">
              <a:extLst>
                <a:ext uri="{FF2B5EF4-FFF2-40B4-BE49-F238E27FC236}">
                  <a16:creationId xmlns:a16="http://schemas.microsoft.com/office/drawing/2014/main" id="{049B8B1F-6193-E107-76E7-24FDBD481ADB}"/>
                </a:ext>
              </a:extLst>
            </p:cNvPr>
            <p:cNvSpPr txBox="1"/>
            <p:nvPr/>
          </p:nvSpPr>
          <p:spPr>
            <a:xfrm>
              <a:off x="6104559" y="4966516"/>
              <a:ext cx="1294327" cy="1397363"/>
            </a:xfrm>
            <a:prstGeom prst="roundRect">
              <a:avLst/>
            </a:prstGeom>
            <a:solidFill>
              <a:srgbClr val="E5FFE5"/>
            </a:solidFill>
          </p:spPr>
          <p:txBody>
            <a:bodyPr wrap="square" lIns="0" tIns="0" rIns="0" bIns="0" rtlCol="0">
              <a:spAutoFit/>
            </a:bodyPr>
            <a:lstStyle/>
            <a:p>
              <a:pPr marL="171450" indent="-171450" algn="l">
                <a:lnSpc>
                  <a:spcPct val="130000"/>
                </a:lnSpc>
                <a:spcAft>
                  <a:spcPts val="0"/>
                </a:spcAft>
                <a:buFont typeface="Arial" panose="020B0604020202020204" pitchFamily="34" charset="0"/>
                <a:buChar char="•"/>
              </a:pPr>
              <a:endParaRPr lang="en-IN" sz="1000">
                <a:latin typeface="+mn-lt"/>
                <a:ea typeface="Arimo" panose="020B0604020202020204" charset="0"/>
                <a:cs typeface="Arimo" panose="020B0604020202020204" charset="0"/>
              </a:endParaRPr>
            </a:p>
            <a:p>
              <a:pPr marL="171450" indent="-171450" algn="l">
                <a:lnSpc>
                  <a:spcPct val="130000"/>
                </a:lnSpc>
                <a:spcAft>
                  <a:spcPts val="0"/>
                </a:spcAft>
                <a:buFont typeface="Arial" panose="020B0604020202020204" pitchFamily="34" charset="0"/>
                <a:buChar char="•"/>
              </a:pPr>
              <a:r>
                <a:rPr lang="en-IN" sz="800">
                  <a:latin typeface="+mn-lt"/>
                  <a:ea typeface="Arimo" panose="020B0604020202020204" charset="0"/>
                  <a:cs typeface="Arimo" panose="020B0604020202020204" charset="0"/>
                </a:rPr>
                <a:t>Fill Sales Feedback form and AUR</a:t>
              </a:r>
            </a:p>
            <a:p>
              <a:pPr marL="171450" indent="-171450" algn="l">
                <a:lnSpc>
                  <a:spcPct val="130000"/>
                </a:lnSpc>
                <a:spcAft>
                  <a:spcPts val="0"/>
                </a:spcAft>
                <a:buFont typeface="Arial" panose="020B0604020202020204" pitchFamily="34" charset="0"/>
                <a:buChar char="•"/>
              </a:pPr>
              <a:r>
                <a:rPr lang="en-IN" sz="800">
                  <a:latin typeface="+mn-lt"/>
                  <a:ea typeface="Arimo" panose="020B0604020202020204" charset="0"/>
                  <a:cs typeface="Arimo" panose="020B0604020202020204" charset="0"/>
                </a:rPr>
                <a:t>Case creation and closure with comments</a:t>
              </a:r>
            </a:p>
          </p:txBody>
        </p:sp>
        <p:sp>
          <p:nvSpPr>
            <p:cNvPr id="9" name="TextBox 8">
              <a:extLst>
                <a:ext uri="{FF2B5EF4-FFF2-40B4-BE49-F238E27FC236}">
                  <a16:creationId xmlns:a16="http://schemas.microsoft.com/office/drawing/2014/main" id="{9FE5530C-5F22-2DFC-FBE6-C5E17F18CB4E}"/>
                </a:ext>
              </a:extLst>
            </p:cNvPr>
            <p:cNvSpPr txBox="1"/>
            <p:nvPr/>
          </p:nvSpPr>
          <p:spPr>
            <a:xfrm>
              <a:off x="7642625" y="4975889"/>
              <a:ext cx="1294327" cy="1397363"/>
            </a:xfrm>
            <a:prstGeom prst="roundRect">
              <a:avLst/>
            </a:prstGeom>
            <a:solidFill>
              <a:srgbClr val="FFE4D1"/>
            </a:solidFill>
          </p:spPr>
          <p:txBody>
            <a:bodyPr wrap="square" lIns="0" tIns="0" rIns="0" bIns="0" rtlCol="0">
              <a:spAutoFit/>
            </a:bodyPr>
            <a:lstStyle/>
            <a:p>
              <a:pPr marL="171450" indent="-171450" algn="l">
                <a:lnSpc>
                  <a:spcPct val="130000"/>
                </a:lnSpc>
                <a:spcAft>
                  <a:spcPts val="0"/>
                </a:spcAft>
                <a:buFont typeface="Arial" panose="020B0604020202020204" pitchFamily="34" charset="0"/>
                <a:buChar char="•"/>
              </a:pPr>
              <a:endParaRPr lang="en-IN" sz="1000">
                <a:latin typeface="+mn-lt"/>
                <a:ea typeface="Arimo" panose="020B0604020202020204" charset="0"/>
                <a:cs typeface="Arimo" panose="020B0604020202020204" charset="0"/>
              </a:endParaRPr>
            </a:p>
            <a:p>
              <a:pPr marL="171450" indent="-171450" algn="l">
                <a:lnSpc>
                  <a:spcPct val="130000"/>
                </a:lnSpc>
                <a:spcAft>
                  <a:spcPts val="0"/>
                </a:spcAft>
                <a:buFont typeface="Arial" panose="020B0604020202020204" pitchFamily="34" charset="0"/>
                <a:buChar char="•"/>
              </a:pPr>
              <a:r>
                <a:rPr lang="en-IN" sz="800">
                  <a:latin typeface="+mn-lt"/>
                  <a:ea typeface="Arimo" panose="020B0604020202020204" charset="0"/>
                  <a:cs typeface="Arimo" panose="020B0604020202020204" charset="0"/>
                </a:rPr>
                <a:t>Ask for more document</a:t>
              </a:r>
            </a:p>
            <a:p>
              <a:pPr marL="171450" indent="-171450" algn="l">
                <a:lnSpc>
                  <a:spcPct val="130000"/>
                </a:lnSpc>
                <a:spcAft>
                  <a:spcPts val="0"/>
                </a:spcAft>
                <a:buFont typeface="Arial" panose="020B0604020202020204" pitchFamily="34" charset="0"/>
                <a:buChar char="•"/>
              </a:pPr>
              <a:r>
                <a:rPr lang="en-IN" sz="800">
                  <a:latin typeface="+mn-lt"/>
                  <a:ea typeface="Arimo" panose="020B0604020202020204" charset="0"/>
                  <a:cs typeface="Arimo" panose="020B0604020202020204" charset="0"/>
                </a:rPr>
                <a:t>Case creation with rejection reason routed to TP&amp;O</a:t>
              </a:r>
            </a:p>
          </p:txBody>
        </p:sp>
        <p:sp>
          <p:nvSpPr>
            <p:cNvPr id="10" name="Rectangle 9">
              <a:extLst>
                <a:ext uri="{FF2B5EF4-FFF2-40B4-BE49-F238E27FC236}">
                  <a16:creationId xmlns:a16="http://schemas.microsoft.com/office/drawing/2014/main" id="{21B78761-2359-94F1-1549-210D76D184EC}"/>
                </a:ext>
              </a:extLst>
            </p:cNvPr>
            <p:cNvSpPr/>
            <p:nvPr/>
          </p:nvSpPr>
          <p:spPr>
            <a:xfrm>
              <a:off x="6104559" y="4966514"/>
              <a:ext cx="1294327" cy="236128"/>
            </a:xfrm>
            <a:prstGeom prst="rect">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050" b="1"/>
                <a:t>Case accepted</a:t>
              </a:r>
            </a:p>
          </p:txBody>
        </p:sp>
        <p:sp>
          <p:nvSpPr>
            <p:cNvPr id="11" name="Rectangle 10">
              <a:extLst>
                <a:ext uri="{FF2B5EF4-FFF2-40B4-BE49-F238E27FC236}">
                  <a16:creationId xmlns:a16="http://schemas.microsoft.com/office/drawing/2014/main" id="{DB79352D-58F6-76BD-AFAB-1EDB1FDC4BBE}"/>
                </a:ext>
              </a:extLst>
            </p:cNvPr>
            <p:cNvSpPr/>
            <p:nvPr/>
          </p:nvSpPr>
          <p:spPr>
            <a:xfrm>
              <a:off x="7642624" y="4973784"/>
              <a:ext cx="1294327" cy="2361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1050" b="1"/>
                <a:t>Case rejected</a:t>
              </a:r>
            </a:p>
          </p:txBody>
        </p:sp>
        <p:pic>
          <p:nvPicPr>
            <p:cNvPr id="13" name="Graphic 12" descr="Badge Tick1 with solid fill">
              <a:extLst>
                <a:ext uri="{FF2B5EF4-FFF2-40B4-BE49-F238E27FC236}">
                  <a16:creationId xmlns:a16="http://schemas.microsoft.com/office/drawing/2014/main" id="{4377F511-B4B2-CCE4-9BE6-607DD79F36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55782" y="5001578"/>
              <a:ext cx="170917" cy="170917"/>
            </a:xfrm>
            <a:prstGeom prst="rect">
              <a:avLst/>
            </a:prstGeom>
          </p:spPr>
        </p:pic>
        <p:pic>
          <p:nvPicPr>
            <p:cNvPr id="17" name="Graphic 16" descr="Badge Cross with solid fill">
              <a:extLst>
                <a:ext uri="{FF2B5EF4-FFF2-40B4-BE49-F238E27FC236}">
                  <a16:creationId xmlns:a16="http://schemas.microsoft.com/office/drawing/2014/main" id="{C26A4448-4CD5-451E-AEAC-B6E1586684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42603" y="5007827"/>
              <a:ext cx="173736" cy="173735"/>
            </a:xfrm>
            <a:prstGeom prst="rect">
              <a:avLst/>
            </a:prstGeom>
          </p:spPr>
        </p:pic>
      </p:grpSp>
      <p:sp>
        <p:nvSpPr>
          <p:cNvPr id="21" name="TextBox 20">
            <a:extLst>
              <a:ext uri="{FF2B5EF4-FFF2-40B4-BE49-F238E27FC236}">
                <a16:creationId xmlns:a16="http://schemas.microsoft.com/office/drawing/2014/main" id="{D48EB42A-33DC-2831-C124-B5AE61A6AC3A}"/>
              </a:ext>
            </a:extLst>
          </p:cNvPr>
          <p:cNvSpPr txBox="1"/>
          <p:nvPr/>
        </p:nvSpPr>
        <p:spPr>
          <a:xfrm>
            <a:off x="9389662" y="727515"/>
            <a:ext cx="2819526" cy="2800767"/>
          </a:xfrm>
          <a:prstGeom prst="rect">
            <a:avLst/>
          </a:prstGeom>
          <a:noFill/>
        </p:spPr>
        <p:txBody>
          <a:bodyPr wrap="square">
            <a:spAutoFit/>
          </a:bodyPr>
          <a:lstStyle/>
          <a:p>
            <a:pPr marL="261942" lvl="1" indent="-171450" algn="l">
              <a:spcBef>
                <a:spcPts val="600"/>
              </a:spcBef>
              <a:buFont typeface="Wingdings" panose="05000000000000000000" pitchFamily="2" charset="2"/>
              <a:buChar char="ü"/>
            </a:pPr>
            <a:r>
              <a:rPr lang="en-US" sz="1200">
                <a:latin typeface="+mn-lt"/>
              </a:rPr>
              <a:t>Automated input data validation </a:t>
            </a:r>
            <a:r>
              <a:rPr lang="en-US" sz="1200" b="0">
                <a:latin typeface="+mn-lt"/>
              </a:rPr>
              <a:t>reducing repeated clarification</a:t>
            </a:r>
          </a:p>
          <a:p>
            <a:pPr marL="261942" lvl="1" indent="-171450" algn="l">
              <a:spcBef>
                <a:spcPts val="600"/>
              </a:spcBef>
              <a:buFont typeface="Wingdings" panose="05000000000000000000" pitchFamily="2" charset="2"/>
              <a:buChar char="ü"/>
            </a:pPr>
            <a:r>
              <a:rPr lang="en-US" altLang="en-US" sz="1200">
                <a:latin typeface="+mn-lt"/>
              </a:rPr>
              <a:t>24/7 real-time responses </a:t>
            </a:r>
            <a:r>
              <a:rPr lang="en-US" altLang="en-US" sz="1200" b="0">
                <a:latin typeface="+mn-lt"/>
              </a:rPr>
              <a:t>for Sales Representatives</a:t>
            </a:r>
          </a:p>
          <a:p>
            <a:pPr marL="261942" lvl="1" indent="-171450" algn="l">
              <a:spcBef>
                <a:spcPts val="600"/>
              </a:spcBef>
              <a:buFont typeface="Wingdings" panose="05000000000000000000" pitchFamily="2" charset="2"/>
              <a:buChar char="ü"/>
            </a:pPr>
            <a:r>
              <a:rPr lang="en-US" altLang="en-US" sz="1200" b="0">
                <a:latin typeface="+mn-lt"/>
              </a:rPr>
              <a:t>Accelerated case resolution with </a:t>
            </a:r>
            <a:r>
              <a:rPr lang="en-US" altLang="en-US" sz="1200">
                <a:latin typeface="+mn-lt"/>
              </a:rPr>
              <a:t>only true edge cases routed to TP&amp;</a:t>
            </a:r>
            <a:r>
              <a:rPr lang="en-US" altLang="en-US" sz="1200" b="0">
                <a:latin typeface="+mn-lt"/>
              </a:rPr>
              <a:t>O</a:t>
            </a:r>
          </a:p>
          <a:p>
            <a:pPr marL="261942" lvl="1" indent="-171450" algn="l">
              <a:spcBef>
                <a:spcPts val="600"/>
              </a:spcBef>
              <a:buFont typeface="Wingdings" panose="05000000000000000000" pitchFamily="2" charset="2"/>
              <a:buChar char="ü"/>
            </a:pPr>
            <a:r>
              <a:rPr lang="en-US" altLang="en-US" sz="1200">
                <a:latin typeface="+mn-lt"/>
              </a:rPr>
              <a:t>Improved sales experience </a:t>
            </a:r>
            <a:r>
              <a:rPr lang="en-US" altLang="en-US" sz="1200" b="0">
                <a:latin typeface="+mn-lt"/>
              </a:rPr>
              <a:t>and overall TP&amp;O productivity</a:t>
            </a:r>
          </a:p>
          <a:p>
            <a:pPr marL="261942" lvl="1" indent="-171450" algn="l">
              <a:spcBef>
                <a:spcPts val="600"/>
              </a:spcBef>
              <a:buFont typeface="Wingdings" panose="05000000000000000000" pitchFamily="2" charset="2"/>
              <a:buChar char="ü"/>
            </a:pPr>
            <a:r>
              <a:rPr lang="en-US" altLang="en-US" sz="1200">
                <a:latin typeface="+mn-lt"/>
              </a:rPr>
              <a:t>Reduced onboarding and training time </a:t>
            </a:r>
            <a:r>
              <a:rPr lang="en-US" altLang="en-US" sz="1200" b="0">
                <a:latin typeface="+mn-lt"/>
              </a:rPr>
              <a:t>for new Sales Representatives</a:t>
            </a:r>
          </a:p>
          <a:p>
            <a:pPr marL="261942" lvl="1" indent="-171450" algn="l">
              <a:buFont typeface="Wingdings" panose="05000000000000000000" pitchFamily="2" charset="2"/>
              <a:buChar char="ü"/>
            </a:pPr>
            <a:endParaRPr lang="en-US" sz="1200" b="0">
              <a:latin typeface="+mn-lt"/>
              <a:sym typeface="Arimo"/>
            </a:endParaRPr>
          </a:p>
        </p:txBody>
      </p:sp>
      <p:grpSp>
        <p:nvGrpSpPr>
          <p:cNvPr id="42" name="Group 41">
            <a:extLst>
              <a:ext uri="{FF2B5EF4-FFF2-40B4-BE49-F238E27FC236}">
                <a16:creationId xmlns:a16="http://schemas.microsoft.com/office/drawing/2014/main" id="{5DD04ABF-2536-4182-06B9-AE877DBD77B8}"/>
              </a:ext>
            </a:extLst>
          </p:cNvPr>
          <p:cNvGrpSpPr/>
          <p:nvPr/>
        </p:nvGrpSpPr>
        <p:grpSpPr>
          <a:xfrm>
            <a:off x="1231749" y="5375622"/>
            <a:ext cx="4551057" cy="906646"/>
            <a:chOff x="1231749" y="5375622"/>
            <a:chExt cx="4551057" cy="906646"/>
          </a:xfrm>
        </p:grpSpPr>
        <p:grpSp>
          <p:nvGrpSpPr>
            <p:cNvPr id="41" name="Group 40">
              <a:extLst>
                <a:ext uri="{FF2B5EF4-FFF2-40B4-BE49-F238E27FC236}">
                  <a16:creationId xmlns:a16="http://schemas.microsoft.com/office/drawing/2014/main" id="{CB567788-4FF1-703F-E997-86439AE3F857}"/>
                </a:ext>
              </a:extLst>
            </p:cNvPr>
            <p:cNvGrpSpPr/>
            <p:nvPr/>
          </p:nvGrpSpPr>
          <p:grpSpPr>
            <a:xfrm>
              <a:off x="1231749" y="5375622"/>
              <a:ext cx="4551057" cy="906646"/>
              <a:chOff x="1030210" y="5309546"/>
              <a:chExt cx="4551057" cy="906646"/>
            </a:xfrm>
          </p:grpSpPr>
          <p:sp>
            <p:nvSpPr>
              <p:cNvPr id="49" name="Freeform 75">
                <a:extLst>
                  <a:ext uri="{FF2B5EF4-FFF2-40B4-BE49-F238E27FC236}">
                    <a16:creationId xmlns:a16="http://schemas.microsoft.com/office/drawing/2014/main" id="{3B0CAEB9-5E7A-ECD6-1166-D2B30DDD588A}"/>
                  </a:ext>
                </a:extLst>
              </p:cNvPr>
              <p:cNvSpPr/>
              <p:nvPr/>
            </p:nvSpPr>
            <p:spPr>
              <a:xfrm>
                <a:off x="1030211" y="5309546"/>
                <a:ext cx="4518352" cy="855816"/>
              </a:xfrm>
              <a:custGeom>
                <a:avLst/>
                <a:gdLst/>
                <a:ahLst/>
                <a:cxnLst/>
                <a:rect l="l" t="t" r="r" b="b"/>
                <a:pathLst>
                  <a:path w="5959094" h="1776984">
                    <a:moveTo>
                      <a:pt x="0" y="296164"/>
                    </a:moveTo>
                    <a:cubicBezTo>
                      <a:pt x="0" y="132588"/>
                      <a:pt x="132588" y="0"/>
                      <a:pt x="296164" y="0"/>
                    </a:cubicBezTo>
                    <a:lnTo>
                      <a:pt x="5662930" y="0"/>
                    </a:lnTo>
                    <a:cubicBezTo>
                      <a:pt x="5826506" y="0"/>
                      <a:pt x="5959094" y="132588"/>
                      <a:pt x="5959094" y="296164"/>
                    </a:cubicBezTo>
                    <a:lnTo>
                      <a:pt x="5959094" y="1480820"/>
                    </a:lnTo>
                    <a:cubicBezTo>
                      <a:pt x="5959094" y="1644396"/>
                      <a:pt x="5826506" y="1776984"/>
                      <a:pt x="5662930" y="1776984"/>
                    </a:cubicBezTo>
                    <a:lnTo>
                      <a:pt x="296164" y="1776984"/>
                    </a:lnTo>
                    <a:cubicBezTo>
                      <a:pt x="132588" y="1776857"/>
                      <a:pt x="0" y="1644269"/>
                      <a:pt x="0" y="1480820"/>
                    </a:cubicBezTo>
                    <a:close/>
                  </a:path>
                </a:pathLst>
              </a:cu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latin typeface="+mn-lt"/>
                  <a:ea typeface="+mn-ea"/>
                  <a:cs typeface="+mn-cs"/>
                </a:endParaRPr>
              </a:p>
            </p:txBody>
          </p:sp>
          <p:grpSp>
            <p:nvGrpSpPr>
              <p:cNvPr id="81" name="Group 80">
                <a:extLst>
                  <a:ext uri="{FF2B5EF4-FFF2-40B4-BE49-F238E27FC236}">
                    <a16:creationId xmlns:a16="http://schemas.microsoft.com/office/drawing/2014/main" id="{AE60C2B6-B0EE-808B-3F2D-260FD585340A}"/>
                  </a:ext>
                </a:extLst>
              </p:cNvPr>
              <p:cNvGrpSpPr/>
              <p:nvPr/>
            </p:nvGrpSpPr>
            <p:grpSpPr>
              <a:xfrm>
                <a:off x="4144259" y="5384331"/>
                <a:ext cx="1437008" cy="703407"/>
                <a:chOff x="3142947" y="5300239"/>
                <a:chExt cx="1437008" cy="963401"/>
              </a:xfrm>
            </p:grpSpPr>
            <p:sp>
              <p:nvSpPr>
                <p:cNvPr id="51" name="Rectangle: Rounded Corners 50">
                  <a:extLst>
                    <a:ext uri="{FF2B5EF4-FFF2-40B4-BE49-F238E27FC236}">
                      <a16:creationId xmlns:a16="http://schemas.microsoft.com/office/drawing/2014/main" id="{430C930F-552E-8D57-B325-3246D456D9FF}"/>
                    </a:ext>
                  </a:extLst>
                </p:cNvPr>
                <p:cNvSpPr/>
                <p:nvPr/>
              </p:nvSpPr>
              <p:spPr>
                <a:xfrm>
                  <a:off x="3216619" y="5300240"/>
                  <a:ext cx="1243283" cy="963400"/>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0" name="Group 82">
                  <a:extLst>
                    <a:ext uri="{FF2B5EF4-FFF2-40B4-BE49-F238E27FC236}">
                      <a16:creationId xmlns:a16="http://schemas.microsoft.com/office/drawing/2014/main" id="{0DB978DA-3227-21B9-8902-4C80CF775755}"/>
                    </a:ext>
                  </a:extLst>
                </p:cNvPr>
                <p:cNvGrpSpPr/>
                <p:nvPr/>
              </p:nvGrpSpPr>
              <p:grpSpPr>
                <a:xfrm>
                  <a:off x="3686190" y="5606660"/>
                  <a:ext cx="373385" cy="432465"/>
                  <a:chOff x="-832631" y="95901"/>
                  <a:chExt cx="998038" cy="1155956"/>
                </a:xfrm>
              </p:grpSpPr>
              <p:sp>
                <p:nvSpPr>
                  <p:cNvPr id="61" name="Freeform 83" descr="A logo of a company  AI-generated content may be incorrect.">
                    <a:extLst>
                      <a:ext uri="{FF2B5EF4-FFF2-40B4-BE49-F238E27FC236}">
                        <a16:creationId xmlns:a16="http://schemas.microsoft.com/office/drawing/2014/main" id="{1B0E528E-3F66-85D8-C94B-A03582FF255D}"/>
                      </a:ext>
                    </a:extLst>
                  </p:cNvPr>
                  <p:cNvSpPr/>
                  <p:nvPr/>
                </p:nvSpPr>
                <p:spPr>
                  <a:xfrm>
                    <a:off x="-832631" y="95901"/>
                    <a:ext cx="998038" cy="1155956"/>
                  </a:xfrm>
                  <a:custGeom>
                    <a:avLst/>
                    <a:gdLst/>
                    <a:ahLst/>
                    <a:cxnLst/>
                    <a:rect l="l" t="t" r="r" b="b"/>
                    <a:pathLst>
                      <a:path w="1028319" h="999871">
                        <a:moveTo>
                          <a:pt x="0" y="0"/>
                        </a:moveTo>
                        <a:lnTo>
                          <a:pt x="1028319" y="0"/>
                        </a:lnTo>
                        <a:lnTo>
                          <a:pt x="1028319" y="999871"/>
                        </a:lnTo>
                        <a:lnTo>
                          <a:pt x="0" y="999871"/>
                        </a:lnTo>
                        <a:lnTo>
                          <a:pt x="0" y="0"/>
                        </a:lnTo>
                        <a:close/>
                      </a:path>
                    </a:pathLst>
                  </a:custGeom>
                  <a:blipFill>
                    <a:blip r:embed="rId6"/>
                    <a:stretch>
                      <a:fillRect l="-6404" r="-6404" b="5"/>
                    </a:stretch>
                  </a:blipFill>
                </p:spPr>
                <p:txBody>
                  <a:bodyPr/>
                  <a:lstStyle/>
                  <a:p>
                    <a:endParaRPr lang="en-IN" sz="1067"/>
                  </a:p>
                </p:txBody>
              </p:sp>
            </p:grpSp>
            <p:sp>
              <p:nvSpPr>
                <p:cNvPr id="65" name="TextBox 87">
                  <a:extLst>
                    <a:ext uri="{FF2B5EF4-FFF2-40B4-BE49-F238E27FC236}">
                      <a16:creationId xmlns:a16="http://schemas.microsoft.com/office/drawing/2014/main" id="{2B31187B-965B-A11F-E812-BC3030DE17C5}"/>
                    </a:ext>
                  </a:extLst>
                </p:cNvPr>
                <p:cNvSpPr txBox="1"/>
                <p:nvPr/>
              </p:nvSpPr>
              <p:spPr>
                <a:xfrm>
                  <a:off x="3142947" y="6031118"/>
                  <a:ext cx="1437008" cy="165174"/>
                </a:xfrm>
                <a:prstGeom prst="rect">
                  <a:avLst/>
                </a:prstGeom>
              </p:spPr>
              <p:txBody>
                <a:bodyPr wrap="square" lIns="0" tIns="0" rIns="0" bIns="0" rtlCol="0" anchor="t">
                  <a:spAutoFit/>
                </a:bodyPr>
                <a:lstStyle/>
                <a:p>
                  <a:pPr algn="ctr">
                    <a:lnSpc>
                      <a:spcPts val="1400"/>
                    </a:lnSpc>
                  </a:pPr>
                  <a:r>
                    <a:rPr lang="en-US" sz="800">
                      <a:sym typeface="Arimo"/>
                    </a:rPr>
                    <a:t>AUR &amp; Feedback forms</a:t>
                  </a:r>
                </a:p>
              </p:txBody>
            </p:sp>
            <p:sp>
              <p:nvSpPr>
                <p:cNvPr id="53" name="TextBox 96">
                  <a:extLst>
                    <a:ext uri="{FF2B5EF4-FFF2-40B4-BE49-F238E27FC236}">
                      <a16:creationId xmlns:a16="http://schemas.microsoft.com/office/drawing/2014/main" id="{29AB4634-9C54-9A0F-3568-CEF41DD4AC19}"/>
                    </a:ext>
                  </a:extLst>
                </p:cNvPr>
                <p:cNvSpPr txBox="1"/>
                <p:nvPr/>
              </p:nvSpPr>
              <p:spPr>
                <a:xfrm>
                  <a:off x="3214322" y="5300239"/>
                  <a:ext cx="1259195" cy="274702"/>
                </a:xfrm>
                <a:prstGeom prst="rect">
                  <a:avLst/>
                </a:prstGeom>
              </p:spPr>
              <p:txBody>
                <a:bodyPr wrap="square" lIns="0" tIns="0" rIns="0" bIns="0" rtlCol="0" anchor="t">
                  <a:spAutoFit/>
                </a:bodyPr>
                <a:lstStyle/>
                <a:p>
                  <a:pPr algn="ctr">
                    <a:lnSpc>
                      <a:spcPts val="1800"/>
                    </a:lnSpc>
                  </a:pPr>
                  <a:r>
                    <a:rPr lang="en-US" sz="900" b="1">
                      <a:solidFill>
                        <a:srgbClr val="333333"/>
                      </a:solidFill>
                      <a:latin typeface="+mn-lt"/>
                      <a:ea typeface="Arimo"/>
                      <a:cs typeface="Arimo"/>
                      <a:sym typeface="Arimo"/>
                    </a:rPr>
                    <a:t>Data update forms</a:t>
                  </a:r>
                </a:p>
              </p:txBody>
            </p:sp>
          </p:grpSp>
          <p:grpSp>
            <p:nvGrpSpPr>
              <p:cNvPr id="80" name="Group 79">
                <a:extLst>
                  <a:ext uri="{FF2B5EF4-FFF2-40B4-BE49-F238E27FC236}">
                    <a16:creationId xmlns:a16="http://schemas.microsoft.com/office/drawing/2014/main" id="{0446C925-8C93-3A38-0476-4BB4D38FF7D8}"/>
                  </a:ext>
                </a:extLst>
              </p:cNvPr>
              <p:cNvGrpSpPr/>
              <p:nvPr/>
            </p:nvGrpSpPr>
            <p:grpSpPr>
              <a:xfrm>
                <a:off x="3083118" y="5379150"/>
                <a:ext cx="1090394" cy="837042"/>
                <a:chOff x="4470440" y="5312407"/>
                <a:chExt cx="836776" cy="1117780"/>
              </a:xfrm>
            </p:grpSpPr>
            <p:sp>
              <p:nvSpPr>
                <p:cNvPr id="76" name="Rectangle: Rounded Corners 75">
                  <a:extLst>
                    <a:ext uri="{FF2B5EF4-FFF2-40B4-BE49-F238E27FC236}">
                      <a16:creationId xmlns:a16="http://schemas.microsoft.com/office/drawing/2014/main" id="{7D852C86-A5FD-B723-E5C3-BFDCE48FD17A}"/>
                    </a:ext>
                  </a:extLst>
                </p:cNvPr>
                <p:cNvSpPr/>
                <p:nvPr/>
              </p:nvSpPr>
              <p:spPr>
                <a:xfrm>
                  <a:off x="4475942" y="5327477"/>
                  <a:ext cx="818940" cy="911881"/>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80">
                  <a:extLst>
                    <a:ext uri="{FF2B5EF4-FFF2-40B4-BE49-F238E27FC236}">
                      <a16:creationId xmlns:a16="http://schemas.microsoft.com/office/drawing/2014/main" id="{ABDB950E-E4F4-EEF4-0DF0-58B048B935C1}"/>
                    </a:ext>
                  </a:extLst>
                </p:cNvPr>
                <p:cNvGrpSpPr/>
                <p:nvPr/>
              </p:nvGrpSpPr>
              <p:grpSpPr>
                <a:xfrm>
                  <a:off x="4709067" y="5593803"/>
                  <a:ext cx="304489" cy="458349"/>
                  <a:chOff x="2235836" y="109143"/>
                  <a:chExt cx="807554" cy="1215614"/>
                </a:xfrm>
              </p:grpSpPr>
              <p:sp>
                <p:nvSpPr>
                  <p:cNvPr id="59" name="Freeform 81">
                    <a:extLst>
                      <a:ext uri="{FF2B5EF4-FFF2-40B4-BE49-F238E27FC236}">
                        <a16:creationId xmlns:a16="http://schemas.microsoft.com/office/drawing/2014/main" id="{31192659-6EC0-8A75-D6AA-667B4E64F5AB}"/>
                      </a:ext>
                    </a:extLst>
                  </p:cNvPr>
                  <p:cNvSpPr/>
                  <p:nvPr/>
                </p:nvSpPr>
                <p:spPr>
                  <a:xfrm>
                    <a:off x="2235836" y="109143"/>
                    <a:ext cx="807554" cy="1215614"/>
                  </a:xfrm>
                  <a:custGeom>
                    <a:avLst/>
                    <a:gdLst/>
                    <a:ahLst/>
                    <a:cxnLst/>
                    <a:rect l="l" t="t" r="r" b="b"/>
                    <a:pathLst>
                      <a:path w="1066927" h="1005586">
                        <a:moveTo>
                          <a:pt x="0" y="0"/>
                        </a:moveTo>
                        <a:lnTo>
                          <a:pt x="1066927" y="0"/>
                        </a:lnTo>
                        <a:lnTo>
                          <a:pt x="1066927" y="1005586"/>
                        </a:lnTo>
                        <a:lnTo>
                          <a:pt x="0" y="1005586"/>
                        </a:lnTo>
                        <a:lnTo>
                          <a:pt x="0" y="0"/>
                        </a:lnTo>
                        <a:close/>
                      </a:path>
                    </a:pathLst>
                  </a:custGeom>
                  <a:blipFill>
                    <a:blip r:embed="rId7"/>
                    <a:stretch>
                      <a:fillRect l="-2778" r="-2780" b="1"/>
                    </a:stretch>
                  </a:blipFill>
                </p:spPr>
                <p:txBody>
                  <a:bodyPr/>
                  <a:lstStyle/>
                  <a:p>
                    <a:endParaRPr lang="en-IN" sz="1067"/>
                  </a:p>
                </p:txBody>
              </p:sp>
            </p:grpSp>
            <p:sp>
              <p:nvSpPr>
                <p:cNvPr id="64" name="TextBox 86">
                  <a:extLst>
                    <a:ext uri="{FF2B5EF4-FFF2-40B4-BE49-F238E27FC236}">
                      <a16:creationId xmlns:a16="http://schemas.microsoft.com/office/drawing/2014/main" id="{78A958CC-E0DF-00A9-9E41-6E46172A600F}"/>
                    </a:ext>
                  </a:extLst>
                </p:cNvPr>
                <p:cNvSpPr txBox="1"/>
                <p:nvPr/>
              </p:nvSpPr>
              <p:spPr>
                <a:xfrm>
                  <a:off x="4479472" y="6022167"/>
                  <a:ext cx="827744" cy="408020"/>
                </a:xfrm>
                <a:prstGeom prst="rect">
                  <a:avLst/>
                </a:prstGeom>
              </p:spPr>
              <p:txBody>
                <a:bodyPr wrap="square" lIns="0" tIns="0" rIns="0" bIns="0" rtlCol="0" anchor="t">
                  <a:spAutoFit/>
                </a:bodyPr>
                <a:lstStyle/>
                <a:p>
                  <a:pPr algn="ctr">
                    <a:lnSpc>
                      <a:spcPts val="1400"/>
                    </a:lnSpc>
                  </a:pPr>
                  <a:r>
                    <a:rPr lang="en-US" sz="800">
                      <a:sym typeface="Arimo"/>
                    </a:rPr>
                    <a:t>Sidekick</a:t>
                  </a:r>
                  <a:r>
                    <a:rPr lang="en-US" sz="800" baseline="30000">
                      <a:sym typeface="Arimo"/>
                    </a:rPr>
                    <a:t>1</a:t>
                  </a:r>
                  <a:r>
                    <a:rPr lang="en-US" sz="800">
                      <a:sym typeface="Arimo"/>
                    </a:rPr>
                    <a:t> / 3</a:t>
                  </a:r>
                  <a:r>
                    <a:rPr lang="en-US" sz="800" baseline="30000">
                      <a:sym typeface="Arimo"/>
                    </a:rPr>
                    <a:t>rd</a:t>
                  </a:r>
                  <a:r>
                    <a:rPr lang="en-US" sz="800">
                      <a:sym typeface="Arimo"/>
                    </a:rPr>
                    <a:t> party</a:t>
                  </a:r>
                  <a:endParaRPr lang="en-US" sz="800" baseline="30000">
                    <a:sym typeface="Arimo"/>
                  </a:endParaRPr>
                </a:p>
              </p:txBody>
            </p:sp>
            <p:sp>
              <p:nvSpPr>
                <p:cNvPr id="77" name="TextBox 96">
                  <a:extLst>
                    <a:ext uri="{FF2B5EF4-FFF2-40B4-BE49-F238E27FC236}">
                      <a16:creationId xmlns:a16="http://schemas.microsoft.com/office/drawing/2014/main" id="{D4968194-FBB3-8AA8-1773-30FAB2922C9E}"/>
                    </a:ext>
                  </a:extLst>
                </p:cNvPr>
                <p:cNvSpPr txBox="1"/>
                <p:nvPr/>
              </p:nvSpPr>
              <p:spPr>
                <a:xfrm>
                  <a:off x="4470440" y="5312407"/>
                  <a:ext cx="802702" cy="241675"/>
                </a:xfrm>
                <a:prstGeom prst="rect">
                  <a:avLst/>
                </a:prstGeom>
              </p:spPr>
              <p:txBody>
                <a:bodyPr wrap="square" lIns="0" tIns="0" rIns="0" bIns="0" rtlCol="0" anchor="t">
                  <a:spAutoFit/>
                </a:bodyPr>
                <a:lstStyle/>
                <a:p>
                  <a:pPr algn="ctr">
                    <a:lnSpc>
                      <a:spcPts val="1800"/>
                    </a:lnSpc>
                  </a:pPr>
                  <a:r>
                    <a:rPr lang="en-US" sz="900" b="1">
                      <a:solidFill>
                        <a:srgbClr val="333333"/>
                      </a:solidFill>
                      <a:latin typeface="+mn-lt"/>
                      <a:ea typeface="Arimo"/>
                      <a:cs typeface="Arimo"/>
                      <a:sym typeface="Arimo"/>
                    </a:rPr>
                    <a:t>External data</a:t>
                  </a:r>
                </a:p>
              </p:txBody>
            </p:sp>
          </p:grpSp>
          <p:grpSp>
            <p:nvGrpSpPr>
              <p:cNvPr id="20" name="Group 19">
                <a:extLst>
                  <a:ext uri="{FF2B5EF4-FFF2-40B4-BE49-F238E27FC236}">
                    <a16:creationId xmlns:a16="http://schemas.microsoft.com/office/drawing/2014/main" id="{80FB2D29-288B-74B0-AC68-48193DDED1AC}"/>
                  </a:ext>
                </a:extLst>
              </p:cNvPr>
              <p:cNvGrpSpPr/>
              <p:nvPr/>
            </p:nvGrpSpPr>
            <p:grpSpPr>
              <a:xfrm>
                <a:off x="1030210" y="5368660"/>
                <a:ext cx="2058910" cy="726057"/>
                <a:chOff x="1085672" y="5239178"/>
                <a:chExt cx="2058910" cy="980769"/>
              </a:xfrm>
            </p:grpSpPr>
            <p:sp>
              <p:nvSpPr>
                <p:cNvPr id="24" name="Rectangle: Rounded Corners 23">
                  <a:extLst>
                    <a:ext uri="{FF2B5EF4-FFF2-40B4-BE49-F238E27FC236}">
                      <a16:creationId xmlns:a16="http://schemas.microsoft.com/office/drawing/2014/main" id="{78062BA7-8DCE-6F70-04CD-C125E6B1055F}"/>
                    </a:ext>
                  </a:extLst>
                </p:cNvPr>
                <p:cNvSpPr/>
                <p:nvPr/>
              </p:nvSpPr>
              <p:spPr>
                <a:xfrm>
                  <a:off x="1183924" y="5268588"/>
                  <a:ext cx="1885667" cy="934649"/>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0" name="Group 76">
                  <a:extLst>
                    <a:ext uri="{FF2B5EF4-FFF2-40B4-BE49-F238E27FC236}">
                      <a16:creationId xmlns:a16="http://schemas.microsoft.com/office/drawing/2014/main" id="{985D0A26-82F8-2BFD-6DDB-16AB2958CFEA}"/>
                    </a:ext>
                  </a:extLst>
                </p:cNvPr>
                <p:cNvGrpSpPr/>
                <p:nvPr/>
              </p:nvGrpSpPr>
              <p:grpSpPr>
                <a:xfrm>
                  <a:off x="1870424" y="5552696"/>
                  <a:ext cx="385099" cy="418607"/>
                  <a:chOff x="-788128" y="-40649"/>
                  <a:chExt cx="880335" cy="956934"/>
                </a:xfrm>
              </p:grpSpPr>
              <p:sp>
                <p:nvSpPr>
                  <p:cNvPr id="52" name="Freeform 77" descr="A blue circle with a red lightning bolt in it  AI-generated content may be incorrect.">
                    <a:extLst>
                      <a:ext uri="{FF2B5EF4-FFF2-40B4-BE49-F238E27FC236}">
                        <a16:creationId xmlns:a16="http://schemas.microsoft.com/office/drawing/2014/main" id="{0ED1EEB3-8A92-62E6-3538-E3281AD3EEFF}"/>
                      </a:ext>
                    </a:extLst>
                  </p:cNvPr>
                  <p:cNvSpPr/>
                  <p:nvPr/>
                </p:nvSpPr>
                <p:spPr>
                  <a:xfrm>
                    <a:off x="-788128" y="-40649"/>
                    <a:ext cx="880335" cy="956934"/>
                  </a:xfrm>
                  <a:custGeom>
                    <a:avLst/>
                    <a:gdLst/>
                    <a:ahLst/>
                    <a:cxnLst/>
                    <a:rect l="l" t="t" r="r" b="b"/>
                    <a:pathLst>
                      <a:path w="1123061" h="955929">
                        <a:moveTo>
                          <a:pt x="0" y="0"/>
                        </a:moveTo>
                        <a:lnTo>
                          <a:pt x="1123061" y="0"/>
                        </a:lnTo>
                        <a:lnTo>
                          <a:pt x="1123061" y="955929"/>
                        </a:lnTo>
                        <a:lnTo>
                          <a:pt x="0" y="955929"/>
                        </a:lnTo>
                        <a:lnTo>
                          <a:pt x="0" y="0"/>
                        </a:lnTo>
                        <a:close/>
                      </a:path>
                    </a:pathLst>
                  </a:custGeom>
                  <a:blipFill>
                    <a:blip r:embed="rId8"/>
                    <a:stretch>
                      <a:fillRect t="-12416" r="-4" b="-12416"/>
                    </a:stretch>
                  </a:blipFill>
                </p:spPr>
                <p:txBody>
                  <a:bodyPr/>
                  <a:lstStyle/>
                  <a:p>
                    <a:endParaRPr lang="en-IN" sz="1067"/>
                  </a:p>
                </p:txBody>
              </p:sp>
            </p:grpSp>
            <p:grpSp>
              <p:nvGrpSpPr>
                <p:cNvPr id="54" name="Group 78">
                  <a:extLst>
                    <a:ext uri="{FF2B5EF4-FFF2-40B4-BE49-F238E27FC236}">
                      <a16:creationId xmlns:a16="http://schemas.microsoft.com/office/drawing/2014/main" id="{B091E412-744E-FD8B-C5D1-A7E84BCCEAE7}"/>
                    </a:ext>
                  </a:extLst>
                </p:cNvPr>
                <p:cNvGrpSpPr/>
                <p:nvPr/>
              </p:nvGrpSpPr>
              <p:grpSpPr>
                <a:xfrm>
                  <a:off x="1258509" y="5523303"/>
                  <a:ext cx="385099" cy="466629"/>
                  <a:chOff x="-937474" y="-115644"/>
                  <a:chExt cx="879271" cy="1065421"/>
                </a:xfrm>
              </p:grpSpPr>
              <p:sp>
                <p:nvSpPr>
                  <p:cNvPr id="56" name="Freeform 79">
                    <a:extLst>
                      <a:ext uri="{FF2B5EF4-FFF2-40B4-BE49-F238E27FC236}">
                        <a16:creationId xmlns:a16="http://schemas.microsoft.com/office/drawing/2014/main" id="{1BEBC80F-9F37-EF12-10F8-9C56A1AC60D5}"/>
                      </a:ext>
                    </a:extLst>
                  </p:cNvPr>
                  <p:cNvSpPr/>
                  <p:nvPr/>
                </p:nvSpPr>
                <p:spPr>
                  <a:xfrm>
                    <a:off x="-937474" y="-115644"/>
                    <a:ext cx="879271" cy="1065421"/>
                  </a:xfrm>
                  <a:custGeom>
                    <a:avLst/>
                    <a:gdLst/>
                    <a:ahLst/>
                    <a:cxnLst/>
                    <a:rect l="l" t="t" r="r" b="b"/>
                    <a:pathLst>
                      <a:path w="1083564" h="946912">
                        <a:moveTo>
                          <a:pt x="0" y="0"/>
                        </a:moveTo>
                        <a:lnTo>
                          <a:pt x="1083564" y="0"/>
                        </a:lnTo>
                        <a:lnTo>
                          <a:pt x="1083564" y="946912"/>
                        </a:lnTo>
                        <a:lnTo>
                          <a:pt x="0" y="946912"/>
                        </a:lnTo>
                        <a:lnTo>
                          <a:pt x="0" y="0"/>
                        </a:lnTo>
                        <a:close/>
                      </a:path>
                    </a:pathLst>
                  </a:custGeom>
                  <a:blipFill>
                    <a:blip r:embed="rId9"/>
                    <a:stretch>
                      <a:fillRect t="-2848" r="4" b="-2846"/>
                    </a:stretch>
                  </a:blipFill>
                </p:spPr>
                <p:txBody>
                  <a:bodyPr/>
                  <a:lstStyle/>
                  <a:p>
                    <a:endParaRPr lang="en-IN" sz="1067"/>
                  </a:p>
                </p:txBody>
              </p:sp>
            </p:grpSp>
            <p:sp>
              <p:nvSpPr>
                <p:cNvPr id="62" name="TextBox 84">
                  <a:extLst>
                    <a:ext uri="{FF2B5EF4-FFF2-40B4-BE49-F238E27FC236}">
                      <a16:creationId xmlns:a16="http://schemas.microsoft.com/office/drawing/2014/main" id="{6A7A2C7F-CB00-D4B1-B5AB-11D2489B79C2}"/>
                    </a:ext>
                  </a:extLst>
                </p:cNvPr>
                <p:cNvSpPr txBox="1"/>
                <p:nvPr/>
              </p:nvSpPr>
              <p:spPr>
                <a:xfrm>
                  <a:off x="1085672" y="6005055"/>
                  <a:ext cx="715963" cy="214892"/>
                </a:xfrm>
                <a:prstGeom prst="rect">
                  <a:avLst/>
                </a:prstGeom>
              </p:spPr>
              <p:txBody>
                <a:bodyPr wrap="square" lIns="0" tIns="0" rIns="0" bIns="0" rtlCol="0" anchor="t">
                  <a:spAutoFit/>
                </a:bodyPr>
                <a:lstStyle/>
                <a:p>
                  <a:pPr algn="ctr">
                    <a:lnSpc>
                      <a:spcPts val="1400"/>
                    </a:lnSpc>
                  </a:pPr>
                  <a:r>
                    <a:rPr lang="en-US" sz="800">
                      <a:latin typeface="+mn-lt"/>
                      <a:ea typeface="Arimo"/>
                      <a:cs typeface="Arimo"/>
                      <a:sym typeface="Arimo"/>
                    </a:rPr>
                    <a:t>Atlantis</a:t>
                  </a:r>
                </a:p>
              </p:txBody>
            </p:sp>
            <p:sp>
              <p:nvSpPr>
                <p:cNvPr id="63" name="TextBox 85">
                  <a:extLst>
                    <a:ext uri="{FF2B5EF4-FFF2-40B4-BE49-F238E27FC236}">
                      <a16:creationId xmlns:a16="http://schemas.microsoft.com/office/drawing/2014/main" id="{E24C9270-9AB6-504E-4FCC-E8FC758D70E9}"/>
                    </a:ext>
                  </a:extLst>
                </p:cNvPr>
                <p:cNvSpPr txBox="1"/>
                <p:nvPr/>
              </p:nvSpPr>
              <p:spPr>
                <a:xfrm>
                  <a:off x="1717675" y="6003798"/>
                  <a:ext cx="668192" cy="214892"/>
                </a:xfrm>
                <a:prstGeom prst="rect">
                  <a:avLst/>
                </a:prstGeom>
              </p:spPr>
              <p:txBody>
                <a:bodyPr wrap="square" lIns="0" tIns="0" rIns="0" bIns="0" rtlCol="0" anchor="t">
                  <a:spAutoFit/>
                </a:bodyPr>
                <a:lstStyle/>
                <a:p>
                  <a:pPr algn="ctr">
                    <a:lnSpc>
                      <a:spcPts val="1400"/>
                    </a:lnSpc>
                  </a:pPr>
                  <a:r>
                    <a:rPr lang="en-US" sz="800" err="1">
                      <a:latin typeface="+mn-lt"/>
                      <a:ea typeface="Arimo"/>
                      <a:cs typeface="Arimo"/>
                      <a:sym typeface="Arimo"/>
                    </a:rPr>
                    <a:t>iSell</a:t>
                  </a:r>
                  <a:endParaRPr lang="en-US" sz="800">
                    <a:latin typeface="+mn-lt"/>
                    <a:ea typeface="Arimo"/>
                    <a:cs typeface="Arimo"/>
                    <a:sym typeface="Arimo"/>
                  </a:endParaRPr>
                </a:p>
              </p:txBody>
            </p:sp>
            <p:sp>
              <p:nvSpPr>
                <p:cNvPr id="107" name="TextBox 87">
                  <a:extLst>
                    <a:ext uri="{FF2B5EF4-FFF2-40B4-BE49-F238E27FC236}">
                      <a16:creationId xmlns:a16="http://schemas.microsoft.com/office/drawing/2014/main" id="{7CDE19E2-9D27-89D1-3901-726783E43C91}"/>
                    </a:ext>
                  </a:extLst>
                </p:cNvPr>
                <p:cNvSpPr txBox="1"/>
                <p:nvPr/>
              </p:nvSpPr>
              <p:spPr>
                <a:xfrm>
                  <a:off x="2284540" y="5989756"/>
                  <a:ext cx="803146" cy="214892"/>
                </a:xfrm>
                <a:prstGeom prst="rect">
                  <a:avLst/>
                </a:prstGeom>
              </p:spPr>
              <p:txBody>
                <a:bodyPr wrap="square" lIns="0" tIns="0" rIns="0" bIns="0" rtlCol="0" anchor="t">
                  <a:spAutoFit/>
                </a:bodyPr>
                <a:lstStyle/>
                <a:p>
                  <a:pPr algn="ctr">
                    <a:lnSpc>
                      <a:spcPts val="1400"/>
                    </a:lnSpc>
                  </a:pPr>
                  <a:r>
                    <a:rPr lang="en-US" sz="800">
                      <a:latin typeface="+mn-lt"/>
                      <a:ea typeface="Arimo"/>
                      <a:cs typeface="Arimo"/>
                      <a:sym typeface="Arimo"/>
                    </a:rPr>
                    <a:t>CH Tool</a:t>
                  </a:r>
                </a:p>
              </p:txBody>
            </p:sp>
            <p:sp>
              <p:nvSpPr>
                <p:cNvPr id="110" name="Rectangle 109">
                  <a:extLst>
                    <a:ext uri="{FF2B5EF4-FFF2-40B4-BE49-F238E27FC236}">
                      <a16:creationId xmlns:a16="http://schemas.microsoft.com/office/drawing/2014/main" id="{48D76697-0611-8464-2179-80701B9D56E0}"/>
                    </a:ext>
                  </a:extLst>
                </p:cNvPr>
                <p:cNvSpPr/>
                <p:nvPr/>
              </p:nvSpPr>
              <p:spPr>
                <a:xfrm>
                  <a:off x="2458540" y="5566101"/>
                  <a:ext cx="533641" cy="4406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9" name="Picture 108">
                  <a:extLst>
                    <a:ext uri="{FF2B5EF4-FFF2-40B4-BE49-F238E27FC236}">
                      <a16:creationId xmlns:a16="http://schemas.microsoft.com/office/drawing/2014/main" id="{017D43BE-CD87-B4D3-725C-F54316C22CAC}"/>
                    </a:ext>
                  </a:extLst>
                </p:cNvPr>
                <p:cNvPicPr>
                  <a:picLocks noChangeAspect="1"/>
                </p:cNvPicPr>
                <p:nvPr/>
              </p:nvPicPr>
              <p:blipFill>
                <a:blip r:embed="rId10"/>
                <a:stretch>
                  <a:fillRect/>
                </a:stretch>
              </p:blipFill>
              <p:spPr>
                <a:xfrm>
                  <a:off x="2466604" y="5701689"/>
                  <a:ext cx="525577" cy="125070"/>
                </a:xfrm>
                <a:prstGeom prst="rect">
                  <a:avLst/>
                </a:prstGeom>
              </p:spPr>
            </p:pic>
            <p:sp>
              <p:nvSpPr>
                <p:cNvPr id="22" name="TextBox 96">
                  <a:extLst>
                    <a:ext uri="{FF2B5EF4-FFF2-40B4-BE49-F238E27FC236}">
                      <a16:creationId xmlns:a16="http://schemas.microsoft.com/office/drawing/2014/main" id="{36CCE3A7-CD78-B39D-A956-A8AC9D70AD43}"/>
                    </a:ext>
                  </a:extLst>
                </p:cNvPr>
                <p:cNvSpPr txBox="1"/>
                <p:nvPr/>
              </p:nvSpPr>
              <p:spPr>
                <a:xfrm>
                  <a:off x="1223959" y="5239178"/>
                  <a:ext cx="1920623" cy="270930"/>
                </a:xfrm>
                <a:prstGeom prst="rect">
                  <a:avLst/>
                </a:prstGeom>
              </p:spPr>
              <p:txBody>
                <a:bodyPr wrap="square" lIns="0" tIns="0" rIns="0" bIns="0" rtlCol="0" anchor="t">
                  <a:spAutoFit/>
                </a:bodyPr>
                <a:lstStyle/>
                <a:p>
                  <a:pPr algn="ctr">
                    <a:lnSpc>
                      <a:spcPts val="1800"/>
                    </a:lnSpc>
                  </a:pPr>
                  <a:r>
                    <a:rPr lang="en-US" sz="900" b="1">
                      <a:solidFill>
                        <a:srgbClr val="333333"/>
                      </a:solidFill>
                      <a:latin typeface="+mn-lt"/>
                      <a:ea typeface="Arimo"/>
                      <a:cs typeface="Arimo"/>
                      <a:sym typeface="Arimo"/>
                    </a:rPr>
                    <a:t>Enterprise Data</a:t>
                  </a:r>
                </a:p>
              </p:txBody>
            </p:sp>
            <p:cxnSp>
              <p:nvCxnSpPr>
                <p:cNvPr id="98" name="Straight Connector 97">
                  <a:extLst>
                    <a:ext uri="{FF2B5EF4-FFF2-40B4-BE49-F238E27FC236}">
                      <a16:creationId xmlns:a16="http://schemas.microsoft.com/office/drawing/2014/main" id="{93FC6E69-3D6C-E7CA-317D-48AA4F491E92}"/>
                    </a:ext>
                  </a:extLst>
                </p:cNvPr>
                <p:cNvCxnSpPr>
                  <a:cxnSpLocks/>
                </p:cNvCxnSpPr>
                <p:nvPr/>
              </p:nvCxnSpPr>
              <p:spPr>
                <a:xfrm>
                  <a:off x="1183924" y="5518405"/>
                  <a:ext cx="1885667" cy="21113"/>
                </a:xfrm>
                <a:prstGeom prst="line">
                  <a:avLst/>
                </a:prstGeom>
                <a:ln>
                  <a:solidFill>
                    <a:srgbClr val="DBC2F6"/>
                  </a:solidFill>
                </a:ln>
              </p:spPr>
              <p:style>
                <a:lnRef idx="1">
                  <a:schemeClr val="accent1"/>
                </a:lnRef>
                <a:fillRef idx="0">
                  <a:schemeClr val="accent1"/>
                </a:fillRef>
                <a:effectRef idx="0">
                  <a:schemeClr val="accent1"/>
                </a:effectRef>
                <a:fontRef idx="minor">
                  <a:schemeClr val="tx1"/>
                </a:fontRef>
              </p:style>
            </p:cxnSp>
          </p:grpSp>
        </p:grpSp>
        <p:cxnSp>
          <p:nvCxnSpPr>
            <p:cNvPr id="108" name="Straight Connector 107">
              <a:extLst>
                <a:ext uri="{FF2B5EF4-FFF2-40B4-BE49-F238E27FC236}">
                  <a16:creationId xmlns:a16="http://schemas.microsoft.com/office/drawing/2014/main" id="{F47700BB-5765-0592-6901-D02EB8F8E54E}"/>
                </a:ext>
              </a:extLst>
            </p:cNvPr>
            <p:cNvCxnSpPr>
              <a:cxnSpLocks/>
            </p:cNvCxnSpPr>
            <p:nvPr/>
          </p:nvCxnSpPr>
          <p:spPr>
            <a:xfrm>
              <a:off x="3291581" y="5647524"/>
              <a:ext cx="1054217" cy="8422"/>
            </a:xfrm>
            <a:prstGeom prst="line">
              <a:avLst/>
            </a:prstGeom>
            <a:ln>
              <a:solidFill>
                <a:srgbClr val="DBC2F6"/>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4CA5E048-32D8-E2FE-03F4-16A68076B78D}"/>
                </a:ext>
              </a:extLst>
            </p:cNvPr>
            <p:cNvCxnSpPr>
              <a:cxnSpLocks/>
            </p:cNvCxnSpPr>
            <p:nvPr/>
          </p:nvCxnSpPr>
          <p:spPr>
            <a:xfrm flipV="1">
              <a:off x="4417043" y="5650975"/>
              <a:ext cx="1245464" cy="4971"/>
            </a:xfrm>
            <a:prstGeom prst="line">
              <a:avLst/>
            </a:prstGeom>
            <a:ln>
              <a:solidFill>
                <a:srgbClr val="DBC2F6"/>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6805BD9A-450B-5C85-017E-8886EF31C582}"/>
              </a:ext>
            </a:extLst>
          </p:cNvPr>
          <p:cNvGrpSpPr/>
          <p:nvPr/>
        </p:nvGrpSpPr>
        <p:grpSpPr>
          <a:xfrm>
            <a:off x="4645376" y="2026317"/>
            <a:ext cx="2034261" cy="782610"/>
            <a:chOff x="4823037" y="1117442"/>
            <a:chExt cx="2195494" cy="982130"/>
          </a:xfrm>
        </p:grpSpPr>
        <p:grpSp>
          <p:nvGrpSpPr>
            <p:cNvPr id="96" name="Group 4">
              <a:extLst>
                <a:ext uri="{FF2B5EF4-FFF2-40B4-BE49-F238E27FC236}">
                  <a16:creationId xmlns:a16="http://schemas.microsoft.com/office/drawing/2014/main" id="{EAD6A204-0967-F29C-4A25-CEE2A48C9389}"/>
                </a:ext>
              </a:extLst>
            </p:cNvPr>
            <p:cNvGrpSpPr/>
            <p:nvPr/>
          </p:nvGrpSpPr>
          <p:grpSpPr>
            <a:xfrm>
              <a:off x="4823037" y="1117442"/>
              <a:ext cx="2195494" cy="982130"/>
              <a:chOff x="0" y="0"/>
              <a:chExt cx="4923577" cy="932053"/>
            </a:xfrm>
            <a:solidFill>
              <a:schemeClr val="accent1">
                <a:lumMod val="20000"/>
                <a:lumOff val="80000"/>
              </a:schemeClr>
            </a:solidFill>
            <a:effectLst>
              <a:outerShdw blurRad="50800" dist="38100" dir="2700000" algn="tl" rotWithShape="0">
                <a:prstClr val="black">
                  <a:alpha val="40000"/>
                </a:prstClr>
              </a:outerShdw>
            </a:effectLst>
          </p:grpSpPr>
          <p:sp>
            <p:nvSpPr>
              <p:cNvPr id="97" name="Freeform 5">
                <a:extLst>
                  <a:ext uri="{FF2B5EF4-FFF2-40B4-BE49-F238E27FC236}">
                    <a16:creationId xmlns:a16="http://schemas.microsoft.com/office/drawing/2014/main" id="{97BB0FAF-F305-0F92-042F-0F5B8F3885CE}"/>
                  </a:ext>
                </a:extLst>
              </p:cNvPr>
              <p:cNvSpPr/>
              <p:nvPr/>
            </p:nvSpPr>
            <p:spPr>
              <a:xfrm>
                <a:off x="0" y="0"/>
                <a:ext cx="4923577" cy="932053"/>
              </a:xfrm>
              <a:custGeom>
                <a:avLst/>
                <a:gdLst/>
                <a:ahLst/>
                <a:cxnLst/>
                <a:rect l="l" t="t" r="r" b="b"/>
                <a:pathLst>
                  <a:path w="6087491" h="932053">
                    <a:moveTo>
                      <a:pt x="0" y="155321"/>
                    </a:moveTo>
                    <a:cubicBezTo>
                      <a:pt x="0" y="69596"/>
                      <a:pt x="69596" y="0"/>
                      <a:pt x="155321" y="0"/>
                    </a:cubicBezTo>
                    <a:lnTo>
                      <a:pt x="5932170" y="0"/>
                    </a:lnTo>
                    <a:cubicBezTo>
                      <a:pt x="6018022" y="0"/>
                      <a:pt x="6087491" y="69596"/>
                      <a:pt x="6087491" y="155321"/>
                    </a:cubicBezTo>
                    <a:lnTo>
                      <a:pt x="6087491" y="776732"/>
                    </a:lnTo>
                    <a:cubicBezTo>
                      <a:pt x="6087491" y="862584"/>
                      <a:pt x="6017895" y="932053"/>
                      <a:pt x="5932170" y="932053"/>
                    </a:cubicBezTo>
                    <a:lnTo>
                      <a:pt x="155321" y="932053"/>
                    </a:lnTo>
                    <a:cubicBezTo>
                      <a:pt x="69596" y="932053"/>
                      <a:pt x="0" y="862584"/>
                      <a:pt x="0" y="776732"/>
                    </a:cubicBezTo>
                    <a:close/>
                  </a:path>
                </a:pathLst>
              </a:custGeom>
              <a:grpFill/>
            </p:spPr>
            <p:txBody>
              <a:bodyPr/>
              <a:lstStyle/>
              <a:p>
                <a:endParaRPr lang="en-IN" sz="1067"/>
              </a:p>
            </p:txBody>
          </p:sp>
        </p:grpSp>
        <p:sp>
          <p:nvSpPr>
            <p:cNvPr id="116" name="Rectangle: Rounded Corners 115">
              <a:extLst>
                <a:ext uri="{FF2B5EF4-FFF2-40B4-BE49-F238E27FC236}">
                  <a16:creationId xmlns:a16="http://schemas.microsoft.com/office/drawing/2014/main" id="{157D88C3-B9C7-AE2A-E9EA-B8A5D0883B5E}"/>
                </a:ext>
              </a:extLst>
            </p:cNvPr>
            <p:cNvSpPr/>
            <p:nvPr/>
          </p:nvSpPr>
          <p:spPr>
            <a:xfrm>
              <a:off x="4942028" y="1207592"/>
              <a:ext cx="1990363" cy="807174"/>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TextBox 96">
              <a:extLst>
                <a:ext uri="{FF2B5EF4-FFF2-40B4-BE49-F238E27FC236}">
                  <a16:creationId xmlns:a16="http://schemas.microsoft.com/office/drawing/2014/main" id="{260414A3-425F-3294-AAD5-B679FE4D3BDE}"/>
                </a:ext>
              </a:extLst>
            </p:cNvPr>
            <p:cNvSpPr txBox="1"/>
            <p:nvPr/>
          </p:nvSpPr>
          <p:spPr>
            <a:xfrm>
              <a:off x="4982063" y="1167385"/>
              <a:ext cx="1920623" cy="206980"/>
            </a:xfrm>
            <a:prstGeom prst="rect">
              <a:avLst/>
            </a:prstGeom>
          </p:spPr>
          <p:txBody>
            <a:bodyPr wrap="square" lIns="0" tIns="0" rIns="0" bIns="0" rtlCol="0" anchor="t">
              <a:spAutoFit/>
            </a:bodyPr>
            <a:lstStyle/>
            <a:p>
              <a:pPr algn="ctr">
                <a:lnSpc>
                  <a:spcPts val="1800"/>
                </a:lnSpc>
              </a:pPr>
              <a:r>
                <a:rPr lang="en-US" sz="1000" b="1">
                  <a:solidFill>
                    <a:srgbClr val="333333"/>
                  </a:solidFill>
                  <a:latin typeface="+mn-lt"/>
                  <a:ea typeface="Arimo"/>
                  <a:cs typeface="Arimo"/>
                  <a:sym typeface="Arimo"/>
                </a:rPr>
                <a:t>Knowledge repository Data</a:t>
              </a:r>
            </a:p>
          </p:txBody>
        </p:sp>
        <p:cxnSp>
          <p:nvCxnSpPr>
            <p:cNvPr id="118" name="Straight Connector 117">
              <a:extLst>
                <a:ext uri="{FF2B5EF4-FFF2-40B4-BE49-F238E27FC236}">
                  <a16:creationId xmlns:a16="http://schemas.microsoft.com/office/drawing/2014/main" id="{D33C781A-53F9-8B8A-B961-ECE71CF8A459}"/>
                </a:ext>
              </a:extLst>
            </p:cNvPr>
            <p:cNvCxnSpPr>
              <a:cxnSpLocks/>
            </p:cNvCxnSpPr>
            <p:nvPr/>
          </p:nvCxnSpPr>
          <p:spPr>
            <a:xfrm>
              <a:off x="4942028" y="1417202"/>
              <a:ext cx="1990363" cy="0"/>
            </a:xfrm>
            <a:prstGeom prst="line">
              <a:avLst/>
            </a:prstGeom>
            <a:ln>
              <a:solidFill>
                <a:srgbClr val="DBC2F6"/>
              </a:solidFill>
            </a:ln>
          </p:spPr>
          <p:style>
            <a:lnRef idx="1">
              <a:schemeClr val="accent1"/>
            </a:lnRef>
            <a:fillRef idx="0">
              <a:schemeClr val="accent1"/>
            </a:fillRef>
            <a:effectRef idx="0">
              <a:schemeClr val="accent1"/>
            </a:effectRef>
            <a:fontRef idx="minor">
              <a:schemeClr val="tx1"/>
            </a:fontRef>
          </p:style>
        </p:cxnSp>
        <p:sp>
          <p:nvSpPr>
            <p:cNvPr id="121" name="TextBox 110">
              <a:extLst>
                <a:ext uri="{FF2B5EF4-FFF2-40B4-BE49-F238E27FC236}">
                  <a16:creationId xmlns:a16="http://schemas.microsoft.com/office/drawing/2014/main" id="{A9D788F9-0776-2805-E607-FCCF02BD9880}"/>
                </a:ext>
              </a:extLst>
            </p:cNvPr>
            <p:cNvSpPr txBox="1"/>
            <p:nvPr/>
          </p:nvSpPr>
          <p:spPr>
            <a:xfrm>
              <a:off x="4984539" y="1775885"/>
              <a:ext cx="1471130" cy="168508"/>
            </a:xfrm>
            <a:prstGeom prst="rect">
              <a:avLst/>
            </a:prstGeom>
          </p:spPr>
          <p:txBody>
            <a:bodyPr lIns="0" tIns="0" rIns="0" bIns="0" rtlCol="0" anchor="t">
              <a:spAutoFit/>
            </a:bodyPr>
            <a:lstStyle/>
            <a:p>
              <a:pPr marL="158361" lvl="1" algn="l">
                <a:lnSpc>
                  <a:spcPts val="1400"/>
                </a:lnSpc>
              </a:pPr>
              <a:r>
                <a:rPr lang="en-US" sz="1000" b="0">
                  <a:solidFill>
                    <a:srgbClr val="333333"/>
                  </a:solidFill>
                  <a:latin typeface="+mn-lt"/>
                  <a:ea typeface="Arimo"/>
                  <a:cs typeface="Arimo"/>
                  <a:sym typeface="Arimo"/>
                </a:rPr>
                <a:t>TP&amp;O Policies</a:t>
              </a:r>
            </a:p>
          </p:txBody>
        </p:sp>
        <p:pic>
          <p:nvPicPr>
            <p:cNvPr id="122" name="Graphic 121" descr="List with solid fill">
              <a:extLst>
                <a:ext uri="{FF2B5EF4-FFF2-40B4-BE49-F238E27FC236}">
                  <a16:creationId xmlns:a16="http://schemas.microsoft.com/office/drawing/2014/main" id="{0E5BC196-650C-55B0-EC5A-C94AF05DD50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49441" y="1511173"/>
              <a:ext cx="265002" cy="265002"/>
            </a:xfrm>
            <a:prstGeom prst="rect">
              <a:avLst/>
            </a:prstGeom>
          </p:spPr>
        </p:pic>
        <p:pic>
          <p:nvPicPr>
            <p:cNvPr id="123" name="Graphic 122" descr="List with solid fill">
              <a:extLst>
                <a:ext uri="{FF2B5EF4-FFF2-40B4-BE49-F238E27FC236}">
                  <a16:creationId xmlns:a16="http://schemas.microsoft.com/office/drawing/2014/main" id="{081A4EE1-6F3C-2E73-C81E-FAB4DB2282A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305534" y="1511782"/>
              <a:ext cx="265002" cy="265002"/>
            </a:xfrm>
            <a:prstGeom prst="rect">
              <a:avLst/>
            </a:prstGeom>
          </p:spPr>
        </p:pic>
        <p:sp>
          <p:nvSpPr>
            <p:cNvPr id="124" name="TextBox 110">
              <a:extLst>
                <a:ext uri="{FF2B5EF4-FFF2-40B4-BE49-F238E27FC236}">
                  <a16:creationId xmlns:a16="http://schemas.microsoft.com/office/drawing/2014/main" id="{D7F99DAA-13DE-AF69-E802-617A18B14AE1}"/>
                </a:ext>
              </a:extLst>
            </p:cNvPr>
            <p:cNvSpPr txBox="1"/>
            <p:nvPr/>
          </p:nvSpPr>
          <p:spPr>
            <a:xfrm>
              <a:off x="6055640" y="1773167"/>
              <a:ext cx="735565" cy="168508"/>
            </a:xfrm>
            <a:prstGeom prst="rect">
              <a:avLst/>
            </a:prstGeom>
          </p:spPr>
          <p:txBody>
            <a:bodyPr wrap="square" lIns="0" tIns="0" rIns="0" bIns="0" rtlCol="0" anchor="t">
              <a:spAutoFit/>
            </a:bodyPr>
            <a:lstStyle/>
            <a:p>
              <a:pPr marL="158361" lvl="1" algn="l">
                <a:lnSpc>
                  <a:spcPts val="1400"/>
                </a:lnSpc>
              </a:pPr>
              <a:r>
                <a:rPr lang="en-US" sz="1000" b="0">
                  <a:solidFill>
                    <a:srgbClr val="333333"/>
                  </a:solidFill>
                  <a:latin typeface="+mn-lt"/>
                  <a:ea typeface="Arimo"/>
                  <a:cs typeface="Arimo"/>
                  <a:sym typeface="Arimo"/>
                </a:rPr>
                <a:t>Job Aids</a:t>
              </a:r>
            </a:p>
          </p:txBody>
        </p:sp>
      </p:grpSp>
      <p:sp>
        <p:nvSpPr>
          <p:cNvPr id="133" name="TextBox 132">
            <a:extLst>
              <a:ext uri="{FF2B5EF4-FFF2-40B4-BE49-F238E27FC236}">
                <a16:creationId xmlns:a16="http://schemas.microsoft.com/office/drawing/2014/main" id="{53C93CBA-3E14-2EB2-B734-0A3C32CB6F43}"/>
              </a:ext>
            </a:extLst>
          </p:cNvPr>
          <p:cNvSpPr txBox="1"/>
          <p:nvPr/>
        </p:nvSpPr>
        <p:spPr>
          <a:xfrm>
            <a:off x="9536964" y="4438242"/>
            <a:ext cx="2727737" cy="2354491"/>
          </a:xfrm>
          <a:prstGeom prst="rect">
            <a:avLst/>
          </a:prstGeom>
          <a:noFill/>
        </p:spPr>
        <p:txBody>
          <a:bodyPr wrap="square">
            <a:spAutoFit/>
          </a:bodyPr>
          <a:lstStyle/>
          <a:p>
            <a:pPr marL="171450" lvl="0" indent="-171450" algn="l" rtl="0" eaLnBrk="0" fontAlgn="base" hangingPunct="0">
              <a:spcBef>
                <a:spcPts val="600"/>
              </a:spcBef>
              <a:spcAft>
                <a:spcPct val="0"/>
              </a:spcAft>
              <a:buFont typeface="Wingdings" panose="05000000000000000000" pitchFamily="2" charset="2"/>
              <a:buChar char="Ø"/>
            </a:pPr>
            <a:r>
              <a:rPr lang="en-US" altLang="en-US" sz="1200" b="1">
                <a:solidFill>
                  <a:schemeClr val="tx1"/>
                </a:solidFill>
                <a:latin typeface="Arial" panose="020B0604020202020204" pitchFamily="34" charset="0"/>
              </a:rPr>
              <a:t>Lift–transform–shift ready foundation</a:t>
            </a:r>
            <a:r>
              <a:rPr lang="en-US" altLang="en-US" sz="1200">
                <a:solidFill>
                  <a:schemeClr val="tx1"/>
                </a:solidFill>
                <a:latin typeface="Arial" panose="020B0604020202020204" pitchFamily="34" charset="0"/>
              </a:rPr>
              <a:t> for rapid enablement of agentic AI models</a:t>
            </a:r>
          </a:p>
          <a:p>
            <a:pPr marL="171450" lvl="0" indent="-171450" algn="l" rtl="0" eaLnBrk="0" fontAlgn="base" hangingPunct="0">
              <a:spcBef>
                <a:spcPts val="600"/>
              </a:spcBef>
              <a:spcAft>
                <a:spcPct val="0"/>
              </a:spcAft>
              <a:buFont typeface="Wingdings" panose="05000000000000000000" pitchFamily="2" charset="2"/>
              <a:buChar char="Ø"/>
            </a:pPr>
            <a:r>
              <a:rPr lang="en-US" altLang="en-US" sz="1200" b="1">
                <a:solidFill>
                  <a:schemeClr val="tx1"/>
                </a:solidFill>
                <a:latin typeface="Arial" panose="020B0604020202020204" pitchFamily="34" charset="0"/>
              </a:rPr>
              <a:t>Pre-built business logic</a:t>
            </a:r>
            <a:r>
              <a:rPr lang="en-US" altLang="en-US" sz="1200">
                <a:solidFill>
                  <a:schemeClr val="tx1"/>
                </a:solidFill>
                <a:latin typeface="Arial" panose="020B0604020202020204" pitchFamily="34" charset="0"/>
              </a:rPr>
              <a:t> reusable across case categories</a:t>
            </a:r>
          </a:p>
          <a:p>
            <a:pPr marL="171450" lvl="0" indent="-171450" algn="l" rtl="0" eaLnBrk="0" fontAlgn="base" hangingPunct="0">
              <a:spcBef>
                <a:spcPts val="600"/>
              </a:spcBef>
              <a:spcAft>
                <a:spcPct val="0"/>
              </a:spcAft>
              <a:buFont typeface="Wingdings" panose="05000000000000000000" pitchFamily="2" charset="2"/>
              <a:buChar char="Ø"/>
            </a:pPr>
            <a:r>
              <a:rPr lang="en-US" altLang="en-US" sz="1200" b="1">
                <a:solidFill>
                  <a:schemeClr val="tx1"/>
                </a:solidFill>
                <a:latin typeface="Arial" panose="020B0604020202020204" pitchFamily="34" charset="0"/>
              </a:rPr>
              <a:t>Production-tested with feedback loop</a:t>
            </a:r>
            <a:r>
              <a:rPr lang="en-US" altLang="en-US" sz="1200">
                <a:solidFill>
                  <a:schemeClr val="tx1"/>
                </a:solidFill>
                <a:latin typeface="Arial" panose="020B0604020202020204" pitchFamily="34" charset="0"/>
              </a:rPr>
              <a:t> for continuous refinement</a:t>
            </a:r>
          </a:p>
          <a:p>
            <a:pPr marL="171450" lvl="0" indent="-171450" algn="l" rtl="0" eaLnBrk="0" fontAlgn="base" hangingPunct="0">
              <a:spcBef>
                <a:spcPts val="600"/>
              </a:spcBef>
              <a:spcAft>
                <a:spcPct val="0"/>
              </a:spcAft>
              <a:buFont typeface="Wingdings" panose="05000000000000000000" pitchFamily="2" charset="2"/>
              <a:buChar char="Ø"/>
            </a:pPr>
            <a:r>
              <a:rPr lang="en-US" altLang="en-US" sz="1200" b="1">
                <a:solidFill>
                  <a:schemeClr val="tx1"/>
                </a:solidFill>
                <a:latin typeface="Arial" panose="020B0604020202020204" pitchFamily="34" charset="0"/>
              </a:rPr>
              <a:t>Potential reduction in development and iteration time</a:t>
            </a:r>
            <a:r>
              <a:rPr lang="en-US" altLang="en-US" sz="1200">
                <a:solidFill>
                  <a:schemeClr val="tx1"/>
                </a:solidFill>
                <a:latin typeface="Arial" panose="020B0604020202020204" pitchFamily="34" charset="0"/>
              </a:rPr>
              <a:t> for new agentic models</a:t>
            </a:r>
          </a:p>
          <a:p>
            <a:pPr marL="261942" lvl="1" indent="-171450" algn="l">
              <a:buFont typeface="Wingdings" panose="05000000000000000000" pitchFamily="2" charset="2"/>
              <a:buChar char="ü"/>
            </a:pPr>
            <a:endParaRPr lang="en-US" sz="1200" b="0">
              <a:latin typeface="+mn-lt"/>
              <a:sym typeface="Arimo"/>
            </a:endParaRPr>
          </a:p>
        </p:txBody>
      </p:sp>
      <p:sp>
        <p:nvSpPr>
          <p:cNvPr id="7" name="Text Placeholder 3">
            <a:extLst>
              <a:ext uri="{FF2B5EF4-FFF2-40B4-BE49-F238E27FC236}">
                <a16:creationId xmlns:a16="http://schemas.microsoft.com/office/drawing/2014/main" id="{FA4B3AF3-436E-C354-1936-046BB9686A1B}"/>
              </a:ext>
            </a:extLst>
          </p:cNvPr>
          <p:cNvSpPr txBox="1">
            <a:spLocks/>
          </p:cNvSpPr>
          <p:nvPr/>
        </p:nvSpPr>
        <p:spPr>
          <a:xfrm>
            <a:off x="9283951" y="100635"/>
            <a:ext cx="2938865" cy="365794"/>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1600" b="1">
                <a:solidFill>
                  <a:schemeClr val="tx2"/>
                </a:solidFill>
              </a:rPr>
              <a:t>Key Impacts</a:t>
            </a:r>
          </a:p>
        </p:txBody>
      </p:sp>
      <p:cxnSp>
        <p:nvCxnSpPr>
          <p:cNvPr id="8" name="Straight Connector 7">
            <a:extLst>
              <a:ext uri="{FF2B5EF4-FFF2-40B4-BE49-F238E27FC236}">
                <a16:creationId xmlns:a16="http://schemas.microsoft.com/office/drawing/2014/main" id="{8242B19A-2A17-19F4-5372-E37DD33E72BC}"/>
              </a:ext>
            </a:extLst>
          </p:cNvPr>
          <p:cNvCxnSpPr>
            <a:cxnSpLocks/>
          </p:cNvCxnSpPr>
          <p:nvPr/>
        </p:nvCxnSpPr>
        <p:spPr>
          <a:xfrm>
            <a:off x="9769141" y="573509"/>
            <a:ext cx="187516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CD562967-F506-7004-B165-0CD1E7B3CF18}"/>
              </a:ext>
            </a:extLst>
          </p:cNvPr>
          <p:cNvSpPr txBox="1">
            <a:spLocks/>
          </p:cNvSpPr>
          <p:nvPr/>
        </p:nvSpPr>
        <p:spPr>
          <a:xfrm>
            <a:off x="9308378" y="3540522"/>
            <a:ext cx="2938865" cy="365794"/>
          </a:xfrm>
          <a:prstGeom prst="rect">
            <a:avLst/>
          </a:prstGeom>
        </p:spPr>
        <p:txBody>
          <a:bodyPr/>
          <a:lstStyle>
            <a:lvl1pPr marL="0" indent="0" algn="l" defTabSz="914400" rtl="0" eaLnBrk="1" latinLnBrk="0" hangingPunct="1">
              <a:lnSpc>
                <a:spcPct val="130000"/>
              </a:lnSpc>
              <a:spcBef>
                <a:spcPts val="0"/>
              </a:spcBef>
              <a:spcAft>
                <a:spcPts val="1200"/>
              </a:spcAft>
              <a:buFont typeface="Arial" panose="020B0604020202020204" pitchFamily="34" charset="0"/>
              <a:buNone/>
              <a:tabLst/>
              <a:defRPr sz="22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l" defTabSz="914400" rtl="0" eaLnBrk="1" latinLnBrk="0" hangingPunct="1">
              <a:lnSpc>
                <a:spcPct val="130000"/>
              </a:lnSpc>
              <a:spcBef>
                <a:spcPts val="0"/>
              </a:spcBef>
              <a:spcAft>
                <a:spcPts val="300"/>
              </a:spcAft>
              <a:buFont typeface="Arial" panose="020B0604020202020204" pitchFamily="34" charset="0"/>
              <a:buNone/>
              <a:defRPr sz="16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6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l" defTabSz="914400" rtl="0" eaLnBrk="1" latinLnBrk="0" hangingPunct="1">
              <a:lnSpc>
                <a:spcPct val="13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438912" indent="-219456" algn="l" defTabSz="914400" rtl="0" eaLnBrk="1" latinLnBrk="0" hangingPunct="1">
              <a:lnSpc>
                <a:spcPct val="130000"/>
              </a:lnSpc>
              <a:spcBef>
                <a:spcPts val="0"/>
              </a:spcBef>
              <a:spcAft>
                <a:spcPts val="600"/>
              </a:spcAft>
              <a:buFont typeface="System Font Regular"/>
              <a:buChar char="–"/>
              <a:defRPr sz="16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IN" sz="1600" b="1">
                <a:solidFill>
                  <a:schemeClr val="tx2"/>
                </a:solidFill>
              </a:rPr>
              <a:t>Foundational Catalyst for Agentic AI</a:t>
            </a:r>
          </a:p>
        </p:txBody>
      </p:sp>
      <p:cxnSp>
        <p:nvCxnSpPr>
          <p:cNvPr id="14" name="Straight Connector 13">
            <a:extLst>
              <a:ext uri="{FF2B5EF4-FFF2-40B4-BE49-F238E27FC236}">
                <a16:creationId xmlns:a16="http://schemas.microsoft.com/office/drawing/2014/main" id="{7B80492C-02F4-1748-F5C0-095C09273BC8}"/>
              </a:ext>
            </a:extLst>
          </p:cNvPr>
          <p:cNvCxnSpPr>
            <a:cxnSpLocks/>
          </p:cNvCxnSpPr>
          <p:nvPr/>
        </p:nvCxnSpPr>
        <p:spPr>
          <a:xfrm>
            <a:off x="9791989" y="4357292"/>
            <a:ext cx="1875168"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0151BF5-37D7-2D22-1471-3171D18F1F58}"/>
              </a:ext>
            </a:extLst>
          </p:cNvPr>
          <p:cNvCxnSpPr/>
          <p:nvPr/>
        </p:nvCxnSpPr>
        <p:spPr>
          <a:xfrm>
            <a:off x="9260141" y="3467100"/>
            <a:ext cx="2926248"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63ABFA5-0D7C-3973-69AD-2663DB80F954}"/>
              </a:ext>
            </a:extLst>
          </p:cNvPr>
          <p:cNvSpPr txBox="1"/>
          <p:nvPr/>
        </p:nvSpPr>
        <p:spPr>
          <a:xfrm>
            <a:off x="5562600" y="6391190"/>
            <a:ext cx="3697541" cy="342530"/>
          </a:xfrm>
          <a:prstGeom prst="rect">
            <a:avLst/>
          </a:prstGeom>
          <a:noFill/>
        </p:spPr>
        <p:txBody>
          <a:bodyPr wrap="square" lIns="0" tIns="0" rIns="0" bIns="0" rtlCol="0">
            <a:spAutoFit/>
          </a:bodyPr>
          <a:lstStyle/>
          <a:p>
            <a:pPr marL="228600" indent="-228600" algn="l">
              <a:lnSpc>
                <a:spcPct val="130000"/>
              </a:lnSpc>
              <a:spcAft>
                <a:spcPts val="0"/>
              </a:spcAft>
              <a:buAutoNum type="arabicPeriod"/>
            </a:pPr>
            <a:r>
              <a:rPr lang="en-US" sz="900"/>
              <a:t>With Sidekick being sunset, a replacement application will be evaluated for its external data fetching capabilities.</a:t>
            </a:r>
          </a:p>
        </p:txBody>
      </p:sp>
      <p:sp>
        <p:nvSpPr>
          <p:cNvPr id="5" name="TextBox 4">
            <a:extLst>
              <a:ext uri="{FF2B5EF4-FFF2-40B4-BE49-F238E27FC236}">
                <a16:creationId xmlns:a16="http://schemas.microsoft.com/office/drawing/2014/main" id="{5DD122D4-4B9B-6356-6A25-757BB513AB22}"/>
              </a:ext>
            </a:extLst>
          </p:cNvPr>
          <p:cNvSpPr txBox="1"/>
          <p:nvPr/>
        </p:nvSpPr>
        <p:spPr>
          <a:xfrm>
            <a:off x="593439" y="1562271"/>
            <a:ext cx="8714939" cy="456728"/>
          </a:xfrm>
          <a:prstGeom prst="rect">
            <a:avLst/>
          </a:prstGeom>
          <a:noFill/>
        </p:spPr>
        <p:txBody>
          <a:bodyPr wrap="square" lIns="0" tIns="0" rIns="0" bIns="0" rtlCol="0">
            <a:spAutoFit/>
          </a:bodyPr>
          <a:lstStyle/>
          <a:p>
            <a:pPr algn="l" rtl="0">
              <a:lnSpc>
                <a:spcPct val="130000"/>
              </a:lnSpc>
            </a:pPr>
            <a:r>
              <a:rPr lang="en-US" sz="1200" i="1"/>
              <a:t>Bringing the TP&amp;O vision to life through </a:t>
            </a:r>
            <a:r>
              <a:rPr lang="en-US" sz="1200" b="1" i="1"/>
              <a:t>Agentic AI–powered automation and guided reasoning </a:t>
            </a:r>
            <a:r>
              <a:rPr lang="en-US" sz="1200" i="1"/>
              <a:t>with </a:t>
            </a:r>
            <a:r>
              <a:rPr lang="en-US" sz="1200" b="1" i="1"/>
              <a:t>Human in the Loop framework</a:t>
            </a:r>
          </a:p>
        </p:txBody>
      </p:sp>
    </p:spTree>
    <p:extLst>
      <p:ext uri="{BB962C8B-B14F-4D97-AF65-F5344CB8AC3E}">
        <p14:creationId xmlns:p14="http://schemas.microsoft.com/office/powerpoint/2010/main" val="2158155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0" animBg="1"/>
      <p:bldP spid="21" grpId="0"/>
      <p:bldP spid="133" grpId="0"/>
      <p:bldP spid="7" grpId="0"/>
      <p:bldP spid="12" grpId="0"/>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C55D6-D016-0E4B-2397-CDCDE5A0BDA3}"/>
            </a:ext>
          </a:extLst>
        </p:cNvPr>
        <p:cNvGrpSpPr/>
        <p:nvPr/>
      </p:nvGrpSpPr>
      <p:grpSpPr>
        <a:xfrm>
          <a:off x="0" y="0"/>
          <a:ext cx="0" cy="0"/>
          <a:chOff x="0" y="0"/>
          <a:chExt cx="0" cy="0"/>
        </a:xfrm>
      </p:grpSpPr>
      <p:sp>
        <p:nvSpPr>
          <p:cNvPr id="2" name="Vertical Title 1">
            <a:extLst>
              <a:ext uri="{FF2B5EF4-FFF2-40B4-BE49-F238E27FC236}">
                <a16:creationId xmlns:a16="http://schemas.microsoft.com/office/drawing/2014/main" id="{A85D561A-40B1-B5A5-5963-3841ED63500B}"/>
              </a:ext>
            </a:extLst>
          </p:cNvPr>
          <p:cNvSpPr>
            <a:spLocks noGrp="1"/>
          </p:cNvSpPr>
          <p:nvPr>
            <p:ph type="title" orient="vert"/>
          </p:nvPr>
        </p:nvSpPr>
        <p:spPr/>
        <p:txBody>
          <a:bodyPr/>
          <a:lstStyle/>
          <a:p>
            <a:r>
              <a:rPr lang="en-US"/>
              <a:t>Plans ahead</a:t>
            </a:r>
          </a:p>
        </p:txBody>
      </p:sp>
      <p:sp>
        <p:nvSpPr>
          <p:cNvPr id="4" name="Footer Placeholder 3">
            <a:extLst>
              <a:ext uri="{FF2B5EF4-FFF2-40B4-BE49-F238E27FC236}">
                <a16:creationId xmlns:a16="http://schemas.microsoft.com/office/drawing/2014/main" id="{D4AE6EFB-333C-AABF-12CE-065028BDA7C0}"/>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9ECF1D11-190F-F23E-7627-05A2C4D7A405}"/>
              </a:ext>
            </a:extLst>
          </p:cNvPr>
          <p:cNvSpPr>
            <a:spLocks noGrp="1"/>
          </p:cNvSpPr>
          <p:nvPr>
            <p:ph type="sldNum" sz="quarter" idx="12"/>
          </p:nvPr>
        </p:nvSpPr>
        <p:spPr/>
        <p:txBody>
          <a:bodyPr/>
          <a:lstStyle/>
          <a:p>
            <a:fld id="{64B53FD8-04EE-4F67-B5CA-77D45BC12F90}" type="slidenum">
              <a:rPr lang="en-US" smtClean="0"/>
              <a:pPr/>
              <a:t>28</a:t>
            </a:fld>
            <a:endParaRPr lang="en-US" sz="800"/>
          </a:p>
        </p:txBody>
      </p:sp>
      <p:sp>
        <p:nvSpPr>
          <p:cNvPr id="6" name="Rectangle 5">
            <a:extLst>
              <a:ext uri="{FF2B5EF4-FFF2-40B4-BE49-F238E27FC236}">
                <a16:creationId xmlns:a16="http://schemas.microsoft.com/office/drawing/2014/main" id="{2FA2E6F6-9365-E23C-9DF1-6185EAA319F0}"/>
              </a:ext>
            </a:extLst>
          </p:cNvPr>
          <p:cNvSpPr/>
          <p:nvPr/>
        </p:nvSpPr>
        <p:spPr>
          <a:xfrm>
            <a:off x="609188" y="1837944"/>
            <a:ext cx="3600000" cy="39502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l"/>
            <a:endParaRPr lang="en-US" sz="900" b="1"/>
          </a:p>
          <a:p>
            <a:pPr algn="l"/>
            <a:endParaRPr lang="en-US" sz="900" b="1"/>
          </a:p>
          <a:p>
            <a:pPr algn="l"/>
            <a:endParaRPr lang="en-US" sz="900" b="1"/>
          </a:p>
          <a:p>
            <a:pPr algn="l"/>
            <a:r>
              <a:rPr lang="en-US" sz="1000" b="1"/>
              <a:t>Purpose: </a:t>
            </a:r>
            <a:r>
              <a:rPr lang="en-US" sz="1000"/>
              <a:t>Update customer attributes in iSell &amp; segmentation in Atlantis.</a:t>
            </a:r>
          </a:p>
          <a:p>
            <a:pPr algn="l">
              <a:spcAft>
                <a:spcPts val="0"/>
              </a:spcAft>
            </a:pPr>
            <a:r>
              <a:rPr lang="en-US" sz="1000" b="1"/>
              <a:t>Current State: </a:t>
            </a:r>
          </a:p>
          <a:p>
            <a:pPr marL="171450" indent="-171450" algn="l">
              <a:spcAft>
                <a:spcPts val="0"/>
              </a:spcAft>
              <a:buFont typeface="Arial" panose="020B0604020202020204" pitchFamily="34" charset="0"/>
              <a:buChar char="•"/>
            </a:pPr>
            <a:r>
              <a:rPr lang="en-US" sz="1000" b="1"/>
              <a:t>US team</a:t>
            </a:r>
            <a:r>
              <a:rPr lang="en-US" sz="1000"/>
              <a:t> loads </a:t>
            </a:r>
            <a:r>
              <a:rPr lang="en-US" sz="1000" b="1"/>
              <a:t>ATC feedback</a:t>
            </a:r>
            <a:r>
              <a:rPr lang="en-US" sz="1000"/>
              <a:t> received by TPO specialist into the backend database after applying business validation.</a:t>
            </a:r>
          </a:p>
          <a:p>
            <a:pPr marL="171450" indent="-171450" algn="l">
              <a:spcAft>
                <a:spcPts val="0"/>
              </a:spcAft>
              <a:buFont typeface="Arial" panose="020B0604020202020204" pitchFamily="34" charset="0"/>
              <a:buChar char="•"/>
            </a:pPr>
            <a:r>
              <a:rPr lang="en-US" sz="1000"/>
              <a:t>TPO specialist </a:t>
            </a:r>
            <a:r>
              <a:rPr lang="en-US" sz="1000" b="1"/>
              <a:t>manually submits AUR</a:t>
            </a:r>
            <a:r>
              <a:rPr lang="en-US" sz="1000"/>
              <a:t> into Atlantis.  </a:t>
            </a:r>
          </a:p>
          <a:p>
            <a:pPr algn="l"/>
            <a:r>
              <a:rPr lang="en-US" sz="1000" b="1"/>
              <a:t>Future State: </a:t>
            </a:r>
          </a:p>
          <a:p>
            <a:pPr marL="171450" indent="-171450" algn="l">
              <a:spcAft>
                <a:spcPts val="0"/>
              </a:spcAft>
              <a:buFont typeface="Arial" panose="020B0604020202020204" pitchFamily="34" charset="0"/>
              <a:buChar char="•"/>
            </a:pPr>
            <a:r>
              <a:rPr lang="en-US" sz="1000" b="1"/>
              <a:t>End-to-end ownership</a:t>
            </a:r>
            <a:r>
              <a:rPr lang="en-US" sz="1000"/>
              <a:t> of the ATC upload process.</a:t>
            </a:r>
            <a:endParaRPr lang="en-US" sz="1000" b="1"/>
          </a:p>
          <a:p>
            <a:pPr marL="171450" indent="-171450" algn="l">
              <a:spcAft>
                <a:spcPts val="0"/>
              </a:spcAft>
              <a:buFont typeface="Arial" panose="020B0604020202020204" pitchFamily="34" charset="0"/>
              <a:buChar char="•"/>
            </a:pPr>
            <a:r>
              <a:rPr lang="en-US" sz="1000"/>
              <a:t>Automated workflow enabling TPO specialist to </a:t>
            </a:r>
            <a:r>
              <a:rPr lang="en-US" sz="1000" b="1"/>
              <a:t>view/edit &amp; submit ATC/AUR</a:t>
            </a:r>
            <a:r>
              <a:rPr lang="en-US" sz="1000"/>
              <a:t> request in real time.</a:t>
            </a:r>
          </a:p>
          <a:p>
            <a:pPr marL="171450" indent="-171450" algn="l">
              <a:spcAft>
                <a:spcPts val="0"/>
              </a:spcAft>
              <a:buFont typeface="Arial" panose="020B0604020202020204" pitchFamily="34" charset="0"/>
              <a:buChar char="•"/>
            </a:pPr>
            <a:r>
              <a:rPr lang="en-US" sz="1000"/>
              <a:t>Perform automated data transformation &amp; load validated data into the L1 table.</a:t>
            </a:r>
          </a:p>
          <a:p>
            <a:pPr algn="l"/>
            <a:r>
              <a:rPr lang="en-US" sz="1000" b="1"/>
              <a:t>Business Impact:</a:t>
            </a:r>
            <a:r>
              <a:rPr lang="en-US" sz="1000"/>
              <a:t> </a:t>
            </a:r>
          </a:p>
          <a:p>
            <a:pPr marL="171450" indent="-171450" algn="l">
              <a:spcAft>
                <a:spcPts val="0"/>
              </a:spcAft>
              <a:buFont typeface="Arial" panose="020B0604020202020204" pitchFamily="34" charset="0"/>
              <a:buChar char="•"/>
            </a:pPr>
            <a:r>
              <a:rPr lang="en-US" sz="1000"/>
              <a:t>Reduce ATC update turnaround time from </a:t>
            </a:r>
            <a:r>
              <a:rPr lang="en-US" sz="1000" b="1"/>
              <a:t>7 days to ~24 hours</a:t>
            </a:r>
            <a:r>
              <a:rPr lang="en-US" sz="1000"/>
              <a:t>.</a:t>
            </a:r>
          </a:p>
          <a:p>
            <a:pPr marL="171450" indent="-171450" algn="l">
              <a:spcAft>
                <a:spcPts val="0"/>
              </a:spcAft>
              <a:buFont typeface="Arial" panose="020B0604020202020204" pitchFamily="34" charset="0"/>
              <a:buChar char="•"/>
            </a:pPr>
            <a:r>
              <a:rPr lang="en-US" sz="1000"/>
              <a:t>Eliminate </a:t>
            </a:r>
            <a:r>
              <a:rPr lang="en-US" sz="1000" b="1"/>
              <a:t>manual intervention</a:t>
            </a:r>
            <a:r>
              <a:rPr lang="en-US" sz="1000"/>
              <a:t>, improving process efficiency and data accuracy.</a:t>
            </a:r>
          </a:p>
        </p:txBody>
      </p:sp>
      <p:pic>
        <p:nvPicPr>
          <p:cNvPr id="12" name="Picture 11">
            <a:extLst>
              <a:ext uri="{FF2B5EF4-FFF2-40B4-BE49-F238E27FC236}">
                <a16:creationId xmlns:a16="http://schemas.microsoft.com/office/drawing/2014/main" id="{A16151FD-8803-3D55-EF6B-D1E91F4B92D1}"/>
              </a:ext>
            </a:extLst>
          </p:cNvPr>
          <p:cNvPicPr>
            <a:picLocks noChangeAspect="1"/>
          </p:cNvPicPr>
          <p:nvPr/>
        </p:nvPicPr>
        <p:blipFill>
          <a:blip r:embed="rId2"/>
          <a:stretch>
            <a:fillRect/>
          </a:stretch>
        </p:blipFill>
        <p:spPr>
          <a:xfrm>
            <a:off x="4426470" y="1913465"/>
            <a:ext cx="476240" cy="482600"/>
          </a:xfrm>
          <a:prstGeom prst="rect">
            <a:avLst/>
          </a:prstGeom>
        </p:spPr>
      </p:pic>
      <p:sp>
        <p:nvSpPr>
          <p:cNvPr id="9" name="Shape 15">
            <a:extLst>
              <a:ext uri="{FF2B5EF4-FFF2-40B4-BE49-F238E27FC236}">
                <a16:creationId xmlns:a16="http://schemas.microsoft.com/office/drawing/2014/main" id="{E4225E85-3A20-B2E5-E411-7CBAFD06E656}"/>
              </a:ext>
            </a:extLst>
          </p:cNvPr>
          <p:cNvSpPr/>
          <p:nvPr/>
        </p:nvSpPr>
        <p:spPr>
          <a:xfrm>
            <a:off x="609187" y="1832499"/>
            <a:ext cx="3600000" cy="633113"/>
          </a:xfrm>
          <a:prstGeom prst="rect">
            <a:avLst/>
          </a:prstGeom>
          <a:solidFill>
            <a:schemeClr val="bg1">
              <a:lumMod val="95000"/>
            </a:schemeClr>
          </a:solidFill>
          <a:ln w="12700">
            <a:solidFill>
              <a:srgbClr val="1E293B"/>
            </a:solidFill>
            <a:prstDash val="solid"/>
          </a:ln>
        </p:spPr>
        <p:txBody>
          <a:bodyPr/>
          <a:lstStyle/>
          <a:p>
            <a:pPr algn="ctr">
              <a:spcAft>
                <a:spcPts val="0"/>
              </a:spcAft>
            </a:pPr>
            <a:r>
              <a:rPr lang="en-IN" b="1">
                <a:latin typeface="+mj-lt"/>
              </a:rPr>
              <a:t>      Sales Feedback </a:t>
            </a:r>
          </a:p>
          <a:p>
            <a:pPr algn="ctr">
              <a:spcAft>
                <a:spcPts val="0"/>
              </a:spcAft>
            </a:pPr>
            <a:r>
              <a:rPr lang="en-IN" b="1">
                <a:latin typeface="+mj-lt"/>
              </a:rPr>
              <a:t>       Form + AUR Automation</a:t>
            </a:r>
          </a:p>
        </p:txBody>
      </p:sp>
      <p:sp>
        <p:nvSpPr>
          <p:cNvPr id="13" name="TextBox 12">
            <a:extLst>
              <a:ext uri="{FF2B5EF4-FFF2-40B4-BE49-F238E27FC236}">
                <a16:creationId xmlns:a16="http://schemas.microsoft.com/office/drawing/2014/main" id="{0127A747-2FA7-084D-518A-00422A18FFD3}"/>
              </a:ext>
            </a:extLst>
          </p:cNvPr>
          <p:cNvSpPr txBox="1"/>
          <p:nvPr/>
        </p:nvSpPr>
        <p:spPr>
          <a:xfrm>
            <a:off x="3253426" y="5792886"/>
            <a:ext cx="1040378" cy="202299"/>
          </a:xfrm>
          <a:prstGeom prst="rect">
            <a:avLst/>
          </a:prstGeom>
          <a:noFill/>
        </p:spPr>
        <p:txBody>
          <a:bodyPr wrap="square" lIns="0" tIns="0" rIns="0" bIns="0" rtlCol="0" anchor="t">
            <a:spAutoFit/>
          </a:bodyPr>
          <a:lstStyle/>
          <a:p>
            <a:pPr algn="l">
              <a:lnSpc>
                <a:spcPct val="130000"/>
              </a:lnSpc>
            </a:pPr>
            <a:r>
              <a:rPr lang="en-US" sz="1100" b="1">
                <a:solidFill>
                  <a:srgbClr val="4D148C"/>
                </a:solidFill>
                <a:latin typeface="FedEx Sans"/>
              </a:rPr>
              <a:t>Live by Jul’26</a:t>
            </a:r>
            <a:endParaRPr lang="en-US" sz="1100" b="1" i="0">
              <a:solidFill>
                <a:srgbClr val="4D148C"/>
              </a:solidFill>
              <a:latin typeface="FedEx Sans" panose="020B0603020203020204" pitchFamily="34" charset="0"/>
              <a:ea typeface="FedEx Sans" panose="020B0603020203020204" pitchFamily="34" charset="0"/>
              <a:cs typeface="FedEx Sans" panose="020B0603020203020204" pitchFamily="34" charset="0"/>
            </a:endParaRPr>
          </a:p>
        </p:txBody>
      </p:sp>
      <p:sp>
        <p:nvSpPr>
          <p:cNvPr id="14" name="TextBox 13">
            <a:extLst>
              <a:ext uri="{FF2B5EF4-FFF2-40B4-BE49-F238E27FC236}">
                <a16:creationId xmlns:a16="http://schemas.microsoft.com/office/drawing/2014/main" id="{24FF2A06-7B66-E7DF-E0D3-9B4DC230644B}"/>
              </a:ext>
            </a:extLst>
          </p:cNvPr>
          <p:cNvSpPr txBox="1"/>
          <p:nvPr/>
        </p:nvSpPr>
        <p:spPr>
          <a:xfrm>
            <a:off x="6867483" y="5792886"/>
            <a:ext cx="1040378" cy="202299"/>
          </a:xfrm>
          <a:prstGeom prst="rect">
            <a:avLst/>
          </a:prstGeom>
          <a:noFill/>
        </p:spPr>
        <p:txBody>
          <a:bodyPr wrap="square" lIns="0" tIns="0" rIns="0" bIns="0" rtlCol="0" anchor="t">
            <a:spAutoFit/>
          </a:bodyPr>
          <a:lstStyle/>
          <a:p>
            <a:pPr algn="l">
              <a:lnSpc>
                <a:spcPct val="130000"/>
              </a:lnSpc>
            </a:pPr>
            <a:r>
              <a:rPr lang="en-US" sz="1100" b="1">
                <a:solidFill>
                  <a:srgbClr val="4D148C"/>
                </a:solidFill>
                <a:latin typeface="FedEx Sans"/>
              </a:rPr>
              <a:t>Live by Jul’26</a:t>
            </a:r>
            <a:endParaRPr lang="en-US" sz="1100" b="1" i="0">
              <a:solidFill>
                <a:srgbClr val="4D148C"/>
              </a:solidFill>
              <a:latin typeface="FedEx Sans" panose="020B0603020203020204" pitchFamily="34" charset="0"/>
              <a:ea typeface="FedEx Sans" panose="020B0603020203020204" pitchFamily="34" charset="0"/>
              <a:cs typeface="FedEx Sans" panose="020B0603020203020204" pitchFamily="34" charset="0"/>
            </a:endParaRPr>
          </a:p>
        </p:txBody>
      </p:sp>
      <p:pic>
        <p:nvPicPr>
          <p:cNvPr id="16" name="Graphic 15" descr="Gears with solid fill">
            <a:extLst>
              <a:ext uri="{FF2B5EF4-FFF2-40B4-BE49-F238E27FC236}">
                <a16:creationId xmlns:a16="http://schemas.microsoft.com/office/drawing/2014/main" id="{94E2F5A9-ACED-8210-32A2-7B75963B3D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83605" y="2629352"/>
            <a:ext cx="457200" cy="457200"/>
          </a:xfrm>
          <a:prstGeom prst="rect">
            <a:avLst/>
          </a:prstGeom>
        </p:spPr>
      </p:pic>
      <p:pic>
        <p:nvPicPr>
          <p:cNvPr id="18" name="Graphic 17" descr="Continuous Improvement outline">
            <a:extLst>
              <a:ext uri="{FF2B5EF4-FFF2-40B4-BE49-F238E27FC236}">
                <a16:creationId xmlns:a16="http://schemas.microsoft.com/office/drawing/2014/main" id="{1262F9D3-81FD-3363-B898-C78956ABBA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16206" y="4705122"/>
            <a:ext cx="537610" cy="537610"/>
          </a:xfrm>
          <a:prstGeom prst="rect">
            <a:avLst/>
          </a:prstGeom>
        </p:spPr>
      </p:pic>
      <p:grpSp>
        <p:nvGrpSpPr>
          <p:cNvPr id="26" name="Group 25">
            <a:extLst>
              <a:ext uri="{FF2B5EF4-FFF2-40B4-BE49-F238E27FC236}">
                <a16:creationId xmlns:a16="http://schemas.microsoft.com/office/drawing/2014/main" id="{2762BED3-4898-2F6A-7409-1F3EC28E9AC8}"/>
              </a:ext>
            </a:extLst>
          </p:cNvPr>
          <p:cNvGrpSpPr/>
          <p:nvPr/>
        </p:nvGrpSpPr>
        <p:grpSpPr>
          <a:xfrm>
            <a:off x="4297496" y="1848122"/>
            <a:ext cx="3600000" cy="3950208"/>
            <a:chOff x="4293804" y="2455434"/>
            <a:chExt cx="3600000" cy="3332718"/>
          </a:xfrm>
        </p:grpSpPr>
        <p:sp>
          <p:nvSpPr>
            <p:cNvPr id="7" name="Rectangle 6">
              <a:extLst>
                <a:ext uri="{FF2B5EF4-FFF2-40B4-BE49-F238E27FC236}">
                  <a16:creationId xmlns:a16="http://schemas.microsoft.com/office/drawing/2014/main" id="{A120077B-07B7-4279-7239-EC177DA4CF96}"/>
                </a:ext>
              </a:extLst>
            </p:cNvPr>
            <p:cNvSpPr/>
            <p:nvPr/>
          </p:nvSpPr>
          <p:spPr>
            <a:xfrm>
              <a:off x="4293804" y="2455434"/>
              <a:ext cx="3600000" cy="33327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542925" indent="-92075"/>
              <a:endParaRPr lang="en-IN" sz="1200"/>
            </a:p>
            <a:p>
              <a:pPr marL="542925" indent="-92075"/>
              <a:r>
                <a:rPr lang="en-IN" sz="1200"/>
                <a:t> </a:t>
              </a:r>
              <a:r>
                <a:rPr lang="en-IN" sz="1200" b="1"/>
                <a:t>User Input:</a:t>
              </a:r>
            </a:p>
            <a:p>
              <a:pPr marL="542925" rtl="0" eaLnBrk="1" fontAlgn="t" latinLnBrk="0" hangingPunct="1"/>
              <a:r>
                <a:rPr lang="en-IN" sz="1200"/>
                <a:t>Captures user feedback (Like/ Dislike) on OPTIX output and collects specific details on any identified inaccuracies.</a:t>
              </a:r>
            </a:p>
            <a:p>
              <a:pPr marL="542925" rtl="0" eaLnBrk="1" fontAlgn="t" latinLnBrk="0" hangingPunct="1"/>
              <a:endParaRPr lang="en-IN" sz="1200" b="1"/>
            </a:p>
            <a:p>
              <a:pPr marL="542925" indent="-92075"/>
              <a:r>
                <a:rPr lang="en-IN" sz="1200" b="1"/>
                <a:t>Impact: </a:t>
              </a:r>
            </a:p>
            <a:p>
              <a:pPr marL="542925" indent="-92075">
                <a:spcAft>
                  <a:spcPts val="0"/>
                </a:spcAft>
                <a:buFont typeface="Arial" panose="020B0604020202020204" pitchFamily="34" charset="0"/>
                <a:buChar char="•"/>
              </a:pPr>
              <a:r>
                <a:rPr lang="en-IN" sz="1200"/>
                <a:t>Monthly OPTIX performance tracking</a:t>
              </a:r>
            </a:p>
            <a:p>
              <a:pPr marL="542925" indent="-92075">
                <a:spcAft>
                  <a:spcPts val="0"/>
                </a:spcAft>
                <a:buFont typeface="Arial" panose="020B0604020202020204" pitchFamily="34" charset="0"/>
                <a:buChar char="•"/>
              </a:pPr>
              <a:r>
                <a:rPr lang="en-IN" sz="1200"/>
                <a:t>Continuous improvement of code via feedback loop</a:t>
              </a:r>
            </a:p>
            <a:p>
              <a:pPr marL="542925" indent="-92075">
                <a:spcAft>
                  <a:spcPts val="0"/>
                </a:spcAft>
                <a:buFont typeface="Arial" panose="020B0604020202020204" pitchFamily="34" charset="0"/>
                <a:buChar char="•"/>
              </a:pPr>
              <a:r>
                <a:rPr lang="en-IN" sz="1200"/>
                <a:t>Enhanced user experience and output quality</a:t>
              </a:r>
            </a:p>
          </p:txBody>
        </p:sp>
        <p:pic>
          <p:nvPicPr>
            <p:cNvPr id="22" name="Graphic 21" descr="Thumbs up sign outline">
              <a:extLst>
                <a:ext uri="{FF2B5EF4-FFF2-40B4-BE49-F238E27FC236}">
                  <a16:creationId xmlns:a16="http://schemas.microsoft.com/office/drawing/2014/main" id="{0A2EB430-6535-B549-7A83-B6DCAEFAFB0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83605" y="3159356"/>
              <a:ext cx="263652" cy="263652"/>
            </a:xfrm>
            <a:prstGeom prst="rect">
              <a:avLst/>
            </a:prstGeom>
          </p:spPr>
        </p:pic>
      </p:grpSp>
      <p:pic>
        <p:nvPicPr>
          <p:cNvPr id="29" name="Graphic 28" descr="Thumbs up sign outline">
            <a:extLst>
              <a:ext uri="{FF2B5EF4-FFF2-40B4-BE49-F238E27FC236}">
                <a16:creationId xmlns:a16="http://schemas.microsoft.com/office/drawing/2014/main" id="{075ECF4D-F533-60F1-F307-A0AD8F91C3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0800000">
            <a:off x="4564764" y="2887126"/>
            <a:ext cx="263652" cy="263652"/>
          </a:xfrm>
          <a:prstGeom prst="rect">
            <a:avLst/>
          </a:prstGeom>
        </p:spPr>
      </p:pic>
      <p:sp>
        <p:nvSpPr>
          <p:cNvPr id="11" name="TextBox 10">
            <a:extLst>
              <a:ext uri="{FF2B5EF4-FFF2-40B4-BE49-F238E27FC236}">
                <a16:creationId xmlns:a16="http://schemas.microsoft.com/office/drawing/2014/main" id="{D9C7DABC-3382-06D5-FB5C-C33B1DD5FE2C}"/>
              </a:ext>
            </a:extLst>
          </p:cNvPr>
          <p:cNvSpPr txBox="1"/>
          <p:nvPr/>
        </p:nvSpPr>
        <p:spPr>
          <a:xfrm>
            <a:off x="10580121" y="5788152"/>
            <a:ext cx="1040378" cy="202299"/>
          </a:xfrm>
          <a:prstGeom prst="rect">
            <a:avLst/>
          </a:prstGeom>
          <a:noFill/>
        </p:spPr>
        <p:txBody>
          <a:bodyPr wrap="square" lIns="0" tIns="0" rIns="0" bIns="0" rtlCol="0" anchor="t">
            <a:spAutoFit/>
          </a:bodyPr>
          <a:lstStyle/>
          <a:p>
            <a:pPr algn="l">
              <a:lnSpc>
                <a:spcPct val="130000"/>
              </a:lnSpc>
            </a:pPr>
            <a:r>
              <a:rPr lang="en-US" sz="1100" b="1">
                <a:solidFill>
                  <a:srgbClr val="4D148C"/>
                </a:solidFill>
                <a:latin typeface="FedEx Sans"/>
              </a:rPr>
              <a:t>Live by Jul’26</a:t>
            </a:r>
            <a:endParaRPr lang="en-US" sz="1100" b="1" i="0">
              <a:solidFill>
                <a:srgbClr val="4D148C"/>
              </a:solidFill>
              <a:latin typeface="FedEx Sans" panose="020B0603020203020204" pitchFamily="34" charset="0"/>
              <a:ea typeface="FedEx Sans" panose="020B0603020203020204" pitchFamily="34" charset="0"/>
              <a:cs typeface="FedEx Sans" panose="020B0603020203020204" pitchFamily="34" charset="0"/>
            </a:endParaRPr>
          </a:p>
        </p:txBody>
      </p:sp>
      <p:sp>
        <p:nvSpPr>
          <p:cNvPr id="15" name="Shape 15">
            <a:extLst>
              <a:ext uri="{FF2B5EF4-FFF2-40B4-BE49-F238E27FC236}">
                <a16:creationId xmlns:a16="http://schemas.microsoft.com/office/drawing/2014/main" id="{21BCCC5E-B827-977F-7D08-2D4948107E76}"/>
              </a:ext>
            </a:extLst>
          </p:cNvPr>
          <p:cNvSpPr/>
          <p:nvPr/>
        </p:nvSpPr>
        <p:spPr>
          <a:xfrm>
            <a:off x="4302679" y="1832400"/>
            <a:ext cx="3600000" cy="633113"/>
          </a:xfrm>
          <a:prstGeom prst="rect">
            <a:avLst/>
          </a:prstGeom>
          <a:solidFill>
            <a:schemeClr val="bg1">
              <a:lumMod val="95000"/>
            </a:schemeClr>
          </a:solidFill>
          <a:ln w="12700">
            <a:solidFill>
              <a:srgbClr val="1E293B"/>
            </a:solidFill>
            <a:prstDash val="solid"/>
          </a:ln>
        </p:spPr>
        <p:txBody>
          <a:bodyPr/>
          <a:lstStyle/>
          <a:p>
            <a:pPr algn="ctr">
              <a:spcAft>
                <a:spcPts val="0"/>
              </a:spcAft>
            </a:pPr>
            <a:r>
              <a:rPr lang="en-IN" b="1">
                <a:latin typeface="+mj-lt"/>
              </a:rPr>
              <a:t>User Feedback </a:t>
            </a:r>
          </a:p>
          <a:p>
            <a:pPr algn="ctr">
              <a:spcAft>
                <a:spcPts val="0"/>
              </a:spcAft>
            </a:pPr>
            <a:r>
              <a:rPr lang="en-IN" b="1">
                <a:latin typeface="+mj-lt"/>
              </a:rPr>
              <a:t>Feature</a:t>
            </a:r>
          </a:p>
        </p:txBody>
      </p:sp>
      <p:pic>
        <p:nvPicPr>
          <p:cNvPr id="10" name="Picture 9">
            <a:extLst>
              <a:ext uri="{FF2B5EF4-FFF2-40B4-BE49-F238E27FC236}">
                <a16:creationId xmlns:a16="http://schemas.microsoft.com/office/drawing/2014/main" id="{1BB687C7-EC77-AEA2-1898-D75041D30E60}"/>
              </a:ext>
            </a:extLst>
          </p:cNvPr>
          <p:cNvPicPr>
            <a:picLocks noChangeAspect="1"/>
          </p:cNvPicPr>
          <p:nvPr/>
        </p:nvPicPr>
        <p:blipFill>
          <a:blip r:embed="rId2"/>
          <a:stretch>
            <a:fillRect/>
          </a:stretch>
        </p:blipFill>
        <p:spPr>
          <a:xfrm>
            <a:off x="4523305" y="1904334"/>
            <a:ext cx="482600" cy="482600"/>
          </a:xfrm>
          <a:prstGeom prst="rect">
            <a:avLst/>
          </a:prstGeom>
        </p:spPr>
      </p:pic>
      <p:pic>
        <p:nvPicPr>
          <p:cNvPr id="31" name="Picture 30">
            <a:extLst>
              <a:ext uri="{FF2B5EF4-FFF2-40B4-BE49-F238E27FC236}">
                <a16:creationId xmlns:a16="http://schemas.microsoft.com/office/drawing/2014/main" id="{0531864E-D115-CD9A-9D96-FD995E9B7202}"/>
              </a:ext>
            </a:extLst>
          </p:cNvPr>
          <p:cNvPicPr>
            <a:picLocks noChangeAspect="1"/>
          </p:cNvPicPr>
          <p:nvPr/>
        </p:nvPicPr>
        <p:blipFill>
          <a:blip r:embed="rId7"/>
          <a:stretch>
            <a:fillRect/>
          </a:stretch>
        </p:blipFill>
        <p:spPr>
          <a:xfrm>
            <a:off x="4380080" y="3972266"/>
            <a:ext cx="369367" cy="369367"/>
          </a:xfrm>
          <a:prstGeom prst="rect">
            <a:avLst/>
          </a:prstGeom>
        </p:spPr>
      </p:pic>
      <p:pic>
        <p:nvPicPr>
          <p:cNvPr id="39" name="Picture 38">
            <a:extLst>
              <a:ext uri="{FF2B5EF4-FFF2-40B4-BE49-F238E27FC236}">
                <a16:creationId xmlns:a16="http://schemas.microsoft.com/office/drawing/2014/main" id="{74458473-C9E3-456A-197E-1F61A1BEA556}"/>
              </a:ext>
            </a:extLst>
          </p:cNvPr>
          <p:cNvPicPr>
            <a:picLocks noChangeAspect="1"/>
          </p:cNvPicPr>
          <p:nvPr/>
        </p:nvPicPr>
        <p:blipFill>
          <a:blip r:embed="rId8"/>
          <a:stretch>
            <a:fillRect/>
          </a:stretch>
        </p:blipFill>
        <p:spPr>
          <a:xfrm>
            <a:off x="736625" y="1904334"/>
            <a:ext cx="442246" cy="442246"/>
          </a:xfrm>
          <a:prstGeom prst="rect">
            <a:avLst/>
          </a:prstGeom>
        </p:spPr>
      </p:pic>
      <p:sp>
        <p:nvSpPr>
          <p:cNvPr id="42" name="Rectangle 41">
            <a:extLst>
              <a:ext uri="{FF2B5EF4-FFF2-40B4-BE49-F238E27FC236}">
                <a16:creationId xmlns:a16="http://schemas.microsoft.com/office/drawing/2014/main" id="{9FACAAC9-26B0-8279-A02A-04B17786E6EF}"/>
              </a:ext>
            </a:extLst>
          </p:cNvPr>
          <p:cNvSpPr/>
          <p:nvPr/>
        </p:nvSpPr>
        <p:spPr>
          <a:xfrm>
            <a:off x="8023226" y="1837944"/>
            <a:ext cx="3600000" cy="39502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sz="1200"/>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p:txBody>
      </p:sp>
      <p:sp>
        <p:nvSpPr>
          <p:cNvPr id="43" name="Shape 15">
            <a:extLst>
              <a:ext uri="{FF2B5EF4-FFF2-40B4-BE49-F238E27FC236}">
                <a16:creationId xmlns:a16="http://schemas.microsoft.com/office/drawing/2014/main" id="{2327C8A7-C404-DDA4-E7C9-49638548D693}"/>
              </a:ext>
            </a:extLst>
          </p:cNvPr>
          <p:cNvSpPr/>
          <p:nvPr/>
        </p:nvSpPr>
        <p:spPr>
          <a:xfrm>
            <a:off x="8022189" y="1837942"/>
            <a:ext cx="3600000" cy="633113"/>
          </a:xfrm>
          <a:prstGeom prst="rect">
            <a:avLst/>
          </a:prstGeom>
          <a:solidFill>
            <a:schemeClr val="bg1">
              <a:lumMod val="95000"/>
            </a:schemeClr>
          </a:solidFill>
          <a:ln w="12700">
            <a:solidFill>
              <a:srgbClr val="1E293B"/>
            </a:solidFill>
            <a:prstDash val="solid"/>
          </a:ln>
        </p:spPr>
        <p:txBody>
          <a:bodyPr lIns="91440" tIns="45720" rIns="91440" bIns="45720" anchor="t"/>
          <a:lstStyle/>
          <a:p>
            <a:pPr algn="ctr">
              <a:lnSpc>
                <a:spcPct val="200000"/>
              </a:lnSpc>
            </a:pPr>
            <a:r>
              <a:rPr lang="en-IN" b="1">
                <a:latin typeface="Segoe UI"/>
              </a:rPr>
              <a:t>Deployment Details</a:t>
            </a:r>
          </a:p>
        </p:txBody>
      </p:sp>
      <p:graphicFrame>
        <p:nvGraphicFramePr>
          <p:cNvPr id="44" name="Table 43">
            <a:extLst>
              <a:ext uri="{FF2B5EF4-FFF2-40B4-BE49-F238E27FC236}">
                <a16:creationId xmlns:a16="http://schemas.microsoft.com/office/drawing/2014/main" id="{05F11454-2BC5-C2C2-C070-E76E189BDD67}"/>
              </a:ext>
            </a:extLst>
          </p:cNvPr>
          <p:cNvGraphicFramePr>
            <a:graphicFrameLocks noGrp="1"/>
          </p:cNvGraphicFramePr>
          <p:nvPr/>
        </p:nvGraphicFramePr>
        <p:xfrm>
          <a:off x="8176871" y="3178870"/>
          <a:ext cx="3290636" cy="2541343"/>
        </p:xfrm>
        <a:graphic>
          <a:graphicData uri="http://schemas.openxmlformats.org/drawingml/2006/table">
            <a:tbl>
              <a:tblPr>
                <a:tableStyleId>{5C22544A-7EE6-4342-B048-85BDC9FD1C3A}</a:tableStyleId>
              </a:tblPr>
              <a:tblGrid>
                <a:gridCol w="2210680">
                  <a:extLst>
                    <a:ext uri="{9D8B030D-6E8A-4147-A177-3AD203B41FA5}">
                      <a16:colId xmlns:a16="http://schemas.microsoft.com/office/drawing/2014/main" val="3120727726"/>
                    </a:ext>
                  </a:extLst>
                </a:gridCol>
                <a:gridCol w="1079956">
                  <a:extLst>
                    <a:ext uri="{9D8B030D-6E8A-4147-A177-3AD203B41FA5}">
                      <a16:colId xmlns:a16="http://schemas.microsoft.com/office/drawing/2014/main" val="1069534392"/>
                    </a:ext>
                  </a:extLst>
                </a:gridCol>
              </a:tblGrid>
              <a:tr h="369002">
                <a:tc>
                  <a:txBody>
                    <a:bodyPr/>
                    <a:lstStyle/>
                    <a:p>
                      <a:pPr algn="ctr"/>
                      <a:r>
                        <a:rPr lang="en-US" b="1">
                          <a:solidFill>
                            <a:schemeClr val="tx1"/>
                          </a:solidFill>
                        </a:rPr>
                        <a:t>Activity</a:t>
                      </a:r>
                    </a:p>
                  </a:txBody>
                  <a:tcPr marL="108000" marR="108000" anchor="ctr">
                    <a:lnL w="1905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a:r>
                        <a:rPr lang="en-US" b="1">
                          <a:solidFill>
                            <a:schemeClr val="tx1"/>
                          </a:solidFill>
                        </a:rPr>
                        <a:t>Status</a:t>
                      </a:r>
                    </a:p>
                  </a:txBody>
                  <a:tcPr marL="108000" marR="108000" anchor="ctr">
                    <a:lnL w="12700" cap="flat" cmpd="sng" algn="ctr">
                      <a:solidFill>
                        <a:schemeClr val="tx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0250139"/>
                  </a:ext>
                </a:extLst>
              </a:tr>
              <a:tr h="369002">
                <a:tc>
                  <a:txBody>
                    <a:bodyPr/>
                    <a:lstStyle/>
                    <a:p>
                      <a:pPr algn="l"/>
                      <a:r>
                        <a:rPr lang="en-US" sz="1200" b="0">
                          <a:solidFill>
                            <a:schemeClr val="bg1"/>
                          </a:solidFill>
                        </a:rPr>
                        <a:t>Creation of Enterprise Application I'd</a:t>
                      </a:r>
                      <a:endParaRPr lang="en-US" b="0">
                        <a:solidFill>
                          <a:schemeClr val="bg1"/>
                        </a:solidFill>
                      </a:endParaRPr>
                    </a:p>
                  </a:txBody>
                  <a:tcPr marL="108000" marR="108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ctr"/>
                      <a:r>
                        <a:rPr lang="en-US" b="0">
                          <a:solidFill>
                            <a:srgbClr val="00B050"/>
                          </a:solidFill>
                        </a:rPr>
                        <a:t>Completed</a:t>
                      </a:r>
                    </a:p>
                  </a:txBody>
                  <a:tcPr marL="108000" marR="108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4332318"/>
                  </a:ext>
                </a:extLst>
              </a:tr>
              <a:tr h="317152">
                <a:tc>
                  <a:txBody>
                    <a:bodyPr/>
                    <a:lstStyle/>
                    <a:p>
                      <a:pPr marL="0" algn="l" defTabSz="914400" rtl="0" eaLnBrk="1" latinLnBrk="0" hangingPunct="1"/>
                      <a:r>
                        <a:rPr lang="en-US" sz="1200" b="0">
                          <a:solidFill>
                            <a:schemeClr val="bg1"/>
                          </a:solidFill>
                        </a:rPr>
                        <a:t>Python Server setup</a:t>
                      </a:r>
                      <a:endParaRPr lang="en-US" sz="1200" b="0" kern="1200">
                        <a:solidFill>
                          <a:schemeClr val="bg1"/>
                        </a:solidFill>
                        <a:latin typeface="+mn-lt"/>
                        <a:ea typeface="+mn-ea"/>
                        <a:cs typeface="+mn-cs"/>
                      </a:endParaRPr>
                    </a:p>
                  </a:txBody>
                  <a:tcPr marL="108000" marR="108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ctr" defTabSz="914400" rtl="0" eaLnBrk="1" latinLnBrk="0" hangingPunct="1"/>
                      <a:r>
                        <a:rPr lang="en-US" b="0">
                          <a:solidFill>
                            <a:srgbClr val="00B050"/>
                          </a:solidFill>
                        </a:rPr>
                        <a:t>Completed</a:t>
                      </a:r>
                      <a:endParaRPr lang="en-US" sz="1200" b="0" kern="1200">
                        <a:solidFill>
                          <a:srgbClr val="00B050"/>
                        </a:solidFill>
                        <a:latin typeface="+mn-lt"/>
                        <a:ea typeface="+mn-ea"/>
                        <a:cs typeface="+mn-cs"/>
                      </a:endParaRPr>
                    </a:p>
                  </a:txBody>
                  <a:tcPr marL="108000" marR="108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773681"/>
                  </a:ext>
                </a:extLst>
              </a:tr>
              <a:tr h="483589">
                <a:tc>
                  <a:txBody>
                    <a:bodyPr/>
                    <a:lstStyle/>
                    <a:p>
                      <a:pPr algn="l"/>
                      <a:r>
                        <a:rPr lang="en-US" sz="1200" b="0">
                          <a:solidFill>
                            <a:schemeClr val="bg1"/>
                          </a:solidFill>
                        </a:rPr>
                        <a:t>FIRST process (info sec team) </a:t>
                      </a:r>
                      <a:endParaRPr lang="en-US" b="0">
                        <a:solidFill>
                          <a:schemeClr val="bg1"/>
                        </a:solidFill>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a:solidFill>
                            <a:schemeClr val="bg2"/>
                          </a:solidFill>
                        </a:rPr>
                        <a:t>In progress </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114790"/>
                  </a:ext>
                </a:extLst>
              </a:tr>
              <a:tr h="370279">
                <a:tc>
                  <a:txBody>
                    <a:bodyPr/>
                    <a:lstStyle/>
                    <a:p>
                      <a:pPr algn="l"/>
                      <a:r>
                        <a:rPr lang="en-US" sz="1200" b="0">
                          <a:solidFill>
                            <a:schemeClr val="bg1"/>
                          </a:solidFill>
                        </a:rPr>
                        <a:t>Code Deployment on Python Server</a:t>
                      </a:r>
                      <a:endParaRPr lang="en-US" b="0">
                        <a:solidFill>
                          <a:schemeClr val="bg1"/>
                        </a:solidFill>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a:solidFill>
                            <a:srgbClr val="FFC000"/>
                          </a:solidFill>
                        </a:rPr>
                        <a:t>TBD</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4105215"/>
                  </a:ext>
                </a:extLst>
              </a:tr>
              <a:tr h="3702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bg1"/>
                          </a:solidFill>
                        </a:rPr>
                        <a:t>Gemini API key: </a:t>
                      </a:r>
                      <a:r>
                        <a:rPr lang="en-IN" b="0">
                          <a:solidFill>
                            <a:schemeClr val="bg1"/>
                          </a:solidFill>
                          <a:effectLst/>
                        </a:rPr>
                        <a:t>pending AI Labs team prioritization</a:t>
                      </a:r>
                      <a:endParaRPr lang="en-US" b="0">
                        <a:solidFill>
                          <a:schemeClr val="bg1"/>
                        </a:solidFill>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a:solidFill>
                            <a:srgbClr val="FFC000"/>
                          </a:solidFill>
                        </a:rPr>
                        <a:t>TBD</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4123472"/>
                  </a:ext>
                </a:extLst>
              </a:tr>
            </a:tbl>
          </a:graphicData>
        </a:graphic>
      </p:graphicFrame>
      <p:sp>
        <p:nvSpPr>
          <p:cNvPr id="45" name="TextBox 44">
            <a:extLst>
              <a:ext uri="{FF2B5EF4-FFF2-40B4-BE49-F238E27FC236}">
                <a16:creationId xmlns:a16="http://schemas.microsoft.com/office/drawing/2014/main" id="{8AEFD851-6BD9-CF54-A613-F5F2331E2FBC}"/>
              </a:ext>
            </a:extLst>
          </p:cNvPr>
          <p:cNvSpPr txBox="1"/>
          <p:nvPr/>
        </p:nvSpPr>
        <p:spPr>
          <a:xfrm>
            <a:off x="8190164" y="2556933"/>
            <a:ext cx="3290636" cy="553998"/>
          </a:xfrm>
          <a:prstGeom prst="rect">
            <a:avLst/>
          </a:prstGeom>
          <a:noFill/>
        </p:spPr>
        <p:txBody>
          <a:bodyPr wrap="square" lIns="0" tIns="0" rIns="0" bIns="0" rtlCol="0">
            <a:spAutoFit/>
          </a:bodyPr>
          <a:lstStyle/>
          <a:p>
            <a:pPr algn="ctr">
              <a:spcAft>
                <a:spcPts val="0"/>
              </a:spcAft>
            </a:pPr>
            <a:r>
              <a:rPr lang="en-IN" sz="1200">
                <a:solidFill>
                  <a:schemeClr val="bg1"/>
                </a:solidFill>
              </a:rPr>
              <a:t>Ongoing server deployment and environment setup in collaboration with Chuck</a:t>
            </a:r>
            <a:endParaRPr lang="en-IN" sz="1200" b="0" i="0">
              <a:solidFill>
                <a:schemeClr val="bg1"/>
              </a:solidFill>
              <a:latin typeface="FedEx Sans" panose="020B0603020203020204" pitchFamily="34" charset="0"/>
              <a:ea typeface="FedEx Sans" panose="020B0603020203020204" pitchFamily="34" charset="0"/>
              <a:cs typeface="FedEx Sans" panose="020B0603020203020204" pitchFamily="34" charset="0"/>
            </a:endParaRPr>
          </a:p>
        </p:txBody>
      </p:sp>
      <p:pic>
        <p:nvPicPr>
          <p:cNvPr id="46" name="Picture 45">
            <a:extLst>
              <a:ext uri="{FF2B5EF4-FFF2-40B4-BE49-F238E27FC236}">
                <a16:creationId xmlns:a16="http://schemas.microsoft.com/office/drawing/2014/main" id="{351E1BEF-C9A2-CC6E-757F-6943784783A5}"/>
              </a:ext>
            </a:extLst>
          </p:cNvPr>
          <p:cNvPicPr>
            <a:picLocks noChangeAspect="1"/>
          </p:cNvPicPr>
          <p:nvPr/>
        </p:nvPicPr>
        <p:blipFill>
          <a:blip r:embed="rId9"/>
          <a:stretch>
            <a:fillRect/>
          </a:stretch>
        </p:blipFill>
        <p:spPr>
          <a:xfrm flipH="1">
            <a:off x="8191499" y="1874171"/>
            <a:ext cx="542925" cy="542925"/>
          </a:xfrm>
          <a:prstGeom prst="rect">
            <a:avLst/>
          </a:prstGeom>
        </p:spPr>
      </p:pic>
      <p:sp>
        <p:nvSpPr>
          <p:cNvPr id="3" name="TextBox 2">
            <a:extLst>
              <a:ext uri="{FF2B5EF4-FFF2-40B4-BE49-F238E27FC236}">
                <a16:creationId xmlns:a16="http://schemas.microsoft.com/office/drawing/2014/main" id="{A06447BD-3FE5-904D-4961-A5667756AFF2}"/>
              </a:ext>
            </a:extLst>
          </p:cNvPr>
          <p:cNvSpPr txBox="1"/>
          <p:nvPr/>
        </p:nvSpPr>
        <p:spPr>
          <a:xfrm>
            <a:off x="6362700" y="6058390"/>
            <a:ext cx="5257800" cy="180562"/>
          </a:xfrm>
          <a:prstGeom prst="rect">
            <a:avLst/>
          </a:prstGeom>
          <a:noFill/>
        </p:spPr>
        <p:txBody>
          <a:bodyPr wrap="square" lIns="0" tIns="0" rIns="0" bIns="0" rtlCol="0">
            <a:spAutoFit/>
          </a:bodyPr>
          <a:lstStyle/>
          <a:p>
            <a:pPr algn="l">
              <a:lnSpc>
                <a:spcPct val="130000"/>
              </a:lnSpc>
            </a:pPr>
            <a:r>
              <a:rPr lang="en-IN" sz="1000" b="1" i="0">
                <a:solidFill>
                  <a:schemeClr val="tx1"/>
                </a:solidFill>
                <a:latin typeface="FedEx Sans" panose="020B0603020203020204" pitchFamily="34" charset="0"/>
                <a:ea typeface="FedEx Sans" panose="020B0603020203020204" pitchFamily="34" charset="0"/>
                <a:cs typeface="FedEx Sans" panose="020B0603020203020204" pitchFamily="34" charset="0"/>
              </a:rPr>
              <a:t>Note:</a:t>
            </a:r>
            <a:r>
              <a:rPr lang="en-IN" sz="1000" b="0" i="0">
                <a:solidFill>
                  <a:schemeClr val="tx1"/>
                </a:solidFill>
                <a:latin typeface="FedEx Sans" panose="020B0603020203020204" pitchFamily="34" charset="0"/>
                <a:ea typeface="FedEx Sans" panose="020B0603020203020204" pitchFamily="34" charset="0"/>
                <a:cs typeface="FedEx Sans" panose="020B0603020203020204" pitchFamily="34" charset="0"/>
              </a:rPr>
              <a:t> </a:t>
            </a:r>
            <a:r>
              <a:rPr lang="en-US" sz="1000">
                <a:solidFill>
                  <a:schemeClr val="tx1"/>
                </a:solidFill>
              </a:rPr>
              <a:t>Code Deployment on Python Server is dependent on completion of First process.</a:t>
            </a:r>
          </a:p>
        </p:txBody>
      </p:sp>
    </p:spTree>
    <p:extLst>
      <p:ext uri="{BB962C8B-B14F-4D97-AF65-F5344CB8AC3E}">
        <p14:creationId xmlns:p14="http://schemas.microsoft.com/office/powerpoint/2010/main" val="3898513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328CC-FD8C-5707-C661-45339EBD5F87}"/>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AD0343D-E9F6-F697-5802-3DE3E914BFA4}"/>
              </a:ext>
            </a:extLst>
          </p:cNvPr>
          <p:cNvSpPr>
            <a:spLocks noGrp="1"/>
          </p:cNvSpPr>
          <p:nvPr>
            <p:ph type="ftr" sz="quarter" idx="11"/>
          </p:nvPr>
        </p:nvSpPr>
        <p:spPr/>
        <p:txBody>
          <a:bodyPr/>
          <a:lstStyle/>
          <a:p>
            <a:pPr marL="0" marR="0" lvl="0" indent="0" algn="l" defTabSz="914400" eaLnBrk="1" fontAlgn="auto" latinLnBrk="0" hangingPunct="1">
              <a:lnSpc>
                <a:spcPct val="90000"/>
              </a:lnSpc>
              <a:spcBef>
                <a:spcPts val="0"/>
              </a:spcBef>
              <a:spcAft>
                <a:spcPts val="600"/>
              </a:spcAft>
              <a:buClrTx/>
              <a:buSzTx/>
              <a:buFontTx/>
              <a:buNone/>
              <a:tabLst/>
              <a:defRPr/>
            </a:pPr>
            <a:br>
              <a:rPr kumimoji="0" lang="en-US" sz="800" b="0" i="0" u="none" strike="noStrike" kern="0" cap="none" spc="0" normalizeH="0" baseline="0" noProof="0">
                <a:ln>
                  <a:noFill/>
                </a:ln>
                <a:solidFill>
                  <a:srgbClr val="8E8E8E"/>
                </a:solidFill>
                <a:effectLst/>
                <a:uLnTx/>
                <a:uFillTx/>
                <a:latin typeface="FedEx Sans Bold"/>
                <a:ea typeface="FedEx Sans" panose="020B0603020203020204" pitchFamily="34" charset="0"/>
                <a:cs typeface="FedEx Sans" panose="020B0603020203020204" pitchFamily="34" charset="0"/>
              </a:rPr>
            </a:br>
            <a:r>
              <a:rPr kumimoji="0" lang="en-US" sz="800" b="0" i="0" u="none" strike="noStrike" kern="0" cap="none" spc="0" normalizeH="0" baseline="0" noProof="0">
                <a:ln>
                  <a:noFill/>
                </a:ln>
                <a:solidFill>
                  <a:srgbClr val="8E8E8E"/>
                </a:solidFill>
                <a:effectLst/>
                <a:uLnTx/>
                <a:uFillTx/>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9" name="Snip Single Corner Rectangle 5">
            <a:extLst>
              <a:ext uri="{FF2B5EF4-FFF2-40B4-BE49-F238E27FC236}">
                <a16:creationId xmlns:a16="http://schemas.microsoft.com/office/drawing/2014/main" id="{A0112DDA-2010-3143-AFE2-F18576DDC5B5}"/>
              </a:ext>
            </a:extLst>
          </p:cNvPr>
          <p:cNvSpPr/>
          <p:nvPr/>
        </p:nvSpPr>
        <p:spPr>
          <a:xfrm flipH="1">
            <a:off x="6739638" y="3160609"/>
            <a:ext cx="2030658" cy="3600388"/>
          </a:xfrm>
          <a:prstGeom prst="snip1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333333"/>
              </a:solidFill>
              <a:effectLst/>
              <a:uLnTx/>
              <a:uFillTx/>
              <a:latin typeface="FedEx Sans Regular"/>
              <a:ea typeface="+mn-ea"/>
              <a:cs typeface="+mn-cs"/>
            </a:endParaRPr>
          </a:p>
        </p:txBody>
      </p:sp>
      <p:sp>
        <p:nvSpPr>
          <p:cNvPr id="3" name="Slide Number Placeholder 4">
            <a:extLst>
              <a:ext uri="{FF2B5EF4-FFF2-40B4-BE49-F238E27FC236}">
                <a16:creationId xmlns:a16="http://schemas.microsoft.com/office/drawing/2014/main" id="{8834A506-C05D-41CB-D84D-9C9CF9ABAC58}"/>
              </a:ext>
            </a:extLst>
          </p:cNvPr>
          <p:cNvSpPr>
            <a:spLocks noGrp="1"/>
          </p:cNvSpPr>
          <p:nvPr>
            <p:ph type="sldNum" sz="quarter" idx="12"/>
          </p:nvPr>
        </p:nvSpPr>
        <p:spPr>
          <a:xfrm>
            <a:off x="9982200" y="6374929"/>
            <a:ext cx="1638300" cy="219635"/>
          </a:xfrm>
        </p:spPr>
        <p:txBody>
          <a:bodyPr/>
          <a:lstStyle/>
          <a:p>
            <a:pPr marL="0" marR="0" lvl="0" indent="0" algn="r" defTabSz="914400" eaLnBrk="1" fontAlgn="auto" latinLnBrk="0" hangingPunct="1">
              <a:lnSpc>
                <a:spcPct val="100000"/>
              </a:lnSpc>
              <a:spcBef>
                <a:spcPts val="0"/>
              </a:spcBef>
              <a:spcAft>
                <a:spcPts val="600"/>
              </a:spcAft>
              <a:buClrTx/>
              <a:buSzTx/>
              <a:buFontTx/>
              <a:buNone/>
              <a:tabLst/>
              <a:defRPr/>
            </a:pPr>
            <a:fld id="{64B53FD8-04EE-4F67-B5CA-77D45BC12F90}" type="slidenum">
              <a:rPr kumimoji="0" lang="en-US" sz="800" b="0" i="0" u="none" strike="noStrike" kern="0" cap="none" spc="0" normalizeH="0" baseline="0" noProof="0" smtClean="0">
                <a:ln>
                  <a:noFill/>
                </a:ln>
                <a:solidFill>
                  <a:srgbClr val="8E8E8E"/>
                </a:solidFill>
                <a:effectLst/>
                <a:uLnTx/>
                <a:uFillTx/>
                <a:latin typeface="FedEx Sans" panose="020B0603020203020204" pitchFamily="34" charset="0"/>
                <a:ea typeface="FedEx Sans" panose="020B0603020203020204" pitchFamily="34" charset="0"/>
                <a:cs typeface="FedEx Sans" panose="020B0603020203020204" pitchFamily="34" charset="0"/>
              </a:rPr>
              <a:pPr marL="0" marR="0" lvl="0" indent="0" algn="r" defTabSz="914400" eaLnBrk="1" fontAlgn="auto" latinLnBrk="0" hangingPunct="1">
                <a:lnSpc>
                  <a:spcPct val="100000"/>
                </a:lnSpc>
                <a:spcBef>
                  <a:spcPts val="0"/>
                </a:spcBef>
                <a:spcAft>
                  <a:spcPts val="600"/>
                </a:spcAft>
                <a:buClrTx/>
                <a:buSzTx/>
                <a:buFontTx/>
                <a:buNone/>
                <a:tabLst/>
                <a:defRPr/>
              </a:pPr>
              <a:t>29</a:t>
            </a:fld>
            <a:endParaRPr kumimoji="0" lang="en-US" sz="800" b="0" i="0" u="none" strike="noStrike" kern="0" cap="none" spc="0" normalizeH="0" baseline="0" noProof="0">
              <a:ln>
                <a:noFill/>
              </a:ln>
              <a:solidFill>
                <a:srgbClr val="8E8E8E"/>
              </a:solidFill>
              <a:effectLst/>
              <a:uLnTx/>
              <a:uFillTx/>
              <a:latin typeface="FedEx Sans" panose="020B0603020203020204" pitchFamily="34" charset="0"/>
              <a:ea typeface="FedEx Sans" panose="020B0603020203020204" pitchFamily="34" charset="0"/>
              <a:cs typeface="FedEx Sans" panose="020B0603020203020204" pitchFamily="34" charset="0"/>
            </a:endParaRPr>
          </a:p>
        </p:txBody>
      </p:sp>
      <p:sp>
        <p:nvSpPr>
          <p:cNvPr id="2" name="Vertical Title 1">
            <a:extLst>
              <a:ext uri="{FF2B5EF4-FFF2-40B4-BE49-F238E27FC236}">
                <a16:creationId xmlns:a16="http://schemas.microsoft.com/office/drawing/2014/main" id="{5277A2EF-A6CE-236D-78FB-30B13A45B095}"/>
              </a:ext>
            </a:extLst>
          </p:cNvPr>
          <p:cNvSpPr>
            <a:spLocks noGrp="1"/>
          </p:cNvSpPr>
          <p:nvPr>
            <p:ph type="title" orient="vert"/>
          </p:nvPr>
        </p:nvSpPr>
        <p:spPr>
          <a:xfrm>
            <a:off x="576072" y="571500"/>
            <a:ext cx="11044427" cy="1104900"/>
          </a:xfrm>
        </p:spPr>
        <p:txBody>
          <a:bodyPr/>
          <a:lstStyle/>
          <a:p>
            <a:r>
              <a:rPr lang="en-US" sz="2800" b="1"/>
              <a:t>OPTI</a:t>
            </a:r>
            <a:r>
              <a:rPr lang="en-US" sz="2800" b="1">
                <a:solidFill>
                  <a:schemeClr val="bg2"/>
                </a:solidFill>
              </a:rPr>
              <a:t>X</a:t>
            </a:r>
            <a:r>
              <a:rPr lang="en-US" sz="2800" b="1"/>
              <a:t> Vision Video</a:t>
            </a:r>
            <a:br>
              <a:rPr lang="en-US" sz="2800" b="1"/>
            </a:br>
            <a:endParaRPr lang="en-US" sz="2800" b="1"/>
          </a:p>
        </p:txBody>
      </p:sp>
    </p:spTree>
    <p:extLst>
      <p:ext uri="{BB962C8B-B14F-4D97-AF65-F5344CB8AC3E}">
        <p14:creationId xmlns:p14="http://schemas.microsoft.com/office/powerpoint/2010/main" val="3978243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ED05199-4F8A-DE2F-4DB5-E531A1A0F421}"/>
              </a:ext>
            </a:extLst>
          </p:cNvPr>
          <p:cNvSpPr>
            <a:spLocks noGrp="1"/>
          </p:cNvSpPr>
          <p:nvPr>
            <p:ph type="pic" sz="quarter" idx="15"/>
          </p:nvPr>
        </p:nvSpPr>
        <p:spPr/>
        <p:txBody>
          <a:bodyPr/>
          <a:lstStyle/>
          <a:p>
            <a:endParaRPr lang="en-IN"/>
          </a:p>
        </p:txBody>
      </p:sp>
      <p:sp>
        <p:nvSpPr>
          <p:cNvPr id="11" name="Footer Placeholder 10">
            <a:extLst>
              <a:ext uri="{FF2B5EF4-FFF2-40B4-BE49-F238E27FC236}">
                <a16:creationId xmlns:a16="http://schemas.microsoft.com/office/drawing/2014/main" id="{9732674B-D351-0283-A8BD-422CB0595100}"/>
              </a:ext>
            </a:extLst>
          </p:cNvPr>
          <p:cNvSpPr>
            <a:spLocks noGrp="1"/>
          </p:cNvSpPr>
          <p:nvPr>
            <p:ph type="ftr" sz="quarter" idx="32"/>
          </p:nvPr>
        </p:nvSpPr>
        <p:spPr/>
        <p:txBody>
          <a:bodyPr/>
          <a:lstStyle/>
          <a:p>
            <a:r>
              <a:rPr lang="en-US" b="1"/>
              <a:t>&lt;Customize with Department&gt;</a:t>
            </a:r>
            <a:br>
              <a:rPr lang="en-US">
                <a:latin typeface="+mj-lt"/>
              </a:rPr>
            </a:br>
            <a:r>
              <a:rPr lang="en-US"/>
              <a:t>FedEx Proprietary &amp; Confidential © </a:t>
            </a:r>
          </a:p>
        </p:txBody>
      </p:sp>
      <p:sp>
        <p:nvSpPr>
          <p:cNvPr id="12" name="Slide Number Placeholder 11">
            <a:extLst>
              <a:ext uri="{FF2B5EF4-FFF2-40B4-BE49-F238E27FC236}">
                <a16:creationId xmlns:a16="http://schemas.microsoft.com/office/drawing/2014/main" id="{08A60258-55F7-E1CC-EA1F-2247B1456A70}"/>
              </a:ext>
            </a:extLst>
          </p:cNvPr>
          <p:cNvSpPr>
            <a:spLocks noGrp="1"/>
          </p:cNvSpPr>
          <p:nvPr>
            <p:ph type="sldNum" sz="quarter" idx="33"/>
          </p:nvPr>
        </p:nvSpPr>
        <p:spPr/>
        <p:txBody>
          <a:bodyPr/>
          <a:lstStyle/>
          <a:p>
            <a:fld id="{64B53FD8-04EE-4F67-B5CA-77D45BC12F90}" type="slidenum">
              <a:rPr lang="en-US" smtClean="0"/>
              <a:pPr/>
              <a:t>30</a:t>
            </a:fld>
            <a:endParaRPr lang="en-US" sz="800"/>
          </a:p>
        </p:txBody>
      </p:sp>
      <p:sp>
        <p:nvSpPr>
          <p:cNvPr id="13" name="Text Placeholder 2">
            <a:extLst>
              <a:ext uri="{FF2B5EF4-FFF2-40B4-BE49-F238E27FC236}">
                <a16:creationId xmlns:a16="http://schemas.microsoft.com/office/drawing/2014/main" id="{08C7C67A-63AE-F935-68CB-CC40B4AC3204}"/>
              </a:ext>
            </a:extLst>
          </p:cNvPr>
          <p:cNvSpPr txBox="1">
            <a:spLocks/>
          </p:cNvSpPr>
          <p:nvPr/>
        </p:nvSpPr>
        <p:spPr>
          <a:xfrm>
            <a:off x="4524535" y="2756802"/>
            <a:ext cx="3182961" cy="1155590"/>
          </a:xfrm>
          <a:prstGeom prst="rect">
            <a:avLst/>
          </a:prstGeom>
        </p:spPr>
        <p:txBody>
          <a:bodyPr vert="horz" lIns="0" tIns="0" rIns="0" bIns="0" rtlCol="0" anchor="ctr" anchorCtr="0">
            <a:noAutofit/>
          </a:bodyPr>
          <a:lstStyle>
            <a:lvl1pPr marL="0" indent="0" algn="ctr" defTabSz="914400" rtl="0" eaLnBrk="1" latinLnBrk="0" hangingPunct="1">
              <a:lnSpc>
                <a:spcPct val="130000"/>
              </a:lnSpc>
              <a:spcBef>
                <a:spcPts val="0"/>
              </a:spcBef>
              <a:spcAft>
                <a:spcPts val="300"/>
              </a:spcAft>
              <a:buFont typeface="Arial" panose="020B0604020202020204" pitchFamily="34" charset="0"/>
              <a:buNone/>
              <a:tabLst/>
              <a:defRPr sz="14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ctr" defTabSz="914400" rtl="0" eaLnBrk="1" latinLnBrk="0" hangingPunct="1">
              <a:lnSpc>
                <a:spcPct val="130000"/>
              </a:lnSpc>
              <a:spcBef>
                <a:spcPts val="0"/>
              </a:spcBef>
              <a:spcAft>
                <a:spcPts val="300"/>
              </a:spcAft>
              <a:buFont typeface="Arial" panose="020B0604020202020204" pitchFamily="34" charset="0"/>
              <a:buNone/>
              <a:defRPr sz="14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400" b="0" i="0" kern="120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ctr" defTabSz="914400" rtl="0" eaLnBrk="1" latinLnBrk="0" hangingPunct="1">
              <a:lnSpc>
                <a:spcPct val="130000"/>
              </a:lnSpc>
              <a:spcBef>
                <a:spcPts val="0"/>
              </a:spcBef>
              <a:spcAft>
                <a:spcPts val="300"/>
              </a:spcAft>
              <a:buFont typeface="Arial" panose="020B0604020202020204" pitchFamily="34" charset="0"/>
              <a:buChar char="•"/>
              <a:defRPr sz="14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438912" indent="-219456" algn="l" defTabSz="914400" rtl="0" eaLnBrk="1" latinLnBrk="0" hangingPunct="1">
              <a:lnSpc>
                <a:spcPct val="130000"/>
              </a:lnSpc>
              <a:spcBef>
                <a:spcPts val="0"/>
              </a:spcBef>
              <a:spcAft>
                <a:spcPts val="600"/>
              </a:spcAft>
              <a:buFont typeface="System Font Regular"/>
              <a:buChar char="–"/>
              <a:defRPr sz="14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0"/>
              </a:spcAft>
            </a:pPr>
            <a:r>
              <a:rPr lang="en-US"/>
              <a:t>Policy Compliance</a:t>
            </a:r>
          </a:p>
          <a:p>
            <a:pPr lvl="1">
              <a:spcAft>
                <a:spcPts val="0"/>
              </a:spcAft>
            </a:pPr>
            <a:r>
              <a:rPr lang="en-US"/>
              <a:t>Cases should be raised as per SOP by Sales Rep for auto-resolution</a:t>
            </a:r>
          </a:p>
        </p:txBody>
      </p:sp>
      <p:pic>
        <p:nvPicPr>
          <p:cNvPr id="14" name="Picture Placeholder 26">
            <a:extLst>
              <a:ext uri="{FF2B5EF4-FFF2-40B4-BE49-F238E27FC236}">
                <a16:creationId xmlns:a16="http://schemas.microsoft.com/office/drawing/2014/main" id="{C42B0F92-3FAD-2660-3109-7DE7024DE9B9}"/>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l="123" r="123"/>
          <a:stretch/>
        </p:blipFill>
        <p:spPr>
          <a:xfrm>
            <a:off x="9594345" y="2227290"/>
            <a:ext cx="529512" cy="529512"/>
          </a:xfrm>
          <a:prstGeom prst="rect">
            <a:avLst/>
          </a:prstGeom>
        </p:spPr>
      </p:pic>
      <p:sp>
        <p:nvSpPr>
          <p:cNvPr id="15" name="Text Placeholder 4">
            <a:extLst>
              <a:ext uri="{FF2B5EF4-FFF2-40B4-BE49-F238E27FC236}">
                <a16:creationId xmlns:a16="http://schemas.microsoft.com/office/drawing/2014/main" id="{1DBA39BF-2148-81D3-9724-EBE01862B080}"/>
              </a:ext>
            </a:extLst>
          </p:cNvPr>
          <p:cNvSpPr txBox="1">
            <a:spLocks/>
          </p:cNvSpPr>
          <p:nvPr/>
        </p:nvSpPr>
        <p:spPr>
          <a:xfrm>
            <a:off x="4615349" y="4857905"/>
            <a:ext cx="3182962" cy="1155588"/>
          </a:xfrm>
          <a:prstGeom prst="rect">
            <a:avLst/>
          </a:prstGeom>
        </p:spPr>
        <p:txBody>
          <a:bodyPr vert="horz" lIns="0" tIns="0" rIns="0" bIns="0" rtlCol="0" anchor="ctr" anchorCtr="0">
            <a:noAutofit/>
          </a:bodyPr>
          <a:lstStyle>
            <a:lvl1pPr marL="0" indent="0" algn="ctr" defTabSz="914400" rtl="0" eaLnBrk="1" latinLnBrk="0" hangingPunct="1">
              <a:lnSpc>
                <a:spcPct val="130000"/>
              </a:lnSpc>
              <a:spcBef>
                <a:spcPts val="0"/>
              </a:spcBef>
              <a:spcAft>
                <a:spcPts val="300"/>
              </a:spcAft>
              <a:buFont typeface="Arial" panose="020B0604020202020204" pitchFamily="34" charset="0"/>
              <a:buNone/>
              <a:tabLst/>
              <a:defRPr sz="14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ctr" defTabSz="914400" rtl="0" eaLnBrk="1" latinLnBrk="0" hangingPunct="1">
              <a:lnSpc>
                <a:spcPct val="130000"/>
              </a:lnSpc>
              <a:spcBef>
                <a:spcPts val="0"/>
              </a:spcBef>
              <a:spcAft>
                <a:spcPts val="300"/>
              </a:spcAft>
              <a:buFont typeface="Arial" panose="020B0604020202020204" pitchFamily="34" charset="0"/>
              <a:buNone/>
              <a:defRPr sz="14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400" b="0" i="0" kern="120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ctr" defTabSz="914400" rtl="0" eaLnBrk="1" latinLnBrk="0" hangingPunct="1">
              <a:lnSpc>
                <a:spcPct val="130000"/>
              </a:lnSpc>
              <a:spcBef>
                <a:spcPts val="0"/>
              </a:spcBef>
              <a:spcAft>
                <a:spcPts val="300"/>
              </a:spcAft>
              <a:buFont typeface="Arial" panose="020B0604020202020204" pitchFamily="34" charset="0"/>
              <a:buChar char="•"/>
              <a:defRPr sz="14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438912" indent="-219456" algn="l" defTabSz="914400" rtl="0" eaLnBrk="1" latinLnBrk="0" hangingPunct="1">
              <a:lnSpc>
                <a:spcPct val="130000"/>
              </a:lnSpc>
              <a:spcBef>
                <a:spcPts val="0"/>
              </a:spcBef>
              <a:spcAft>
                <a:spcPts val="600"/>
              </a:spcAft>
              <a:buFont typeface="System Font Regular"/>
              <a:buChar char="–"/>
              <a:defRPr sz="14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0"/>
              </a:spcAft>
            </a:pPr>
            <a:r>
              <a:rPr lang="en-US"/>
              <a:t>Non-US Process Standardization</a:t>
            </a:r>
          </a:p>
          <a:p>
            <a:pPr lvl="1">
              <a:spcAft>
                <a:spcPts val="0"/>
              </a:spcAft>
            </a:pPr>
            <a:r>
              <a:rPr lang="en-US"/>
              <a:t>Standardizing the TP&amp;O process to non-US region for better scalability</a:t>
            </a:r>
          </a:p>
        </p:txBody>
      </p:sp>
      <p:sp>
        <p:nvSpPr>
          <p:cNvPr id="16" name="Text Placeholder 7">
            <a:extLst>
              <a:ext uri="{FF2B5EF4-FFF2-40B4-BE49-F238E27FC236}">
                <a16:creationId xmlns:a16="http://schemas.microsoft.com/office/drawing/2014/main" id="{E77FEA93-9E5C-E0FA-A4E5-A5502DFCB7C9}"/>
              </a:ext>
            </a:extLst>
          </p:cNvPr>
          <p:cNvSpPr txBox="1">
            <a:spLocks/>
          </p:cNvSpPr>
          <p:nvPr/>
        </p:nvSpPr>
        <p:spPr>
          <a:xfrm>
            <a:off x="8390721" y="2902603"/>
            <a:ext cx="3182958" cy="883013"/>
          </a:xfrm>
          <a:prstGeom prst="rect">
            <a:avLst/>
          </a:prstGeom>
        </p:spPr>
        <p:txBody>
          <a:bodyPr vert="horz" lIns="0" tIns="0" rIns="0" bIns="0" rtlCol="0" anchor="t" anchorCtr="0">
            <a:noAutofit/>
          </a:bodyPr>
          <a:lstStyle>
            <a:lvl1pPr marL="0" indent="0" algn="ctr" defTabSz="914400" rtl="0" eaLnBrk="1" latinLnBrk="0" hangingPunct="1">
              <a:lnSpc>
                <a:spcPct val="130000"/>
              </a:lnSpc>
              <a:spcBef>
                <a:spcPts val="0"/>
              </a:spcBef>
              <a:spcAft>
                <a:spcPts val="300"/>
              </a:spcAft>
              <a:buFont typeface="Arial" panose="020B0604020202020204" pitchFamily="34" charset="0"/>
              <a:buNone/>
              <a:tabLst/>
              <a:defRPr sz="14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ctr" defTabSz="914400" rtl="0" eaLnBrk="1" latinLnBrk="0" hangingPunct="1">
              <a:lnSpc>
                <a:spcPct val="130000"/>
              </a:lnSpc>
              <a:spcBef>
                <a:spcPts val="0"/>
              </a:spcBef>
              <a:spcAft>
                <a:spcPts val="300"/>
              </a:spcAft>
              <a:buFont typeface="Arial" panose="020B0604020202020204" pitchFamily="34" charset="0"/>
              <a:buNone/>
              <a:defRPr sz="14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400" b="0" i="0" kern="120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ctr" defTabSz="914400" rtl="0" eaLnBrk="1" latinLnBrk="0" hangingPunct="1">
              <a:lnSpc>
                <a:spcPct val="130000"/>
              </a:lnSpc>
              <a:spcBef>
                <a:spcPts val="0"/>
              </a:spcBef>
              <a:spcAft>
                <a:spcPts val="300"/>
              </a:spcAft>
              <a:buFont typeface="Arial" panose="020B0604020202020204" pitchFamily="34" charset="0"/>
              <a:buChar char="•"/>
              <a:defRPr sz="14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438912" indent="-219456" algn="l" defTabSz="914400" rtl="0" eaLnBrk="1" latinLnBrk="0" hangingPunct="1">
              <a:lnSpc>
                <a:spcPct val="130000"/>
              </a:lnSpc>
              <a:spcBef>
                <a:spcPts val="0"/>
              </a:spcBef>
              <a:spcAft>
                <a:spcPts val="600"/>
              </a:spcAft>
              <a:buFont typeface="System Font Regular"/>
              <a:buChar char="–"/>
              <a:defRPr sz="14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0"/>
              </a:spcAft>
            </a:pPr>
            <a:r>
              <a:rPr lang="en-US"/>
              <a:t>Agentic AI Environment Access</a:t>
            </a:r>
          </a:p>
          <a:p>
            <a:pPr lvl="1">
              <a:spcAft>
                <a:spcPts val="0"/>
              </a:spcAft>
            </a:pPr>
            <a:r>
              <a:rPr lang="en-US"/>
              <a:t>LLM platform, GPU/CPU, data storage, Agent orchestration</a:t>
            </a:r>
          </a:p>
        </p:txBody>
      </p:sp>
      <p:pic>
        <p:nvPicPr>
          <p:cNvPr id="17" name="Picture Placeholder 29">
            <a:extLst>
              <a:ext uri="{FF2B5EF4-FFF2-40B4-BE49-F238E27FC236}">
                <a16:creationId xmlns:a16="http://schemas.microsoft.com/office/drawing/2014/main" id="{788B3167-80DC-6668-68FC-6372F50FBFA2}"/>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705716" y="2227290"/>
            <a:ext cx="551967" cy="551967"/>
          </a:xfrm>
          <a:prstGeom prst="rect">
            <a:avLst/>
          </a:prstGeom>
        </p:spPr>
      </p:pic>
      <p:sp>
        <p:nvSpPr>
          <p:cNvPr id="18" name="Text Placeholder 9">
            <a:extLst>
              <a:ext uri="{FF2B5EF4-FFF2-40B4-BE49-F238E27FC236}">
                <a16:creationId xmlns:a16="http://schemas.microsoft.com/office/drawing/2014/main" id="{3CB8F998-F41F-717D-D42D-ABA967369DC5}"/>
              </a:ext>
            </a:extLst>
          </p:cNvPr>
          <p:cNvSpPr txBox="1">
            <a:spLocks/>
          </p:cNvSpPr>
          <p:nvPr/>
        </p:nvSpPr>
        <p:spPr>
          <a:xfrm>
            <a:off x="8298860" y="4991300"/>
            <a:ext cx="3432892" cy="1155587"/>
          </a:xfrm>
          <a:prstGeom prst="rect">
            <a:avLst/>
          </a:prstGeom>
        </p:spPr>
        <p:txBody>
          <a:bodyPr vert="horz" lIns="0" tIns="0" rIns="0" bIns="0" rtlCol="0" anchor="ctr" anchorCtr="0">
            <a:noAutofit/>
          </a:bodyPr>
          <a:lstStyle>
            <a:lvl1pPr marL="0" indent="0" algn="ctr" defTabSz="914400" rtl="0" eaLnBrk="1" latinLnBrk="0" hangingPunct="1">
              <a:lnSpc>
                <a:spcPct val="130000"/>
              </a:lnSpc>
              <a:spcBef>
                <a:spcPts val="0"/>
              </a:spcBef>
              <a:spcAft>
                <a:spcPts val="300"/>
              </a:spcAft>
              <a:buFont typeface="Arial" panose="020B0604020202020204" pitchFamily="34" charset="0"/>
              <a:buNone/>
              <a:tabLst/>
              <a:defRPr sz="1400" b="1"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1pPr>
            <a:lvl2pPr marL="0" indent="0" algn="ctr" defTabSz="914400" rtl="0" eaLnBrk="1" latinLnBrk="0" hangingPunct="1">
              <a:lnSpc>
                <a:spcPct val="130000"/>
              </a:lnSpc>
              <a:spcBef>
                <a:spcPts val="0"/>
              </a:spcBef>
              <a:spcAft>
                <a:spcPts val="300"/>
              </a:spcAft>
              <a:buFont typeface="Arial" panose="020B0604020202020204" pitchFamily="34" charset="0"/>
              <a:buNone/>
              <a:defRPr sz="14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2pPr>
            <a:lvl3pPr marL="0" indent="0" algn="l" defTabSz="914400" rtl="0" eaLnBrk="1" latinLnBrk="0" hangingPunct="1">
              <a:lnSpc>
                <a:spcPct val="130000"/>
              </a:lnSpc>
              <a:spcBef>
                <a:spcPts val="0"/>
              </a:spcBef>
              <a:spcAft>
                <a:spcPts val="600"/>
              </a:spcAft>
              <a:buFont typeface="Arial" panose="020B0604020202020204" pitchFamily="34" charset="0"/>
              <a:buNone/>
              <a:defRPr sz="1400" b="0" i="0" kern="1200">
                <a:solidFill>
                  <a:schemeClr val="bg1"/>
                </a:solidFill>
                <a:latin typeface="FedEx Sans" panose="020B0603020203020204" pitchFamily="34" charset="0"/>
                <a:ea typeface="FedEx Sans" panose="020B0603020203020204" pitchFamily="34" charset="0"/>
                <a:cs typeface="FedEx Sans" panose="020B0603020203020204" pitchFamily="34" charset="0"/>
              </a:defRPr>
            </a:lvl3pPr>
            <a:lvl4pPr marL="219456" indent="-219456" algn="ctr" defTabSz="914400" rtl="0" eaLnBrk="1" latinLnBrk="0" hangingPunct="1">
              <a:lnSpc>
                <a:spcPct val="130000"/>
              </a:lnSpc>
              <a:spcBef>
                <a:spcPts val="0"/>
              </a:spcBef>
              <a:spcAft>
                <a:spcPts val="300"/>
              </a:spcAft>
              <a:buFont typeface="Arial" panose="020B0604020202020204" pitchFamily="34" charset="0"/>
              <a:buChar char="•"/>
              <a:defRPr sz="1400" b="0" i="0" kern="1200">
                <a:solidFill>
                  <a:schemeClr val="tx1"/>
                </a:solidFill>
                <a:latin typeface="FedEx Sans" panose="020B0603020203020204" pitchFamily="34" charset="0"/>
                <a:ea typeface="FedEx Sans" panose="020B0603020203020204" pitchFamily="34" charset="0"/>
                <a:cs typeface="FedEx Sans" panose="020B0603020203020204" pitchFamily="34" charset="0"/>
              </a:defRPr>
            </a:lvl4pPr>
            <a:lvl5pPr marL="438912" indent="-219456" algn="l" defTabSz="914400" rtl="0" eaLnBrk="1" latinLnBrk="0" hangingPunct="1">
              <a:lnSpc>
                <a:spcPct val="130000"/>
              </a:lnSpc>
              <a:spcBef>
                <a:spcPts val="0"/>
              </a:spcBef>
              <a:spcAft>
                <a:spcPts val="600"/>
              </a:spcAft>
              <a:buFont typeface="System Font Regular"/>
              <a:buChar char="–"/>
              <a:defRPr sz="1400" kern="1200">
                <a:solidFill>
                  <a:schemeClr val="tx1"/>
                </a:solidFill>
                <a:latin typeface="+mn-lt"/>
                <a:ea typeface="+mn-ea"/>
                <a:cs typeface="+mn-cs"/>
              </a:defRPr>
            </a:lvl5pPr>
            <a:lvl6pPr marL="658368" indent="-219456" algn="l" defTabSz="914400" rtl="0" eaLnBrk="1" latinLnBrk="0" hangingPunct="1">
              <a:lnSpc>
                <a:spcPct val="130000"/>
              </a:lnSpc>
              <a:spcBef>
                <a:spcPts val="0"/>
              </a:spcBef>
              <a:spcAft>
                <a:spcPts val="600"/>
              </a:spcAft>
              <a:buFont typeface="System Font Regular"/>
              <a:buChar char="&g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0"/>
              </a:spcAft>
            </a:pPr>
            <a:r>
              <a:rPr lang="en-US"/>
              <a:t>Other Licenses</a:t>
            </a:r>
          </a:p>
          <a:p>
            <a:pPr marL="285750" lvl="1" indent="-285750" algn="l">
              <a:spcAft>
                <a:spcPts val="0"/>
              </a:spcAft>
              <a:buFont typeface="Arial" panose="020B0604020202020204" pitchFamily="34" charset="0"/>
              <a:buChar char="•"/>
            </a:pPr>
            <a:r>
              <a:rPr lang="en-US"/>
              <a:t>License for sales rep access to Agent</a:t>
            </a:r>
          </a:p>
          <a:p>
            <a:pPr marL="285750" lvl="1" indent="-285750" algn="l">
              <a:spcAft>
                <a:spcPts val="0"/>
              </a:spcAft>
              <a:buFont typeface="Arial" panose="020B0604020202020204" pitchFamily="34" charset="0"/>
              <a:buChar char="•"/>
            </a:pPr>
            <a:r>
              <a:rPr lang="en-US"/>
              <a:t>External data API license (e.g., </a:t>
            </a:r>
            <a:r>
              <a:rPr lang="en-US" err="1"/>
              <a:t>Zoominfo</a:t>
            </a:r>
            <a:r>
              <a:rPr lang="en-US"/>
              <a:t>)</a:t>
            </a:r>
          </a:p>
          <a:p>
            <a:pPr lvl="1">
              <a:spcAft>
                <a:spcPts val="0"/>
              </a:spcAft>
            </a:pPr>
            <a:endParaRPr lang="en-US"/>
          </a:p>
        </p:txBody>
      </p:sp>
      <p:pic>
        <p:nvPicPr>
          <p:cNvPr id="19" name="Picture Placeholder 23">
            <a:extLst>
              <a:ext uri="{FF2B5EF4-FFF2-40B4-BE49-F238E27FC236}">
                <a16:creationId xmlns:a16="http://schemas.microsoft.com/office/drawing/2014/main" id="{C9EDC7AD-1BEA-BEF2-2462-7289A975373F}"/>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9591719" y="4125513"/>
            <a:ext cx="646734" cy="646734"/>
          </a:xfrm>
          <a:prstGeom prst="rect">
            <a:avLst/>
          </a:prstGeom>
        </p:spPr>
      </p:pic>
      <p:pic>
        <p:nvPicPr>
          <p:cNvPr id="20" name="Graphic 19">
            <a:extLst>
              <a:ext uri="{FF2B5EF4-FFF2-40B4-BE49-F238E27FC236}">
                <a16:creationId xmlns:a16="http://schemas.microsoft.com/office/drawing/2014/main" id="{D4921ADA-C228-BAF8-B3F8-F70EF30C24B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58333" y="4125513"/>
            <a:ext cx="646734" cy="646734"/>
          </a:xfrm>
          <a:prstGeom prst="rect">
            <a:avLst/>
          </a:prstGeom>
        </p:spPr>
      </p:pic>
      <p:sp>
        <p:nvSpPr>
          <p:cNvPr id="21" name="Rectangle: Rounded Corners 20">
            <a:extLst>
              <a:ext uri="{FF2B5EF4-FFF2-40B4-BE49-F238E27FC236}">
                <a16:creationId xmlns:a16="http://schemas.microsoft.com/office/drawing/2014/main" id="{0BB7397A-39D1-B461-2FEA-218A4BE1C85A}"/>
              </a:ext>
            </a:extLst>
          </p:cNvPr>
          <p:cNvSpPr/>
          <p:nvPr/>
        </p:nvSpPr>
        <p:spPr>
          <a:xfrm>
            <a:off x="4524535" y="1528261"/>
            <a:ext cx="3182963" cy="350152"/>
          </a:xfrm>
          <a:prstGeom prst="round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ctr"/>
            <a:r>
              <a:rPr lang="en-US" sz="1200" b="1">
                <a:solidFill>
                  <a:schemeClr val="bg1"/>
                </a:solidFill>
              </a:rPr>
              <a:t>Operational Efficiency</a:t>
            </a:r>
            <a:endParaRPr lang="en-IN" sz="1200" b="1">
              <a:solidFill>
                <a:schemeClr val="bg1"/>
              </a:solidFill>
            </a:endParaRPr>
          </a:p>
        </p:txBody>
      </p:sp>
      <p:sp>
        <p:nvSpPr>
          <p:cNvPr id="22" name="Rectangle: Rounded Corners 21">
            <a:extLst>
              <a:ext uri="{FF2B5EF4-FFF2-40B4-BE49-F238E27FC236}">
                <a16:creationId xmlns:a16="http://schemas.microsoft.com/office/drawing/2014/main" id="{DD42F5CD-E6C3-4C4F-780E-9AF18D5B1D1C}"/>
              </a:ext>
            </a:extLst>
          </p:cNvPr>
          <p:cNvSpPr/>
          <p:nvPr/>
        </p:nvSpPr>
        <p:spPr>
          <a:xfrm>
            <a:off x="8268342" y="1519243"/>
            <a:ext cx="3293489" cy="368187"/>
          </a:xfrm>
          <a:prstGeom prst="round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ctr" rtl="0" fontAlgn="base">
              <a:lnSpc>
                <a:spcPct val="130000"/>
              </a:lnSpc>
              <a:spcBef>
                <a:spcPct val="0"/>
              </a:spcBef>
              <a:spcAft>
                <a:spcPct val="0"/>
              </a:spcAft>
            </a:pPr>
            <a:r>
              <a:rPr lang="en-US" sz="1200" b="1">
                <a:solidFill>
                  <a:schemeClr val="bg1"/>
                </a:solidFill>
              </a:rPr>
              <a:t>Future-State Infrastructure</a:t>
            </a:r>
            <a:endParaRPr lang="en-US" sz="1200" b="1" kern="1200">
              <a:solidFill>
                <a:schemeClr val="bg1"/>
              </a:solidFill>
              <a:ea typeface="ＭＳ Ｐゴシック" pitchFamily="34" charset="-128"/>
              <a:cs typeface="Arial"/>
            </a:endParaRPr>
          </a:p>
        </p:txBody>
      </p:sp>
      <p:pic>
        <p:nvPicPr>
          <p:cNvPr id="24" name="Picture 23">
            <a:extLst>
              <a:ext uri="{FF2B5EF4-FFF2-40B4-BE49-F238E27FC236}">
                <a16:creationId xmlns:a16="http://schemas.microsoft.com/office/drawing/2014/main" id="{22D5B02D-9D24-DFE9-43C3-C0580CD34AB0}"/>
              </a:ext>
            </a:extLst>
          </p:cNvPr>
          <p:cNvPicPr>
            <a:picLocks noChangeAspect="1"/>
          </p:cNvPicPr>
          <p:nvPr/>
        </p:nvPicPr>
        <p:blipFill>
          <a:blip r:embed="rId6"/>
          <a:stretch>
            <a:fillRect/>
          </a:stretch>
        </p:blipFill>
        <p:spPr>
          <a:xfrm>
            <a:off x="-26683" y="0"/>
            <a:ext cx="4141483" cy="6858000"/>
          </a:xfrm>
          <a:prstGeom prst="rect">
            <a:avLst/>
          </a:prstGeom>
        </p:spPr>
      </p:pic>
      <p:sp>
        <p:nvSpPr>
          <p:cNvPr id="25" name="Vertical Title 1">
            <a:extLst>
              <a:ext uri="{FF2B5EF4-FFF2-40B4-BE49-F238E27FC236}">
                <a16:creationId xmlns:a16="http://schemas.microsoft.com/office/drawing/2014/main" id="{E1E2A38E-52BC-099F-6042-4DD9AEC08B1B}"/>
              </a:ext>
            </a:extLst>
          </p:cNvPr>
          <p:cNvSpPr txBox="1">
            <a:spLocks/>
          </p:cNvSpPr>
          <p:nvPr/>
        </p:nvSpPr>
        <p:spPr>
          <a:xfrm>
            <a:off x="4343400" y="571500"/>
            <a:ext cx="7277100" cy="587993"/>
          </a:xfrm>
          <a:prstGeom prst="rect">
            <a:avLst/>
          </a:prstGeom>
        </p:spPr>
        <p:txBody>
          <a:bodyPr/>
          <a:lstStyle>
            <a:lvl1pPr algn="l" defTabSz="914400" rtl="0" eaLnBrk="1" latinLnBrk="0" hangingPunct="1">
              <a:lnSpc>
                <a:spcPct val="110000"/>
              </a:lnSpc>
              <a:spcBef>
                <a:spcPct val="0"/>
              </a:spcBef>
              <a:buNone/>
              <a:defRPr sz="3800" b="0" i="0" kern="1200">
                <a:solidFill>
                  <a:schemeClr val="tx2"/>
                </a:solidFill>
                <a:latin typeface="FedEx Sans Light" panose="020B0403020203020204" pitchFamily="34" charset="0"/>
                <a:ea typeface="FedEx Sans Light" panose="020B0403020203020204" pitchFamily="34" charset="0"/>
                <a:cs typeface="FedEx Sans Light" panose="020B0403020203020204" pitchFamily="34" charset="0"/>
              </a:defRPr>
            </a:lvl1pPr>
          </a:lstStyle>
          <a:p>
            <a:pPr>
              <a:spcAft>
                <a:spcPts val="0"/>
              </a:spcAft>
            </a:pPr>
            <a:r>
              <a:rPr lang="en-US" sz="2800"/>
              <a:t>Key Enablers for </a:t>
            </a:r>
            <a:r>
              <a:rPr lang="en-US" sz="2800" b="1">
                <a:latin typeface="FedEx Sans Light"/>
              </a:rPr>
              <a:t>OPTI</a:t>
            </a:r>
            <a:r>
              <a:rPr lang="en-US" sz="2800" b="1">
                <a:solidFill>
                  <a:schemeClr val="bg2"/>
                </a:solidFill>
                <a:latin typeface="FedEx Sans Light"/>
              </a:rPr>
              <a:t>X</a:t>
            </a:r>
            <a:r>
              <a:rPr lang="en-US" sz="2800"/>
              <a:t> Vision</a:t>
            </a:r>
            <a:endParaRPr lang="en-US" sz="2800" b="1"/>
          </a:p>
        </p:txBody>
      </p:sp>
    </p:spTree>
    <p:extLst>
      <p:ext uri="{BB962C8B-B14F-4D97-AF65-F5344CB8AC3E}">
        <p14:creationId xmlns:p14="http://schemas.microsoft.com/office/powerpoint/2010/main" val="3649180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45558-8782-B298-1C9E-77C466049BD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B56DAFA-F335-B962-390E-1501F93316AF}"/>
              </a:ext>
            </a:extLst>
          </p:cNvPr>
          <p:cNvSpPr/>
          <p:nvPr/>
        </p:nvSpPr>
        <p:spPr>
          <a:xfrm>
            <a:off x="571500" y="5529071"/>
            <a:ext cx="11049000" cy="566929"/>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p>
            <a:pPr algn="ctr"/>
            <a:endParaRPr lang="en-US" sz="1200" b="1">
              <a:solidFill>
                <a:schemeClr val="bg1"/>
              </a:solidFill>
              <a:latin typeface="FedEx Sans" panose="020B0603020203020204" pitchFamily="34" charset="0"/>
              <a:ea typeface="FedEx Sans" panose="020B0603020203020204" pitchFamily="34" charset="0"/>
              <a:cs typeface="FedEx Sans" panose="020B0603020203020204" pitchFamily="34" charset="0"/>
            </a:endParaRPr>
          </a:p>
        </p:txBody>
      </p:sp>
      <p:sp>
        <p:nvSpPr>
          <p:cNvPr id="2" name="Vertical Title 1">
            <a:extLst>
              <a:ext uri="{FF2B5EF4-FFF2-40B4-BE49-F238E27FC236}">
                <a16:creationId xmlns:a16="http://schemas.microsoft.com/office/drawing/2014/main" id="{562B3509-1B8C-61F8-6517-D3E5BB50C4F2}"/>
              </a:ext>
            </a:extLst>
          </p:cNvPr>
          <p:cNvSpPr>
            <a:spLocks noGrp="1"/>
          </p:cNvSpPr>
          <p:nvPr>
            <p:ph type="title" orient="vert"/>
          </p:nvPr>
        </p:nvSpPr>
        <p:spPr/>
        <p:txBody>
          <a:bodyPr/>
          <a:lstStyle/>
          <a:p>
            <a:r>
              <a:rPr lang="en-US"/>
              <a:t>Meet our </a:t>
            </a:r>
            <a:r>
              <a:rPr lang="en-US" b="1"/>
              <a:t>OPTI</a:t>
            </a:r>
            <a:r>
              <a:rPr lang="en-US" b="1">
                <a:solidFill>
                  <a:schemeClr val="bg2"/>
                </a:solidFill>
              </a:rPr>
              <a:t>X</a:t>
            </a:r>
            <a:r>
              <a:rPr lang="en-US"/>
              <a:t> Team!</a:t>
            </a:r>
          </a:p>
        </p:txBody>
      </p:sp>
      <p:sp>
        <p:nvSpPr>
          <p:cNvPr id="4" name="Footer Placeholder 3">
            <a:extLst>
              <a:ext uri="{FF2B5EF4-FFF2-40B4-BE49-F238E27FC236}">
                <a16:creationId xmlns:a16="http://schemas.microsoft.com/office/drawing/2014/main" id="{5F6925CA-7742-8E11-D883-0077797630B3}"/>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8B32DDDF-CEAC-C9D8-2DC9-BF33A82476E8}"/>
              </a:ext>
            </a:extLst>
          </p:cNvPr>
          <p:cNvSpPr>
            <a:spLocks noGrp="1"/>
          </p:cNvSpPr>
          <p:nvPr>
            <p:ph type="sldNum" sz="quarter" idx="12"/>
          </p:nvPr>
        </p:nvSpPr>
        <p:spPr/>
        <p:txBody>
          <a:bodyPr/>
          <a:lstStyle/>
          <a:p>
            <a:fld id="{64B53FD8-04EE-4F67-B5CA-77D45BC12F90}" type="slidenum">
              <a:rPr lang="en-US" smtClean="0"/>
              <a:pPr/>
              <a:t>31</a:t>
            </a:fld>
            <a:endParaRPr lang="en-US" sz="800"/>
          </a:p>
        </p:txBody>
      </p:sp>
      <p:grpSp>
        <p:nvGrpSpPr>
          <p:cNvPr id="22" name="Group 21">
            <a:extLst>
              <a:ext uri="{FF2B5EF4-FFF2-40B4-BE49-F238E27FC236}">
                <a16:creationId xmlns:a16="http://schemas.microsoft.com/office/drawing/2014/main" id="{B1273474-ABFC-436F-B8E4-757EB9A653E8}"/>
              </a:ext>
            </a:extLst>
          </p:cNvPr>
          <p:cNvGrpSpPr/>
          <p:nvPr/>
        </p:nvGrpSpPr>
        <p:grpSpPr>
          <a:xfrm>
            <a:off x="571500" y="1490473"/>
            <a:ext cx="1791101" cy="4038599"/>
            <a:chOff x="571497" y="2057401"/>
            <a:chExt cx="1791101" cy="4038599"/>
          </a:xfrm>
        </p:grpSpPr>
        <p:sp>
          <p:nvSpPr>
            <p:cNvPr id="6" name="Rectangle 5">
              <a:extLst>
                <a:ext uri="{FF2B5EF4-FFF2-40B4-BE49-F238E27FC236}">
                  <a16:creationId xmlns:a16="http://schemas.microsoft.com/office/drawing/2014/main" id="{56D4E7DC-AC46-7E5A-74B3-D281E798D754}"/>
                </a:ext>
              </a:extLst>
            </p:cNvPr>
            <p:cNvSpPr/>
            <p:nvPr/>
          </p:nvSpPr>
          <p:spPr>
            <a:xfrm rot="5400000">
              <a:off x="562173" y="2066725"/>
              <a:ext cx="1809750" cy="1791101"/>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defPPr>
                <a:defRPr lang="en-US"/>
              </a:defPPr>
              <a:lvl1pPr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1pPr>
              <a:lvl2pPr marL="54339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2pPr>
              <a:lvl3pPr marL="1086781"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3pPr>
              <a:lvl4pPr marL="1630172"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4pPr>
              <a:lvl5pPr marL="2173563"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5pPr>
              <a:lvl6pPr marL="2716953" algn="l" defTabSz="1086781" rtl="0" eaLnBrk="1" latinLnBrk="0" hangingPunct="1">
                <a:defRPr sz="2800" kern="1200">
                  <a:solidFill>
                    <a:schemeClr val="tx1"/>
                  </a:solidFill>
                  <a:latin typeface="Arial" pitchFamily="34" charset="0"/>
                  <a:ea typeface="ＭＳ Ｐゴシック" pitchFamily="34" charset="-128"/>
                  <a:cs typeface="+mn-cs"/>
                </a:defRPr>
              </a:lvl6pPr>
              <a:lvl7pPr marL="3260343" algn="l" defTabSz="1086781" rtl="0" eaLnBrk="1" latinLnBrk="0" hangingPunct="1">
                <a:defRPr sz="2800" kern="1200">
                  <a:solidFill>
                    <a:schemeClr val="tx1"/>
                  </a:solidFill>
                  <a:latin typeface="Arial" pitchFamily="34" charset="0"/>
                  <a:ea typeface="ＭＳ Ｐゴシック" pitchFamily="34" charset="-128"/>
                  <a:cs typeface="+mn-cs"/>
                </a:defRPr>
              </a:lvl7pPr>
              <a:lvl8pPr marL="3803734" algn="l" defTabSz="1086781" rtl="0" eaLnBrk="1" latinLnBrk="0" hangingPunct="1">
                <a:defRPr sz="2800" kern="1200">
                  <a:solidFill>
                    <a:schemeClr val="tx1"/>
                  </a:solidFill>
                  <a:latin typeface="Arial" pitchFamily="34" charset="0"/>
                  <a:ea typeface="ＭＳ Ｐゴシック" pitchFamily="34" charset="-128"/>
                  <a:cs typeface="+mn-cs"/>
                </a:defRPr>
              </a:lvl8pPr>
              <a:lvl9pPr marL="4347125" algn="l" defTabSz="1086781" rtl="0" eaLnBrk="1" latinLnBrk="0" hangingPunct="1">
                <a:defRPr sz="2800" kern="1200">
                  <a:solidFill>
                    <a:schemeClr val="tx1"/>
                  </a:solidFill>
                  <a:latin typeface="Arial" pitchFamily="34" charset="0"/>
                  <a:ea typeface="ＭＳ Ｐゴシック" pitchFamily="34" charset="-128"/>
                  <a:cs typeface="+mn-cs"/>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endParaRPr kumimoji="0" lang="en-US" sz="2800" b="1" i="0" u="none" strike="noStrike" kern="1200" cap="none" spc="0" normalizeH="0" baseline="0" noProof="0">
                <a:ln>
                  <a:noFill/>
                </a:ln>
                <a:solidFill>
                  <a:prstClr val="white"/>
                </a:solidFill>
                <a:effectLst/>
                <a:uLnTx/>
                <a:uFillTx/>
                <a:latin typeface="Arial" pitchFamily="34" charset="0"/>
                <a:ea typeface="ＭＳ Ｐゴシック" pitchFamily="34" charset="-128"/>
                <a:cs typeface="Arial"/>
              </a:endParaRPr>
            </a:p>
          </p:txBody>
        </p:sp>
        <p:sp>
          <p:nvSpPr>
            <p:cNvPr id="12" name="Rectangle 11">
              <a:extLst>
                <a:ext uri="{FF2B5EF4-FFF2-40B4-BE49-F238E27FC236}">
                  <a16:creationId xmlns:a16="http://schemas.microsoft.com/office/drawing/2014/main" id="{5BA80193-8E6F-E881-4293-A939601C4484}"/>
                </a:ext>
              </a:extLst>
            </p:cNvPr>
            <p:cNvSpPr/>
            <p:nvPr/>
          </p:nvSpPr>
          <p:spPr>
            <a:xfrm>
              <a:off x="666750" y="3276600"/>
              <a:ext cx="154305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Akshay </a:t>
              </a:r>
            </a:p>
            <a:p>
              <a:pPr algn="ctr"/>
              <a:r>
                <a:rPr lang="en-US" sz="1100" i="1"/>
                <a:t>The Doc Wizard</a:t>
              </a:r>
            </a:p>
          </p:txBody>
        </p:sp>
        <p:sp>
          <p:nvSpPr>
            <p:cNvPr id="15" name="Rectangle 14">
              <a:extLst>
                <a:ext uri="{FF2B5EF4-FFF2-40B4-BE49-F238E27FC236}">
                  <a16:creationId xmlns:a16="http://schemas.microsoft.com/office/drawing/2014/main" id="{E861CAB2-2A09-9E84-53FC-E4AB9033AB55}"/>
                </a:ext>
              </a:extLst>
            </p:cNvPr>
            <p:cNvSpPr/>
            <p:nvPr/>
          </p:nvSpPr>
          <p:spPr>
            <a:xfrm>
              <a:off x="571500" y="3867150"/>
              <a:ext cx="1791098" cy="2228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“Led the creation, structuring, and refinement of OPTIX presentation documentation”</a:t>
              </a:r>
            </a:p>
          </p:txBody>
        </p:sp>
        <p:sp>
          <p:nvSpPr>
            <p:cNvPr id="3" name="Oval 2">
              <a:extLst>
                <a:ext uri="{FF2B5EF4-FFF2-40B4-BE49-F238E27FC236}">
                  <a16:creationId xmlns:a16="http://schemas.microsoft.com/office/drawing/2014/main" id="{6013D4DC-A3BB-C1C8-75D7-8CEB7C58CA68}"/>
                </a:ext>
              </a:extLst>
            </p:cNvPr>
            <p:cNvSpPr/>
            <p:nvPr/>
          </p:nvSpPr>
          <p:spPr>
            <a:xfrm>
              <a:off x="957461" y="2198923"/>
              <a:ext cx="1019175" cy="1019175"/>
            </a:xfrm>
            <a:prstGeom prst="ellipse">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endParaRPr>
            </a:p>
          </p:txBody>
        </p:sp>
      </p:grpSp>
      <p:grpSp>
        <p:nvGrpSpPr>
          <p:cNvPr id="23" name="Group 22">
            <a:extLst>
              <a:ext uri="{FF2B5EF4-FFF2-40B4-BE49-F238E27FC236}">
                <a16:creationId xmlns:a16="http://schemas.microsoft.com/office/drawing/2014/main" id="{C779F148-4AA6-E674-A3C4-8A7CE2DE2755}"/>
              </a:ext>
            </a:extLst>
          </p:cNvPr>
          <p:cNvGrpSpPr/>
          <p:nvPr/>
        </p:nvGrpSpPr>
        <p:grpSpPr>
          <a:xfrm>
            <a:off x="2885975" y="1490472"/>
            <a:ext cx="1791101" cy="4038599"/>
            <a:chOff x="571497" y="2057401"/>
            <a:chExt cx="1791101" cy="4038599"/>
          </a:xfrm>
        </p:grpSpPr>
        <p:sp>
          <p:nvSpPr>
            <p:cNvPr id="24" name="Rectangle 23">
              <a:extLst>
                <a:ext uri="{FF2B5EF4-FFF2-40B4-BE49-F238E27FC236}">
                  <a16:creationId xmlns:a16="http://schemas.microsoft.com/office/drawing/2014/main" id="{703AAB17-2654-97C1-FBB5-CC2E1B226BA5}"/>
                </a:ext>
              </a:extLst>
            </p:cNvPr>
            <p:cNvSpPr/>
            <p:nvPr/>
          </p:nvSpPr>
          <p:spPr>
            <a:xfrm rot="5400000">
              <a:off x="562173" y="2066725"/>
              <a:ext cx="1809750" cy="1791101"/>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defPPr>
                <a:defRPr lang="en-US"/>
              </a:defPPr>
              <a:lvl1pPr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1pPr>
              <a:lvl2pPr marL="54339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2pPr>
              <a:lvl3pPr marL="1086781"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3pPr>
              <a:lvl4pPr marL="1630172"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4pPr>
              <a:lvl5pPr marL="2173563"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5pPr>
              <a:lvl6pPr marL="2716953" algn="l" defTabSz="1086781" rtl="0" eaLnBrk="1" latinLnBrk="0" hangingPunct="1">
                <a:defRPr sz="2800" kern="1200">
                  <a:solidFill>
                    <a:schemeClr val="tx1"/>
                  </a:solidFill>
                  <a:latin typeface="Arial" pitchFamily="34" charset="0"/>
                  <a:ea typeface="ＭＳ Ｐゴシック" pitchFamily="34" charset="-128"/>
                  <a:cs typeface="+mn-cs"/>
                </a:defRPr>
              </a:lvl6pPr>
              <a:lvl7pPr marL="3260343" algn="l" defTabSz="1086781" rtl="0" eaLnBrk="1" latinLnBrk="0" hangingPunct="1">
                <a:defRPr sz="2800" kern="1200">
                  <a:solidFill>
                    <a:schemeClr val="tx1"/>
                  </a:solidFill>
                  <a:latin typeface="Arial" pitchFamily="34" charset="0"/>
                  <a:ea typeface="ＭＳ Ｐゴシック" pitchFamily="34" charset="-128"/>
                  <a:cs typeface="+mn-cs"/>
                </a:defRPr>
              </a:lvl7pPr>
              <a:lvl8pPr marL="3803734" algn="l" defTabSz="1086781" rtl="0" eaLnBrk="1" latinLnBrk="0" hangingPunct="1">
                <a:defRPr sz="2800" kern="1200">
                  <a:solidFill>
                    <a:schemeClr val="tx1"/>
                  </a:solidFill>
                  <a:latin typeface="Arial" pitchFamily="34" charset="0"/>
                  <a:ea typeface="ＭＳ Ｐゴシック" pitchFamily="34" charset="-128"/>
                  <a:cs typeface="+mn-cs"/>
                </a:defRPr>
              </a:lvl8pPr>
              <a:lvl9pPr marL="4347125" algn="l" defTabSz="1086781" rtl="0" eaLnBrk="1" latinLnBrk="0" hangingPunct="1">
                <a:defRPr sz="2800" kern="1200">
                  <a:solidFill>
                    <a:schemeClr val="tx1"/>
                  </a:solidFill>
                  <a:latin typeface="Arial" pitchFamily="34" charset="0"/>
                  <a:ea typeface="ＭＳ Ｐゴシック" pitchFamily="34" charset="-128"/>
                  <a:cs typeface="+mn-cs"/>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endParaRPr kumimoji="0" lang="en-US" sz="2800" b="1" i="0" u="none" strike="noStrike" kern="1200" cap="none" spc="0" normalizeH="0" baseline="0" noProof="0">
                <a:ln>
                  <a:noFill/>
                </a:ln>
                <a:solidFill>
                  <a:prstClr val="white"/>
                </a:solidFill>
                <a:effectLst/>
                <a:uLnTx/>
                <a:uFillTx/>
                <a:latin typeface="Arial" pitchFamily="34" charset="0"/>
                <a:ea typeface="ＭＳ Ｐゴシック" pitchFamily="34" charset="-128"/>
                <a:cs typeface="Arial"/>
              </a:endParaRPr>
            </a:p>
          </p:txBody>
        </p:sp>
        <p:sp>
          <p:nvSpPr>
            <p:cNvPr id="25" name="Rectangle 24">
              <a:extLst>
                <a:ext uri="{FF2B5EF4-FFF2-40B4-BE49-F238E27FC236}">
                  <a16:creationId xmlns:a16="http://schemas.microsoft.com/office/drawing/2014/main" id="{162B501A-439B-D8BA-54AB-4D0F481B82E4}"/>
                </a:ext>
              </a:extLst>
            </p:cNvPr>
            <p:cNvSpPr/>
            <p:nvPr/>
          </p:nvSpPr>
          <p:spPr>
            <a:xfrm>
              <a:off x="666750" y="3276600"/>
              <a:ext cx="154305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a:t>Avishkar</a:t>
              </a:r>
            </a:p>
            <a:p>
              <a:pPr algn="ctr"/>
              <a:r>
                <a:rPr lang="en-US" sz="1100" i="1"/>
                <a:t>The Developer</a:t>
              </a:r>
            </a:p>
          </p:txBody>
        </p:sp>
        <p:sp>
          <p:nvSpPr>
            <p:cNvPr id="26" name="Rectangle 25">
              <a:extLst>
                <a:ext uri="{FF2B5EF4-FFF2-40B4-BE49-F238E27FC236}">
                  <a16:creationId xmlns:a16="http://schemas.microsoft.com/office/drawing/2014/main" id="{02E260E1-5C9C-BEE1-1EDD-0BB44E727529}"/>
                </a:ext>
              </a:extLst>
            </p:cNvPr>
            <p:cNvSpPr/>
            <p:nvPr/>
          </p:nvSpPr>
          <p:spPr>
            <a:xfrm>
              <a:off x="571500" y="3867150"/>
              <a:ext cx="1791098" cy="2228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solidFill>
                    <a:schemeClr val="tx1"/>
                  </a:solidFill>
                </a:rPr>
                <a:t>“Led the conceptualization of an end-to-end automation process for TP&amp;O case resolution and independently architected, coded the application”</a:t>
              </a:r>
              <a:endParaRPr lang="en-US">
                <a:solidFill>
                  <a:schemeClr val="tx1"/>
                </a:solidFill>
              </a:endParaRPr>
            </a:p>
          </p:txBody>
        </p:sp>
        <p:sp>
          <p:nvSpPr>
            <p:cNvPr id="27" name="Oval 26">
              <a:extLst>
                <a:ext uri="{FF2B5EF4-FFF2-40B4-BE49-F238E27FC236}">
                  <a16:creationId xmlns:a16="http://schemas.microsoft.com/office/drawing/2014/main" id="{1308BAC8-5202-D09D-1CA0-D7CF050F7C59}"/>
                </a:ext>
              </a:extLst>
            </p:cNvPr>
            <p:cNvSpPr/>
            <p:nvPr/>
          </p:nvSpPr>
          <p:spPr>
            <a:xfrm>
              <a:off x="957461" y="2198923"/>
              <a:ext cx="1019175" cy="1019175"/>
            </a:xfrm>
            <a:prstGeom prst="ellipse">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endParaRPr>
            </a:p>
          </p:txBody>
        </p:sp>
      </p:grpSp>
      <p:grpSp>
        <p:nvGrpSpPr>
          <p:cNvPr id="28" name="Group 27">
            <a:extLst>
              <a:ext uri="{FF2B5EF4-FFF2-40B4-BE49-F238E27FC236}">
                <a16:creationId xmlns:a16="http://schemas.microsoft.com/office/drawing/2014/main" id="{D7C04D13-C09D-4000-FA22-5E41B943330A}"/>
              </a:ext>
            </a:extLst>
          </p:cNvPr>
          <p:cNvGrpSpPr/>
          <p:nvPr/>
        </p:nvGrpSpPr>
        <p:grpSpPr>
          <a:xfrm>
            <a:off x="5200450" y="1490472"/>
            <a:ext cx="1791101" cy="4038599"/>
            <a:chOff x="571497" y="2057401"/>
            <a:chExt cx="1791101" cy="4038599"/>
          </a:xfrm>
        </p:grpSpPr>
        <p:sp>
          <p:nvSpPr>
            <p:cNvPr id="29" name="Rectangle 28">
              <a:extLst>
                <a:ext uri="{FF2B5EF4-FFF2-40B4-BE49-F238E27FC236}">
                  <a16:creationId xmlns:a16="http://schemas.microsoft.com/office/drawing/2014/main" id="{7CB8FD0C-4349-54F8-9447-0D130CB96BD9}"/>
                </a:ext>
              </a:extLst>
            </p:cNvPr>
            <p:cNvSpPr/>
            <p:nvPr/>
          </p:nvSpPr>
          <p:spPr>
            <a:xfrm rot="5400000">
              <a:off x="562173" y="2066725"/>
              <a:ext cx="1809750" cy="1791101"/>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defPPr>
                <a:defRPr lang="en-US"/>
              </a:defPPr>
              <a:lvl1pPr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1pPr>
              <a:lvl2pPr marL="54339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2pPr>
              <a:lvl3pPr marL="1086781"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3pPr>
              <a:lvl4pPr marL="1630172"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4pPr>
              <a:lvl5pPr marL="2173563"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5pPr>
              <a:lvl6pPr marL="2716953" algn="l" defTabSz="1086781" rtl="0" eaLnBrk="1" latinLnBrk="0" hangingPunct="1">
                <a:defRPr sz="2800" kern="1200">
                  <a:solidFill>
                    <a:schemeClr val="tx1"/>
                  </a:solidFill>
                  <a:latin typeface="Arial" pitchFamily="34" charset="0"/>
                  <a:ea typeface="ＭＳ Ｐゴシック" pitchFamily="34" charset="-128"/>
                  <a:cs typeface="+mn-cs"/>
                </a:defRPr>
              </a:lvl6pPr>
              <a:lvl7pPr marL="3260343" algn="l" defTabSz="1086781" rtl="0" eaLnBrk="1" latinLnBrk="0" hangingPunct="1">
                <a:defRPr sz="2800" kern="1200">
                  <a:solidFill>
                    <a:schemeClr val="tx1"/>
                  </a:solidFill>
                  <a:latin typeface="Arial" pitchFamily="34" charset="0"/>
                  <a:ea typeface="ＭＳ Ｐゴシック" pitchFamily="34" charset="-128"/>
                  <a:cs typeface="+mn-cs"/>
                </a:defRPr>
              </a:lvl7pPr>
              <a:lvl8pPr marL="3803734" algn="l" defTabSz="1086781" rtl="0" eaLnBrk="1" latinLnBrk="0" hangingPunct="1">
                <a:defRPr sz="2800" kern="1200">
                  <a:solidFill>
                    <a:schemeClr val="tx1"/>
                  </a:solidFill>
                  <a:latin typeface="Arial" pitchFamily="34" charset="0"/>
                  <a:ea typeface="ＭＳ Ｐゴシック" pitchFamily="34" charset="-128"/>
                  <a:cs typeface="+mn-cs"/>
                </a:defRPr>
              </a:lvl8pPr>
              <a:lvl9pPr marL="4347125" algn="l" defTabSz="1086781" rtl="0" eaLnBrk="1" latinLnBrk="0" hangingPunct="1">
                <a:defRPr sz="2800" kern="1200">
                  <a:solidFill>
                    <a:schemeClr val="tx1"/>
                  </a:solidFill>
                  <a:latin typeface="Arial" pitchFamily="34" charset="0"/>
                  <a:ea typeface="ＭＳ Ｐゴシック" pitchFamily="34" charset="-128"/>
                  <a:cs typeface="+mn-cs"/>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endParaRPr kumimoji="0" lang="en-US" sz="2800" b="1" i="0" u="none" strike="noStrike" kern="1200" cap="none" spc="0" normalizeH="0" baseline="0" noProof="0">
                <a:ln>
                  <a:noFill/>
                </a:ln>
                <a:solidFill>
                  <a:prstClr val="white"/>
                </a:solidFill>
                <a:effectLst/>
                <a:uLnTx/>
                <a:uFillTx/>
                <a:latin typeface="Arial" pitchFamily="34" charset="0"/>
                <a:ea typeface="ＭＳ Ｐゴシック" pitchFamily="34" charset="-128"/>
                <a:cs typeface="Arial"/>
              </a:endParaRPr>
            </a:p>
          </p:txBody>
        </p:sp>
        <p:sp>
          <p:nvSpPr>
            <p:cNvPr id="30" name="Rectangle 29">
              <a:extLst>
                <a:ext uri="{FF2B5EF4-FFF2-40B4-BE49-F238E27FC236}">
                  <a16:creationId xmlns:a16="http://schemas.microsoft.com/office/drawing/2014/main" id="{98B536B6-0410-CCA2-F85B-F46F0A0B59B8}"/>
                </a:ext>
              </a:extLst>
            </p:cNvPr>
            <p:cNvSpPr/>
            <p:nvPr/>
          </p:nvSpPr>
          <p:spPr>
            <a:xfrm>
              <a:off x="666750" y="3276600"/>
              <a:ext cx="154305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Deeksha</a:t>
              </a:r>
            </a:p>
            <a:p>
              <a:pPr algn="ctr"/>
              <a:r>
                <a:rPr lang="en-US" sz="1100" i="1"/>
                <a:t>The  Creative Head</a:t>
              </a:r>
            </a:p>
          </p:txBody>
        </p:sp>
        <p:sp>
          <p:nvSpPr>
            <p:cNvPr id="31" name="Rectangle 30">
              <a:extLst>
                <a:ext uri="{FF2B5EF4-FFF2-40B4-BE49-F238E27FC236}">
                  <a16:creationId xmlns:a16="http://schemas.microsoft.com/office/drawing/2014/main" id="{3C61B31A-C8C5-C21F-D9E5-B5ABB77C1197}"/>
                </a:ext>
              </a:extLst>
            </p:cNvPr>
            <p:cNvSpPr/>
            <p:nvPr/>
          </p:nvSpPr>
          <p:spPr>
            <a:xfrm>
              <a:off x="571500" y="3867150"/>
              <a:ext cx="1791098" cy="2228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“Led future-state envisioning for Optix and communicated it through a high-impact leadership video”</a:t>
              </a:r>
            </a:p>
          </p:txBody>
        </p:sp>
        <p:sp>
          <p:nvSpPr>
            <p:cNvPr id="32" name="Oval 31">
              <a:extLst>
                <a:ext uri="{FF2B5EF4-FFF2-40B4-BE49-F238E27FC236}">
                  <a16:creationId xmlns:a16="http://schemas.microsoft.com/office/drawing/2014/main" id="{CE11BEEF-4A9F-E05B-D715-42D03EF4E490}"/>
                </a:ext>
              </a:extLst>
            </p:cNvPr>
            <p:cNvSpPr/>
            <p:nvPr/>
          </p:nvSpPr>
          <p:spPr>
            <a:xfrm>
              <a:off x="957461" y="2198923"/>
              <a:ext cx="1019175" cy="1019175"/>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endParaRPr>
            </a:p>
          </p:txBody>
        </p:sp>
      </p:grpSp>
      <p:grpSp>
        <p:nvGrpSpPr>
          <p:cNvPr id="33" name="Group 32">
            <a:extLst>
              <a:ext uri="{FF2B5EF4-FFF2-40B4-BE49-F238E27FC236}">
                <a16:creationId xmlns:a16="http://schemas.microsoft.com/office/drawing/2014/main" id="{954D1014-C6A5-81FF-718C-A18DC539919B}"/>
              </a:ext>
            </a:extLst>
          </p:cNvPr>
          <p:cNvGrpSpPr/>
          <p:nvPr/>
        </p:nvGrpSpPr>
        <p:grpSpPr>
          <a:xfrm>
            <a:off x="7514925" y="1490473"/>
            <a:ext cx="1791101" cy="4038599"/>
            <a:chOff x="571497" y="2057401"/>
            <a:chExt cx="1791101" cy="4038599"/>
          </a:xfrm>
        </p:grpSpPr>
        <p:sp>
          <p:nvSpPr>
            <p:cNvPr id="34" name="Rectangle 33">
              <a:extLst>
                <a:ext uri="{FF2B5EF4-FFF2-40B4-BE49-F238E27FC236}">
                  <a16:creationId xmlns:a16="http://schemas.microsoft.com/office/drawing/2014/main" id="{F63B206E-2A5B-83D8-471E-50DDB9267FE0}"/>
                </a:ext>
              </a:extLst>
            </p:cNvPr>
            <p:cNvSpPr/>
            <p:nvPr/>
          </p:nvSpPr>
          <p:spPr>
            <a:xfrm rot="5400000">
              <a:off x="562173" y="2066725"/>
              <a:ext cx="1809750" cy="1791101"/>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defPPr>
                <a:defRPr lang="en-US"/>
              </a:defPPr>
              <a:lvl1pPr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1pPr>
              <a:lvl2pPr marL="54339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2pPr>
              <a:lvl3pPr marL="1086781"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3pPr>
              <a:lvl4pPr marL="1630172"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4pPr>
              <a:lvl5pPr marL="2173563"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5pPr>
              <a:lvl6pPr marL="2716953" algn="l" defTabSz="1086781" rtl="0" eaLnBrk="1" latinLnBrk="0" hangingPunct="1">
                <a:defRPr sz="2800" kern="1200">
                  <a:solidFill>
                    <a:schemeClr val="tx1"/>
                  </a:solidFill>
                  <a:latin typeface="Arial" pitchFamily="34" charset="0"/>
                  <a:ea typeface="ＭＳ Ｐゴシック" pitchFamily="34" charset="-128"/>
                  <a:cs typeface="+mn-cs"/>
                </a:defRPr>
              </a:lvl6pPr>
              <a:lvl7pPr marL="3260343" algn="l" defTabSz="1086781" rtl="0" eaLnBrk="1" latinLnBrk="0" hangingPunct="1">
                <a:defRPr sz="2800" kern="1200">
                  <a:solidFill>
                    <a:schemeClr val="tx1"/>
                  </a:solidFill>
                  <a:latin typeface="Arial" pitchFamily="34" charset="0"/>
                  <a:ea typeface="ＭＳ Ｐゴシック" pitchFamily="34" charset="-128"/>
                  <a:cs typeface="+mn-cs"/>
                </a:defRPr>
              </a:lvl7pPr>
              <a:lvl8pPr marL="3803734" algn="l" defTabSz="1086781" rtl="0" eaLnBrk="1" latinLnBrk="0" hangingPunct="1">
                <a:defRPr sz="2800" kern="1200">
                  <a:solidFill>
                    <a:schemeClr val="tx1"/>
                  </a:solidFill>
                  <a:latin typeface="Arial" pitchFamily="34" charset="0"/>
                  <a:ea typeface="ＭＳ Ｐゴシック" pitchFamily="34" charset="-128"/>
                  <a:cs typeface="+mn-cs"/>
                </a:defRPr>
              </a:lvl8pPr>
              <a:lvl9pPr marL="4347125" algn="l" defTabSz="1086781" rtl="0" eaLnBrk="1" latinLnBrk="0" hangingPunct="1">
                <a:defRPr sz="2800" kern="1200">
                  <a:solidFill>
                    <a:schemeClr val="tx1"/>
                  </a:solidFill>
                  <a:latin typeface="Arial" pitchFamily="34" charset="0"/>
                  <a:ea typeface="ＭＳ Ｐゴシック" pitchFamily="34" charset="-128"/>
                  <a:cs typeface="+mn-cs"/>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endParaRPr kumimoji="0" lang="en-US" sz="2800" b="1" i="0" u="none" strike="noStrike" kern="1200" cap="none" spc="0" normalizeH="0" baseline="0" noProof="0">
                <a:ln>
                  <a:noFill/>
                </a:ln>
                <a:solidFill>
                  <a:prstClr val="white"/>
                </a:solidFill>
                <a:effectLst/>
                <a:uLnTx/>
                <a:uFillTx/>
                <a:latin typeface="Arial" pitchFamily="34" charset="0"/>
                <a:ea typeface="ＭＳ Ｐゴシック" pitchFamily="34" charset="-128"/>
                <a:cs typeface="Arial"/>
              </a:endParaRPr>
            </a:p>
          </p:txBody>
        </p:sp>
        <p:sp>
          <p:nvSpPr>
            <p:cNvPr id="35" name="Rectangle 34">
              <a:extLst>
                <a:ext uri="{FF2B5EF4-FFF2-40B4-BE49-F238E27FC236}">
                  <a16:creationId xmlns:a16="http://schemas.microsoft.com/office/drawing/2014/main" id="{8802C963-C009-B973-0BC9-76993C8E195B}"/>
                </a:ext>
              </a:extLst>
            </p:cNvPr>
            <p:cNvSpPr/>
            <p:nvPr/>
          </p:nvSpPr>
          <p:spPr>
            <a:xfrm>
              <a:off x="571497" y="3276600"/>
              <a:ext cx="1791098"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Nayan</a:t>
              </a:r>
            </a:p>
            <a:p>
              <a:pPr algn="ctr"/>
              <a:r>
                <a:rPr lang="en-US" sz="1100" i="1"/>
                <a:t>The  Logic Whisperer</a:t>
              </a:r>
            </a:p>
          </p:txBody>
        </p:sp>
        <p:sp>
          <p:nvSpPr>
            <p:cNvPr id="36" name="Rectangle 35">
              <a:extLst>
                <a:ext uri="{FF2B5EF4-FFF2-40B4-BE49-F238E27FC236}">
                  <a16:creationId xmlns:a16="http://schemas.microsoft.com/office/drawing/2014/main" id="{E87A3E66-1DE5-A2E9-AA82-40B5F53A7BAB}"/>
                </a:ext>
              </a:extLst>
            </p:cNvPr>
            <p:cNvSpPr/>
            <p:nvPr/>
          </p:nvSpPr>
          <p:spPr>
            <a:xfrm>
              <a:off x="571500" y="3867150"/>
              <a:ext cx="1791098" cy="2228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“Architected the business logic that forms the foundation of the Optix logic engine”</a:t>
              </a:r>
            </a:p>
          </p:txBody>
        </p:sp>
        <p:sp>
          <p:nvSpPr>
            <p:cNvPr id="37" name="Oval 36">
              <a:extLst>
                <a:ext uri="{FF2B5EF4-FFF2-40B4-BE49-F238E27FC236}">
                  <a16:creationId xmlns:a16="http://schemas.microsoft.com/office/drawing/2014/main" id="{01D33F31-BA26-37CF-2AA6-6A4607EDA8D7}"/>
                </a:ext>
              </a:extLst>
            </p:cNvPr>
            <p:cNvSpPr/>
            <p:nvPr/>
          </p:nvSpPr>
          <p:spPr>
            <a:xfrm>
              <a:off x="957461" y="2198923"/>
              <a:ext cx="1019175" cy="1019175"/>
            </a:xfrm>
            <a:prstGeom prst="ellipse">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endParaRPr>
            </a:p>
          </p:txBody>
        </p:sp>
      </p:grpSp>
      <p:grpSp>
        <p:nvGrpSpPr>
          <p:cNvPr id="38" name="Group 37">
            <a:extLst>
              <a:ext uri="{FF2B5EF4-FFF2-40B4-BE49-F238E27FC236}">
                <a16:creationId xmlns:a16="http://schemas.microsoft.com/office/drawing/2014/main" id="{66E6F2AF-230B-0A66-2972-97F6325F351A}"/>
              </a:ext>
            </a:extLst>
          </p:cNvPr>
          <p:cNvGrpSpPr/>
          <p:nvPr/>
        </p:nvGrpSpPr>
        <p:grpSpPr>
          <a:xfrm>
            <a:off x="9829401" y="1490473"/>
            <a:ext cx="1791101" cy="4038599"/>
            <a:chOff x="571497" y="2057401"/>
            <a:chExt cx="1791101" cy="4038599"/>
          </a:xfrm>
        </p:grpSpPr>
        <p:sp>
          <p:nvSpPr>
            <p:cNvPr id="39" name="Rectangle 38">
              <a:extLst>
                <a:ext uri="{FF2B5EF4-FFF2-40B4-BE49-F238E27FC236}">
                  <a16:creationId xmlns:a16="http://schemas.microsoft.com/office/drawing/2014/main" id="{AAC0B221-4501-763D-947E-45682632D05B}"/>
                </a:ext>
              </a:extLst>
            </p:cNvPr>
            <p:cNvSpPr/>
            <p:nvPr/>
          </p:nvSpPr>
          <p:spPr>
            <a:xfrm rot="5400000">
              <a:off x="562173" y="2066725"/>
              <a:ext cx="1809750" cy="1791101"/>
            </a:xfrm>
            <a:prstGeom prst="rect">
              <a:avLst/>
            </a:prstGeom>
            <a:gradFill flip="none" rotWithShape="1">
              <a:gsLst>
                <a:gs pos="100000">
                  <a:srgbClr val="FF6600"/>
                </a:gs>
                <a:gs pos="33000">
                  <a:srgbClr val="7D22C3"/>
                </a:gs>
                <a:gs pos="0">
                  <a:srgbClr val="4D148C"/>
                </a:gs>
              </a:gsLst>
              <a:lin ang="0" scaled="0"/>
              <a:tileRect/>
            </a:gradFill>
            <a:ln w="12700" cap="flat" cmpd="sng" algn="ctr">
              <a:noFill/>
              <a:prstDash val="solid"/>
              <a:miter lim="800000"/>
            </a:ln>
            <a:effectLst/>
          </p:spPr>
          <p:txBody>
            <a:bodyPr wrap="square" lIns="91440" tIns="45720" rIns="91440" bIns="45720" rtlCol="0" anchor="ctr">
              <a:noAutofit/>
            </a:bodyPr>
            <a:lstStyle>
              <a:defPPr>
                <a:defRPr lang="en-US"/>
              </a:defPPr>
              <a:lvl1pPr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1pPr>
              <a:lvl2pPr marL="543390"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2pPr>
              <a:lvl3pPr marL="1086781"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3pPr>
              <a:lvl4pPr marL="1630172"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4pPr>
              <a:lvl5pPr marL="2173563" algn="l" rtl="0" fontAlgn="base">
                <a:spcBef>
                  <a:spcPct val="0"/>
                </a:spcBef>
                <a:spcAft>
                  <a:spcPct val="0"/>
                </a:spcAft>
                <a:defRPr sz="2800" kern="1200">
                  <a:solidFill>
                    <a:schemeClr val="tx1"/>
                  </a:solidFill>
                  <a:latin typeface="Arial" pitchFamily="34" charset="0"/>
                  <a:ea typeface="ＭＳ Ｐゴシック" pitchFamily="34" charset="-128"/>
                  <a:cs typeface="+mn-cs"/>
                </a:defRPr>
              </a:lvl5pPr>
              <a:lvl6pPr marL="2716953" algn="l" defTabSz="1086781" rtl="0" eaLnBrk="1" latinLnBrk="0" hangingPunct="1">
                <a:defRPr sz="2800" kern="1200">
                  <a:solidFill>
                    <a:schemeClr val="tx1"/>
                  </a:solidFill>
                  <a:latin typeface="Arial" pitchFamily="34" charset="0"/>
                  <a:ea typeface="ＭＳ Ｐゴシック" pitchFamily="34" charset="-128"/>
                  <a:cs typeface="+mn-cs"/>
                </a:defRPr>
              </a:lvl6pPr>
              <a:lvl7pPr marL="3260343" algn="l" defTabSz="1086781" rtl="0" eaLnBrk="1" latinLnBrk="0" hangingPunct="1">
                <a:defRPr sz="2800" kern="1200">
                  <a:solidFill>
                    <a:schemeClr val="tx1"/>
                  </a:solidFill>
                  <a:latin typeface="Arial" pitchFamily="34" charset="0"/>
                  <a:ea typeface="ＭＳ Ｐゴシック" pitchFamily="34" charset="-128"/>
                  <a:cs typeface="+mn-cs"/>
                </a:defRPr>
              </a:lvl7pPr>
              <a:lvl8pPr marL="3803734" algn="l" defTabSz="1086781" rtl="0" eaLnBrk="1" latinLnBrk="0" hangingPunct="1">
                <a:defRPr sz="2800" kern="1200">
                  <a:solidFill>
                    <a:schemeClr val="tx1"/>
                  </a:solidFill>
                  <a:latin typeface="Arial" pitchFamily="34" charset="0"/>
                  <a:ea typeface="ＭＳ Ｐゴシック" pitchFamily="34" charset="-128"/>
                  <a:cs typeface="+mn-cs"/>
                </a:defRPr>
              </a:lvl8pPr>
              <a:lvl9pPr marL="4347125" algn="l" defTabSz="1086781" rtl="0" eaLnBrk="1" latinLnBrk="0" hangingPunct="1">
                <a:defRPr sz="2800" kern="1200">
                  <a:solidFill>
                    <a:schemeClr val="tx1"/>
                  </a:solidFill>
                  <a:latin typeface="Arial" pitchFamily="34" charset="0"/>
                  <a:ea typeface="ＭＳ Ｐゴシック" pitchFamily="34" charset="-128"/>
                  <a:cs typeface="+mn-cs"/>
                </a:defRPr>
              </a:lvl9pPr>
            </a:lstStyle>
            <a:p>
              <a:pPr marL="0" marR="0" lvl="0" indent="0" algn="l" defTabSz="914400" rtl="0" eaLnBrk="1" fontAlgn="base" latinLnBrk="0" hangingPunct="1">
                <a:lnSpc>
                  <a:spcPct val="130000"/>
                </a:lnSpc>
                <a:spcBef>
                  <a:spcPct val="0"/>
                </a:spcBef>
                <a:spcAft>
                  <a:spcPct val="0"/>
                </a:spcAft>
                <a:buClrTx/>
                <a:buSzTx/>
                <a:buFontTx/>
                <a:buNone/>
                <a:tabLst/>
                <a:defRPr/>
              </a:pPr>
              <a:endParaRPr kumimoji="0" lang="en-US" sz="2800" b="1" i="0" u="none" strike="noStrike" kern="1200" cap="none" spc="0" normalizeH="0" baseline="0" noProof="0">
                <a:ln>
                  <a:noFill/>
                </a:ln>
                <a:solidFill>
                  <a:prstClr val="white"/>
                </a:solidFill>
                <a:effectLst/>
                <a:uLnTx/>
                <a:uFillTx/>
                <a:latin typeface="Arial" pitchFamily="34" charset="0"/>
                <a:ea typeface="ＭＳ Ｐゴシック" pitchFamily="34" charset="-128"/>
                <a:cs typeface="Arial"/>
              </a:endParaRPr>
            </a:p>
          </p:txBody>
        </p:sp>
        <p:sp>
          <p:nvSpPr>
            <p:cNvPr id="40" name="Rectangle 39">
              <a:extLst>
                <a:ext uri="{FF2B5EF4-FFF2-40B4-BE49-F238E27FC236}">
                  <a16:creationId xmlns:a16="http://schemas.microsoft.com/office/drawing/2014/main" id="{7A9AD1DE-61AC-466A-797F-7BF034F05D25}"/>
                </a:ext>
              </a:extLst>
            </p:cNvPr>
            <p:cNvSpPr/>
            <p:nvPr/>
          </p:nvSpPr>
          <p:spPr>
            <a:xfrm>
              <a:off x="666750" y="3276600"/>
              <a:ext cx="1543050" cy="5143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Runal</a:t>
              </a:r>
            </a:p>
            <a:p>
              <a:pPr algn="ctr"/>
              <a:r>
                <a:rPr lang="en-US" sz="1100" i="1"/>
                <a:t>The Metrics Maestro</a:t>
              </a:r>
            </a:p>
          </p:txBody>
        </p:sp>
        <p:sp>
          <p:nvSpPr>
            <p:cNvPr id="41" name="Rectangle 40">
              <a:extLst>
                <a:ext uri="{FF2B5EF4-FFF2-40B4-BE49-F238E27FC236}">
                  <a16:creationId xmlns:a16="http://schemas.microsoft.com/office/drawing/2014/main" id="{C99596D4-E2BE-0A9F-103C-C5F999954DEC}"/>
                </a:ext>
              </a:extLst>
            </p:cNvPr>
            <p:cNvSpPr/>
            <p:nvPr/>
          </p:nvSpPr>
          <p:spPr>
            <a:xfrm>
              <a:off x="571499" y="3867150"/>
              <a:ext cx="1791099" cy="22288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“Defined key metrics to provide visibility into Optix performance, quality, and scalability”</a:t>
              </a:r>
            </a:p>
          </p:txBody>
        </p:sp>
        <p:sp>
          <p:nvSpPr>
            <p:cNvPr id="42" name="Oval 41">
              <a:extLst>
                <a:ext uri="{FF2B5EF4-FFF2-40B4-BE49-F238E27FC236}">
                  <a16:creationId xmlns:a16="http://schemas.microsoft.com/office/drawing/2014/main" id="{DAA72FA8-D542-8124-74A4-0D9E8E0759F6}"/>
                </a:ext>
              </a:extLst>
            </p:cNvPr>
            <p:cNvSpPr/>
            <p:nvPr/>
          </p:nvSpPr>
          <p:spPr>
            <a:xfrm>
              <a:off x="957461" y="2198923"/>
              <a:ext cx="1019175" cy="1019175"/>
            </a:xfrm>
            <a:prstGeom prst="ellipse">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chemeClr val="tx1"/>
                </a:solidFill>
              </a:endParaRPr>
            </a:p>
          </p:txBody>
        </p:sp>
      </p:grpSp>
      <p:sp>
        <p:nvSpPr>
          <p:cNvPr id="8" name="TextBox 7">
            <a:extLst>
              <a:ext uri="{FF2B5EF4-FFF2-40B4-BE49-F238E27FC236}">
                <a16:creationId xmlns:a16="http://schemas.microsoft.com/office/drawing/2014/main" id="{EEDA3DC8-7544-4908-CF77-3B967C34E0F6}"/>
              </a:ext>
            </a:extLst>
          </p:cNvPr>
          <p:cNvSpPr txBox="1"/>
          <p:nvPr/>
        </p:nvSpPr>
        <p:spPr>
          <a:xfrm>
            <a:off x="564896" y="5638723"/>
            <a:ext cx="11042396" cy="307777"/>
          </a:xfrm>
          <a:prstGeom prst="rect">
            <a:avLst/>
          </a:prstGeom>
          <a:noFill/>
        </p:spPr>
        <p:txBody>
          <a:bodyPr wrap="square" lIns="91440" tIns="45720" rIns="91440" bIns="45720" anchor="t">
            <a:spAutoFit/>
          </a:bodyPr>
          <a:lstStyle/>
          <a:p>
            <a:pPr algn="ctr"/>
            <a:r>
              <a:rPr lang="en-US" sz="1400" b="1">
                <a:solidFill>
                  <a:schemeClr val="bg1"/>
                </a:solidFill>
                <a:latin typeface="FedEx Sans"/>
              </a:rPr>
              <a:t>Team Capabilities -  </a:t>
            </a:r>
            <a:r>
              <a:rPr lang="en-US" sz="1400">
                <a:solidFill>
                  <a:schemeClr val="bg1"/>
                </a:solidFill>
                <a:latin typeface="FedEx Sans"/>
              </a:rPr>
              <a:t>SQL, Python, Data Analytics, Business Intelligence, System Design and Web Development.</a:t>
            </a:r>
            <a:endParaRPr lang="en-US" sz="1400">
              <a:solidFill>
                <a:schemeClr val="bg1"/>
              </a:solidFill>
            </a:endParaRPr>
          </a:p>
        </p:txBody>
      </p:sp>
    </p:spTree>
    <p:extLst>
      <p:ext uri="{BB962C8B-B14F-4D97-AF65-F5344CB8AC3E}">
        <p14:creationId xmlns:p14="http://schemas.microsoft.com/office/powerpoint/2010/main" val="3446675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4E882F-2FD2-F14A-15AD-36B014C216D0}"/>
              </a:ext>
            </a:extLst>
          </p:cNvPr>
          <p:cNvSpPr>
            <a:spLocks noGrp="1"/>
          </p:cNvSpPr>
          <p:nvPr>
            <p:ph type="title" orient="vert"/>
          </p:nvPr>
        </p:nvSpPr>
        <p:spPr>
          <a:xfrm>
            <a:off x="610362" y="597371"/>
            <a:ext cx="11044427" cy="1104900"/>
          </a:xfrm>
        </p:spPr>
        <p:txBody>
          <a:bodyPr/>
          <a:lstStyle/>
          <a:p>
            <a:r>
              <a:rPr lang="en-US" b="1"/>
              <a:t>OPTI</a:t>
            </a:r>
            <a:r>
              <a:rPr lang="en-US" b="1">
                <a:solidFill>
                  <a:schemeClr val="bg2"/>
                </a:solidFill>
              </a:rPr>
              <a:t>X</a:t>
            </a:r>
            <a:r>
              <a:rPr lang="en-US"/>
              <a:t> VIDEO</a:t>
            </a:r>
          </a:p>
        </p:txBody>
      </p:sp>
      <p:sp>
        <p:nvSpPr>
          <p:cNvPr id="4" name="Footer Placeholder 3">
            <a:extLst>
              <a:ext uri="{FF2B5EF4-FFF2-40B4-BE49-F238E27FC236}">
                <a16:creationId xmlns:a16="http://schemas.microsoft.com/office/drawing/2014/main" id="{D8A94D2C-FC17-D18A-AD3C-CA107A42CCBE}"/>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84CFD6C6-9B2C-1747-AF97-F77FDF9C139B}"/>
              </a:ext>
            </a:extLst>
          </p:cNvPr>
          <p:cNvSpPr>
            <a:spLocks noGrp="1"/>
          </p:cNvSpPr>
          <p:nvPr>
            <p:ph type="sldNum" sz="quarter" idx="12"/>
          </p:nvPr>
        </p:nvSpPr>
        <p:spPr/>
        <p:txBody>
          <a:bodyPr/>
          <a:lstStyle/>
          <a:p>
            <a:fld id="{64B53FD8-04EE-4F67-B5CA-77D45BC12F90}" type="slidenum">
              <a:rPr lang="en-US" smtClean="0"/>
              <a:pPr/>
              <a:t>32</a:t>
            </a:fld>
            <a:endParaRPr lang="en-US" sz="800"/>
          </a:p>
        </p:txBody>
      </p:sp>
    </p:spTree>
    <p:extLst>
      <p:ext uri="{BB962C8B-B14F-4D97-AF65-F5344CB8AC3E}">
        <p14:creationId xmlns:p14="http://schemas.microsoft.com/office/powerpoint/2010/main" val="205301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C4E882F-2FD2-F14A-15AD-36B014C216D0}"/>
              </a:ext>
            </a:extLst>
          </p:cNvPr>
          <p:cNvSpPr>
            <a:spLocks noGrp="1"/>
          </p:cNvSpPr>
          <p:nvPr>
            <p:ph type="title" orient="vert"/>
          </p:nvPr>
        </p:nvSpPr>
        <p:spPr>
          <a:xfrm>
            <a:off x="610362" y="597371"/>
            <a:ext cx="11044427" cy="1104900"/>
          </a:xfrm>
        </p:spPr>
        <p:txBody>
          <a:bodyPr/>
          <a:lstStyle/>
          <a:p>
            <a:r>
              <a:rPr lang="en-US" b="1"/>
              <a:t>OPTI</a:t>
            </a:r>
            <a:r>
              <a:rPr lang="en-US" b="1">
                <a:solidFill>
                  <a:schemeClr val="bg2"/>
                </a:solidFill>
              </a:rPr>
              <a:t>X</a:t>
            </a:r>
            <a:r>
              <a:rPr lang="en-US"/>
              <a:t> Sales Feedback Form automation</a:t>
            </a:r>
          </a:p>
        </p:txBody>
      </p:sp>
      <p:sp>
        <p:nvSpPr>
          <p:cNvPr id="4" name="Footer Placeholder 3">
            <a:extLst>
              <a:ext uri="{FF2B5EF4-FFF2-40B4-BE49-F238E27FC236}">
                <a16:creationId xmlns:a16="http://schemas.microsoft.com/office/drawing/2014/main" id="{D8A94D2C-FC17-D18A-AD3C-CA107A42CCBE}"/>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84CFD6C6-9B2C-1747-AF97-F77FDF9C139B}"/>
              </a:ext>
            </a:extLst>
          </p:cNvPr>
          <p:cNvSpPr>
            <a:spLocks noGrp="1"/>
          </p:cNvSpPr>
          <p:nvPr>
            <p:ph type="sldNum" sz="quarter" idx="12"/>
          </p:nvPr>
        </p:nvSpPr>
        <p:spPr/>
        <p:txBody>
          <a:bodyPr/>
          <a:lstStyle/>
          <a:p>
            <a:fld id="{64B53FD8-04EE-4F67-B5CA-77D45BC12F90}" type="slidenum">
              <a:rPr lang="en-US" smtClean="0"/>
              <a:pPr/>
              <a:t>33</a:t>
            </a:fld>
            <a:endParaRPr lang="en-US" sz="800"/>
          </a:p>
        </p:txBody>
      </p:sp>
    </p:spTree>
    <p:extLst>
      <p:ext uri="{BB962C8B-B14F-4D97-AF65-F5344CB8AC3E}">
        <p14:creationId xmlns:p14="http://schemas.microsoft.com/office/powerpoint/2010/main" val="25657043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56A8994-F973-CD34-1F9B-A5106C467A8E}"/>
              </a:ext>
            </a:extLst>
          </p:cNvPr>
          <p:cNvSpPr>
            <a:spLocks noGrp="1"/>
          </p:cNvSpPr>
          <p:nvPr>
            <p:ph type="title" orient="vert"/>
          </p:nvPr>
        </p:nvSpPr>
        <p:spPr/>
        <p:txBody>
          <a:bodyPr/>
          <a:lstStyle/>
          <a:p>
            <a:r>
              <a:rPr lang="en-IN"/>
              <a:t>Feedback process</a:t>
            </a:r>
          </a:p>
        </p:txBody>
      </p:sp>
      <p:sp>
        <p:nvSpPr>
          <p:cNvPr id="3" name="Vertical Text Placeholder 2">
            <a:extLst>
              <a:ext uri="{FF2B5EF4-FFF2-40B4-BE49-F238E27FC236}">
                <a16:creationId xmlns:a16="http://schemas.microsoft.com/office/drawing/2014/main" id="{D8B5928D-578C-C1B7-C37A-9CEF0FCDAA0D}"/>
              </a:ext>
            </a:extLst>
          </p:cNvPr>
          <p:cNvSpPr>
            <a:spLocks noGrp="1"/>
          </p:cNvSpPr>
          <p:nvPr>
            <p:ph type="body" orient="vert" idx="1"/>
          </p:nvPr>
        </p:nvSpPr>
        <p:spPr/>
        <p:txBody>
          <a:bodyPr/>
          <a:lstStyle/>
          <a:p>
            <a:r>
              <a:rPr lang="en-IN"/>
              <a:t>- </a:t>
            </a:r>
          </a:p>
        </p:txBody>
      </p:sp>
      <p:sp>
        <p:nvSpPr>
          <p:cNvPr id="4" name="Footer Placeholder 3">
            <a:extLst>
              <a:ext uri="{FF2B5EF4-FFF2-40B4-BE49-F238E27FC236}">
                <a16:creationId xmlns:a16="http://schemas.microsoft.com/office/drawing/2014/main" id="{634FC6ED-87E1-2477-2FE2-37B16DA887CB}"/>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E36DE466-40BD-B10B-6CFE-91C4FDD6557D}"/>
              </a:ext>
            </a:extLst>
          </p:cNvPr>
          <p:cNvSpPr>
            <a:spLocks noGrp="1"/>
          </p:cNvSpPr>
          <p:nvPr>
            <p:ph type="sldNum" sz="quarter" idx="12"/>
          </p:nvPr>
        </p:nvSpPr>
        <p:spPr/>
        <p:txBody>
          <a:bodyPr/>
          <a:lstStyle/>
          <a:p>
            <a:fld id="{64B53FD8-04EE-4F67-B5CA-77D45BC12F90}" type="slidenum">
              <a:rPr lang="en-US" smtClean="0"/>
              <a:pPr/>
              <a:t>34</a:t>
            </a:fld>
            <a:endParaRPr lang="en-US" sz="800"/>
          </a:p>
        </p:txBody>
      </p:sp>
      <p:graphicFrame>
        <p:nvGraphicFramePr>
          <p:cNvPr id="6" name="Object 5">
            <a:extLst>
              <a:ext uri="{FF2B5EF4-FFF2-40B4-BE49-F238E27FC236}">
                <a16:creationId xmlns:a16="http://schemas.microsoft.com/office/drawing/2014/main" id="{E42BD706-260A-E360-2E67-3EC2E4C787EE}"/>
              </a:ext>
            </a:extLst>
          </p:cNvPr>
          <p:cNvGraphicFramePr>
            <a:graphicFrameLocks noChangeAspect="1"/>
          </p:cNvGraphicFramePr>
          <p:nvPr>
            <p:extLst>
              <p:ext uri="{D42A27DB-BD31-4B8C-83A1-F6EECF244321}">
                <p14:modId xmlns:p14="http://schemas.microsoft.com/office/powerpoint/2010/main" val="3996265577"/>
              </p:ext>
            </p:extLst>
          </p:nvPr>
        </p:nvGraphicFramePr>
        <p:xfrm>
          <a:off x="1138238" y="1825625"/>
          <a:ext cx="1071562" cy="945058"/>
        </p:xfrm>
        <a:graphic>
          <a:graphicData uri="http://schemas.openxmlformats.org/presentationml/2006/ole">
            <mc:AlternateContent xmlns:mc="http://schemas.openxmlformats.org/markup-compatibility/2006">
              <mc:Choice xmlns:v="urn:schemas-microsoft-com:vml" Requires="v">
                <p:oleObj name="Worksheet" showAsIcon="1" r:id="rId2" imgW="914603" imgH="806585" progId="Excel.Sheet.12">
                  <p:embed/>
                </p:oleObj>
              </mc:Choice>
              <mc:Fallback>
                <p:oleObj name="Worksheet" showAsIcon="1" r:id="rId2" imgW="914603" imgH="806585" progId="Excel.Sheet.12">
                  <p:embed/>
                  <p:pic>
                    <p:nvPicPr>
                      <p:cNvPr id="6" name="Object 5">
                        <a:extLst>
                          <a:ext uri="{FF2B5EF4-FFF2-40B4-BE49-F238E27FC236}">
                            <a16:creationId xmlns:a16="http://schemas.microsoft.com/office/drawing/2014/main" id="{E42BD706-260A-E360-2E67-3EC2E4C787EE}"/>
                          </a:ext>
                        </a:extLst>
                      </p:cNvPr>
                      <p:cNvPicPr/>
                      <p:nvPr/>
                    </p:nvPicPr>
                    <p:blipFill>
                      <a:blip r:embed="rId3"/>
                      <a:stretch>
                        <a:fillRect/>
                      </a:stretch>
                    </p:blipFill>
                    <p:spPr>
                      <a:xfrm>
                        <a:off x="1138238" y="1825625"/>
                        <a:ext cx="1071562" cy="945058"/>
                      </a:xfrm>
                      <a:prstGeom prst="rect">
                        <a:avLst/>
                      </a:prstGeom>
                    </p:spPr>
                  </p:pic>
                </p:oleObj>
              </mc:Fallback>
            </mc:AlternateContent>
          </a:graphicData>
        </a:graphic>
      </p:graphicFrame>
    </p:spTree>
    <p:extLst>
      <p:ext uri="{BB962C8B-B14F-4D97-AF65-F5344CB8AC3E}">
        <p14:creationId xmlns:p14="http://schemas.microsoft.com/office/powerpoint/2010/main" val="18133961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C0016D-BF62-0B10-1648-B6AE98E8BD6C}"/>
              </a:ext>
            </a:extLst>
          </p:cNvPr>
          <p:cNvSpPr>
            <a:spLocks noGrp="1"/>
          </p:cNvSpPr>
          <p:nvPr>
            <p:ph type="title" orient="vert"/>
          </p:nvPr>
        </p:nvSpPr>
        <p:spPr/>
        <p:txBody>
          <a:bodyPr/>
          <a:lstStyle/>
          <a:p>
            <a:r>
              <a:rPr lang="en-US"/>
              <a:t>Attachment Analysis</a:t>
            </a:r>
          </a:p>
        </p:txBody>
      </p:sp>
      <p:sp>
        <p:nvSpPr>
          <p:cNvPr id="4" name="Footer Placeholder 3">
            <a:extLst>
              <a:ext uri="{FF2B5EF4-FFF2-40B4-BE49-F238E27FC236}">
                <a16:creationId xmlns:a16="http://schemas.microsoft.com/office/drawing/2014/main" id="{C302729F-EB8F-75FC-B0C8-0EE1AC58A434}"/>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3D2F3C8B-BBB2-1E98-3DAB-367A8D10BABB}"/>
              </a:ext>
            </a:extLst>
          </p:cNvPr>
          <p:cNvSpPr>
            <a:spLocks noGrp="1"/>
          </p:cNvSpPr>
          <p:nvPr>
            <p:ph type="sldNum" sz="quarter" idx="12"/>
          </p:nvPr>
        </p:nvSpPr>
        <p:spPr/>
        <p:txBody>
          <a:bodyPr/>
          <a:lstStyle/>
          <a:p>
            <a:fld id="{64B53FD8-04EE-4F67-B5CA-77D45BC12F90}" type="slidenum">
              <a:rPr lang="en-US" smtClean="0"/>
              <a:pPr/>
              <a:t>35</a:t>
            </a:fld>
            <a:endParaRPr lang="en-US" sz="800"/>
          </a:p>
        </p:txBody>
      </p:sp>
      <p:sp>
        <p:nvSpPr>
          <p:cNvPr id="6" name="Rectangle 5">
            <a:extLst>
              <a:ext uri="{FF2B5EF4-FFF2-40B4-BE49-F238E27FC236}">
                <a16:creationId xmlns:a16="http://schemas.microsoft.com/office/drawing/2014/main" id="{E8B2A1F1-CC89-1CE1-FB59-46E6BAF1B577}"/>
              </a:ext>
            </a:extLst>
          </p:cNvPr>
          <p:cNvSpPr/>
          <p:nvPr/>
        </p:nvSpPr>
        <p:spPr>
          <a:xfrm>
            <a:off x="571500" y="2057400"/>
            <a:ext cx="3819143" cy="28153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Out of Business:</a:t>
            </a:r>
            <a:endParaRPr lang="en-US"/>
          </a:p>
        </p:txBody>
      </p:sp>
      <p:graphicFrame>
        <p:nvGraphicFramePr>
          <p:cNvPr id="10" name="Object 9">
            <a:extLst>
              <a:ext uri="{FF2B5EF4-FFF2-40B4-BE49-F238E27FC236}">
                <a16:creationId xmlns:a16="http://schemas.microsoft.com/office/drawing/2014/main" id="{776197EC-4D0A-C552-1264-F72ACADE3B57}"/>
              </a:ext>
            </a:extLst>
          </p:cNvPr>
          <p:cNvGraphicFramePr>
            <a:graphicFrameLocks noChangeAspect="1"/>
          </p:cNvGraphicFramePr>
          <p:nvPr>
            <p:extLst>
              <p:ext uri="{D42A27DB-BD31-4B8C-83A1-F6EECF244321}">
                <p14:modId xmlns:p14="http://schemas.microsoft.com/office/powerpoint/2010/main" val="703839061"/>
              </p:ext>
            </p:extLst>
          </p:nvPr>
        </p:nvGraphicFramePr>
        <p:xfrm>
          <a:off x="1885950" y="2660651"/>
          <a:ext cx="914400" cy="806450"/>
        </p:xfrm>
        <a:graphic>
          <a:graphicData uri="http://schemas.openxmlformats.org/presentationml/2006/ole">
            <mc:AlternateContent xmlns:mc="http://schemas.openxmlformats.org/markup-compatibility/2006">
              <mc:Choice xmlns:v="urn:schemas-microsoft-com:vml" Requires="v">
                <p:oleObj name="Acrobat Document" showAsIcon="1" r:id="rId2" imgW="914603" imgH="806585" progId="Acrobat.Document.DC">
                  <p:embed/>
                </p:oleObj>
              </mc:Choice>
              <mc:Fallback>
                <p:oleObj name="Acrobat Document" showAsIcon="1" r:id="rId2" imgW="914603" imgH="806585" progId="Acrobat.Document.DC">
                  <p:embed/>
                  <p:pic>
                    <p:nvPicPr>
                      <p:cNvPr id="10" name="Object 9">
                        <a:extLst>
                          <a:ext uri="{FF2B5EF4-FFF2-40B4-BE49-F238E27FC236}">
                            <a16:creationId xmlns:a16="http://schemas.microsoft.com/office/drawing/2014/main" id="{776197EC-4D0A-C552-1264-F72ACADE3B57}"/>
                          </a:ext>
                        </a:extLst>
                      </p:cNvPr>
                      <p:cNvPicPr/>
                      <p:nvPr/>
                    </p:nvPicPr>
                    <p:blipFill>
                      <a:blip r:embed="rId3"/>
                      <a:stretch>
                        <a:fillRect/>
                      </a:stretch>
                    </p:blipFill>
                    <p:spPr>
                      <a:xfrm>
                        <a:off x="1885950" y="2660651"/>
                        <a:ext cx="914400" cy="806450"/>
                      </a:xfrm>
                      <a:prstGeom prst="rect">
                        <a:avLst/>
                      </a:prstGeom>
                    </p:spPr>
                  </p:pic>
                </p:oleObj>
              </mc:Fallback>
            </mc:AlternateContent>
          </a:graphicData>
        </a:graphic>
      </p:graphicFrame>
      <p:pic>
        <p:nvPicPr>
          <p:cNvPr id="1026" name="Picture 2">
            <a:extLst>
              <a:ext uri="{FF2B5EF4-FFF2-40B4-BE49-F238E27FC236}">
                <a16:creationId xmlns:a16="http://schemas.microsoft.com/office/drawing/2014/main" id="{C39BD762-29E7-45D6-114E-91BDA97F98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 y="3467101"/>
            <a:ext cx="3819143" cy="1990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a:extLst>
              <a:ext uri="{FF2B5EF4-FFF2-40B4-BE49-F238E27FC236}">
                <a16:creationId xmlns:a16="http://schemas.microsoft.com/office/drawing/2014/main" id="{ED538CE0-39FB-AD99-F04A-DAC37AC2D6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9924" y="3496267"/>
            <a:ext cx="3941442" cy="2086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768BD559-4EEC-158B-DC16-9A70E858D36C}"/>
              </a:ext>
            </a:extLst>
          </p:cNvPr>
          <p:cNvSpPr/>
          <p:nvPr/>
        </p:nvSpPr>
        <p:spPr>
          <a:xfrm>
            <a:off x="6249924" y="2037187"/>
            <a:ext cx="3819143" cy="28153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t>DM/HQ</a:t>
            </a:r>
            <a:endParaRPr lang="en-US"/>
          </a:p>
        </p:txBody>
      </p:sp>
      <p:graphicFrame>
        <p:nvGraphicFramePr>
          <p:cNvPr id="12" name="Object 11">
            <a:extLst>
              <a:ext uri="{FF2B5EF4-FFF2-40B4-BE49-F238E27FC236}">
                <a16:creationId xmlns:a16="http://schemas.microsoft.com/office/drawing/2014/main" id="{A715A3C7-30B9-A309-A2C4-365DC953DBA1}"/>
              </a:ext>
            </a:extLst>
          </p:cNvPr>
          <p:cNvGraphicFramePr>
            <a:graphicFrameLocks noChangeAspect="1"/>
          </p:cNvGraphicFramePr>
          <p:nvPr>
            <p:extLst>
              <p:ext uri="{D42A27DB-BD31-4B8C-83A1-F6EECF244321}">
                <p14:modId xmlns:p14="http://schemas.microsoft.com/office/powerpoint/2010/main" val="2605003797"/>
              </p:ext>
            </p:extLst>
          </p:nvPr>
        </p:nvGraphicFramePr>
        <p:xfrm>
          <a:off x="7702550" y="2641600"/>
          <a:ext cx="914400" cy="806450"/>
        </p:xfrm>
        <a:graphic>
          <a:graphicData uri="http://schemas.openxmlformats.org/presentationml/2006/ole">
            <mc:AlternateContent xmlns:mc="http://schemas.openxmlformats.org/markup-compatibility/2006">
              <mc:Choice xmlns:v="urn:schemas-microsoft-com:vml" Requires="v">
                <p:oleObj name="Acrobat Document" showAsIcon="1" r:id="rId6" imgW="914603" imgH="806585" progId="Acrobat.Document.DC">
                  <p:embed/>
                </p:oleObj>
              </mc:Choice>
              <mc:Fallback>
                <p:oleObj name="Acrobat Document" showAsIcon="1" r:id="rId6" imgW="914603" imgH="806585" progId="Acrobat.Document.DC">
                  <p:embed/>
                  <p:pic>
                    <p:nvPicPr>
                      <p:cNvPr id="12" name="Object 11">
                        <a:extLst>
                          <a:ext uri="{FF2B5EF4-FFF2-40B4-BE49-F238E27FC236}">
                            <a16:creationId xmlns:a16="http://schemas.microsoft.com/office/drawing/2014/main" id="{A715A3C7-30B9-A309-A2C4-365DC953DBA1}"/>
                          </a:ext>
                        </a:extLst>
                      </p:cNvPr>
                      <p:cNvPicPr/>
                      <p:nvPr/>
                    </p:nvPicPr>
                    <p:blipFill>
                      <a:blip r:embed="rId7"/>
                      <a:stretch>
                        <a:fillRect/>
                      </a:stretch>
                    </p:blipFill>
                    <p:spPr>
                      <a:xfrm>
                        <a:off x="7702550" y="2641600"/>
                        <a:ext cx="914400" cy="806450"/>
                      </a:xfrm>
                      <a:prstGeom prst="rect">
                        <a:avLst/>
                      </a:prstGeom>
                    </p:spPr>
                  </p:pic>
                </p:oleObj>
              </mc:Fallback>
            </mc:AlternateContent>
          </a:graphicData>
        </a:graphic>
      </p:graphicFrame>
    </p:spTree>
    <p:extLst>
      <p:ext uri="{BB962C8B-B14F-4D97-AF65-F5344CB8AC3E}">
        <p14:creationId xmlns:p14="http://schemas.microsoft.com/office/powerpoint/2010/main" val="27423961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EEA79E-4513-9FD7-5DAC-6819D4981028}"/>
              </a:ext>
            </a:extLst>
          </p:cNvPr>
          <p:cNvSpPr>
            <a:spLocks noGrp="1"/>
          </p:cNvSpPr>
          <p:nvPr>
            <p:ph type="title" orient="vert"/>
          </p:nvPr>
        </p:nvSpPr>
        <p:spPr/>
        <p:txBody>
          <a:bodyPr/>
          <a:lstStyle/>
          <a:p>
            <a:r>
              <a:rPr lang="en-US" b="1"/>
              <a:t>OPTI</a:t>
            </a:r>
            <a:r>
              <a:rPr lang="en-US" b="1">
                <a:solidFill>
                  <a:schemeClr val="bg2"/>
                </a:solidFill>
              </a:rPr>
              <a:t>X</a:t>
            </a:r>
            <a:r>
              <a:rPr lang="en-US"/>
              <a:t> Timeline</a:t>
            </a:r>
          </a:p>
        </p:txBody>
      </p:sp>
      <p:sp>
        <p:nvSpPr>
          <p:cNvPr id="4" name="Footer Placeholder 3">
            <a:extLst>
              <a:ext uri="{FF2B5EF4-FFF2-40B4-BE49-F238E27FC236}">
                <a16:creationId xmlns:a16="http://schemas.microsoft.com/office/drawing/2014/main" id="{A44A11EB-888E-CF3A-B0B2-2DC0602A7371}"/>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687A8331-1F76-61E5-393E-1B9116689CB3}"/>
              </a:ext>
            </a:extLst>
          </p:cNvPr>
          <p:cNvSpPr>
            <a:spLocks noGrp="1"/>
          </p:cNvSpPr>
          <p:nvPr>
            <p:ph type="sldNum" sz="quarter" idx="12"/>
          </p:nvPr>
        </p:nvSpPr>
        <p:spPr/>
        <p:txBody>
          <a:bodyPr/>
          <a:lstStyle/>
          <a:p>
            <a:fld id="{64B53FD8-04EE-4F67-B5CA-77D45BC12F90}" type="slidenum">
              <a:rPr lang="en-US" smtClean="0"/>
              <a:pPr/>
              <a:t>36</a:t>
            </a:fld>
            <a:endParaRPr lang="en-US" sz="800"/>
          </a:p>
        </p:txBody>
      </p:sp>
      <p:graphicFrame>
        <p:nvGraphicFramePr>
          <p:cNvPr id="6" name="Table 5">
            <a:extLst>
              <a:ext uri="{FF2B5EF4-FFF2-40B4-BE49-F238E27FC236}">
                <a16:creationId xmlns:a16="http://schemas.microsoft.com/office/drawing/2014/main" id="{5B16C642-4AFE-6F30-0E77-675732040B12}"/>
              </a:ext>
            </a:extLst>
          </p:cNvPr>
          <p:cNvGraphicFramePr>
            <a:graphicFrameLocks noGrp="1"/>
          </p:cNvGraphicFramePr>
          <p:nvPr>
            <p:extLst>
              <p:ext uri="{D42A27DB-BD31-4B8C-83A1-F6EECF244321}">
                <p14:modId xmlns:p14="http://schemas.microsoft.com/office/powerpoint/2010/main" val="1221711948"/>
              </p:ext>
            </p:extLst>
          </p:nvPr>
        </p:nvGraphicFramePr>
        <p:xfrm>
          <a:off x="571499" y="1524000"/>
          <a:ext cx="11044437" cy="4182687"/>
        </p:xfrm>
        <a:graphic>
          <a:graphicData uri="http://schemas.openxmlformats.org/drawingml/2006/table">
            <a:tbl>
              <a:tblPr firstRow="1" bandRow="1">
                <a:tableStyleId>{5C22544A-7EE6-4342-B048-85BDC9FD1C3A}</a:tableStyleId>
              </a:tblPr>
              <a:tblGrid>
                <a:gridCol w="535406">
                  <a:extLst>
                    <a:ext uri="{9D8B030D-6E8A-4147-A177-3AD203B41FA5}">
                      <a16:colId xmlns:a16="http://schemas.microsoft.com/office/drawing/2014/main" val="458609733"/>
                    </a:ext>
                  </a:extLst>
                </a:gridCol>
                <a:gridCol w="2425567">
                  <a:extLst>
                    <a:ext uri="{9D8B030D-6E8A-4147-A177-3AD203B41FA5}">
                      <a16:colId xmlns:a16="http://schemas.microsoft.com/office/drawing/2014/main" val="912541508"/>
                    </a:ext>
                  </a:extLst>
                </a:gridCol>
                <a:gridCol w="673622">
                  <a:extLst>
                    <a:ext uri="{9D8B030D-6E8A-4147-A177-3AD203B41FA5}">
                      <a16:colId xmlns:a16="http://schemas.microsoft.com/office/drawing/2014/main" val="167305298"/>
                    </a:ext>
                  </a:extLst>
                </a:gridCol>
                <a:gridCol w="673622">
                  <a:extLst>
                    <a:ext uri="{9D8B030D-6E8A-4147-A177-3AD203B41FA5}">
                      <a16:colId xmlns:a16="http://schemas.microsoft.com/office/drawing/2014/main" val="2417021067"/>
                    </a:ext>
                  </a:extLst>
                </a:gridCol>
                <a:gridCol w="673622">
                  <a:extLst>
                    <a:ext uri="{9D8B030D-6E8A-4147-A177-3AD203B41FA5}">
                      <a16:colId xmlns:a16="http://schemas.microsoft.com/office/drawing/2014/main" val="1643036928"/>
                    </a:ext>
                  </a:extLst>
                </a:gridCol>
                <a:gridCol w="673622">
                  <a:extLst>
                    <a:ext uri="{9D8B030D-6E8A-4147-A177-3AD203B41FA5}">
                      <a16:colId xmlns:a16="http://schemas.microsoft.com/office/drawing/2014/main" val="775165897"/>
                    </a:ext>
                  </a:extLst>
                </a:gridCol>
                <a:gridCol w="673622">
                  <a:extLst>
                    <a:ext uri="{9D8B030D-6E8A-4147-A177-3AD203B41FA5}">
                      <a16:colId xmlns:a16="http://schemas.microsoft.com/office/drawing/2014/main" val="2266760675"/>
                    </a:ext>
                  </a:extLst>
                </a:gridCol>
                <a:gridCol w="673622">
                  <a:extLst>
                    <a:ext uri="{9D8B030D-6E8A-4147-A177-3AD203B41FA5}">
                      <a16:colId xmlns:a16="http://schemas.microsoft.com/office/drawing/2014/main" val="3381869882"/>
                    </a:ext>
                  </a:extLst>
                </a:gridCol>
                <a:gridCol w="673622">
                  <a:extLst>
                    <a:ext uri="{9D8B030D-6E8A-4147-A177-3AD203B41FA5}">
                      <a16:colId xmlns:a16="http://schemas.microsoft.com/office/drawing/2014/main" val="1953228380"/>
                    </a:ext>
                  </a:extLst>
                </a:gridCol>
                <a:gridCol w="673622">
                  <a:extLst>
                    <a:ext uri="{9D8B030D-6E8A-4147-A177-3AD203B41FA5}">
                      <a16:colId xmlns:a16="http://schemas.microsoft.com/office/drawing/2014/main" val="633105734"/>
                    </a:ext>
                  </a:extLst>
                </a:gridCol>
                <a:gridCol w="673622">
                  <a:extLst>
                    <a:ext uri="{9D8B030D-6E8A-4147-A177-3AD203B41FA5}">
                      <a16:colId xmlns:a16="http://schemas.microsoft.com/office/drawing/2014/main" val="2886625170"/>
                    </a:ext>
                  </a:extLst>
                </a:gridCol>
                <a:gridCol w="673622">
                  <a:extLst>
                    <a:ext uri="{9D8B030D-6E8A-4147-A177-3AD203B41FA5}">
                      <a16:colId xmlns:a16="http://schemas.microsoft.com/office/drawing/2014/main" val="3011470913"/>
                    </a:ext>
                  </a:extLst>
                </a:gridCol>
                <a:gridCol w="673622">
                  <a:extLst>
                    <a:ext uri="{9D8B030D-6E8A-4147-A177-3AD203B41FA5}">
                      <a16:colId xmlns:a16="http://schemas.microsoft.com/office/drawing/2014/main" val="4178519722"/>
                    </a:ext>
                  </a:extLst>
                </a:gridCol>
                <a:gridCol w="673622">
                  <a:extLst>
                    <a:ext uri="{9D8B030D-6E8A-4147-A177-3AD203B41FA5}">
                      <a16:colId xmlns:a16="http://schemas.microsoft.com/office/drawing/2014/main" val="3764871499"/>
                    </a:ext>
                  </a:extLst>
                </a:gridCol>
              </a:tblGrid>
              <a:tr h="286327">
                <a:tc>
                  <a:txBody>
                    <a:bodyPr/>
                    <a:lstStyle/>
                    <a:p>
                      <a:r>
                        <a:rPr lang="en-US" sz="1000"/>
                        <a:t>Ph</a:t>
                      </a:r>
                    </a:p>
                  </a:txBody>
                  <a:tcPr/>
                </a:tc>
                <a:tc>
                  <a:txBody>
                    <a:bodyPr/>
                    <a:lstStyle/>
                    <a:p>
                      <a:r>
                        <a:rPr lang="en-US" sz="1000"/>
                        <a:t>Details</a:t>
                      </a:r>
                    </a:p>
                  </a:txBody>
                  <a:tcPr/>
                </a:tc>
                <a:tc>
                  <a:txBody>
                    <a:bodyPr/>
                    <a:lstStyle/>
                    <a:p>
                      <a:r>
                        <a:rPr lang="en-US" sz="1000"/>
                        <a:t>JAN’26</a:t>
                      </a:r>
                    </a:p>
                  </a:txBody>
                  <a:tcPr/>
                </a:tc>
                <a:tc>
                  <a:txBody>
                    <a:bodyPr/>
                    <a:lstStyle/>
                    <a:p>
                      <a:r>
                        <a:rPr lang="en-US" sz="1000"/>
                        <a:t>FEB’26</a:t>
                      </a:r>
                    </a:p>
                  </a:txBody>
                  <a:tcPr/>
                </a:tc>
                <a:tc>
                  <a:txBody>
                    <a:bodyPr/>
                    <a:lstStyle/>
                    <a:p>
                      <a:r>
                        <a:rPr lang="en-US" sz="1000"/>
                        <a:t>MAR’26</a:t>
                      </a:r>
                    </a:p>
                  </a:txBody>
                  <a:tcPr/>
                </a:tc>
                <a:tc>
                  <a:txBody>
                    <a:bodyPr/>
                    <a:lstStyle/>
                    <a:p>
                      <a:r>
                        <a:rPr lang="en-US" sz="1000"/>
                        <a:t>APR’26</a:t>
                      </a:r>
                    </a:p>
                  </a:txBody>
                  <a:tcPr/>
                </a:tc>
                <a:tc>
                  <a:txBody>
                    <a:bodyPr/>
                    <a:lstStyle/>
                    <a:p>
                      <a:r>
                        <a:rPr lang="en-US" sz="1000"/>
                        <a:t>MAY’26</a:t>
                      </a:r>
                    </a:p>
                  </a:txBody>
                  <a:tcPr/>
                </a:tc>
                <a:tc>
                  <a:txBody>
                    <a:bodyPr/>
                    <a:lstStyle/>
                    <a:p>
                      <a:r>
                        <a:rPr lang="en-US" sz="1000"/>
                        <a:t>JUN’26</a:t>
                      </a:r>
                    </a:p>
                  </a:txBody>
                  <a:tcPr/>
                </a:tc>
                <a:tc>
                  <a:txBody>
                    <a:bodyPr/>
                    <a:lstStyle/>
                    <a:p>
                      <a:r>
                        <a:rPr lang="en-US" sz="1000"/>
                        <a:t>JUL’26</a:t>
                      </a:r>
                    </a:p>
                  </a:txBody>
                  <a:tcPr/>
                </a:tc>
                <a:tc>
                  <a:txBody>
                    <a:bodyPr/>
                    <a:lstStyle/>
                    <a:p>
                      <a:r>
                        <a:rPr lang="en-US" sz="1000"/>
                        <a:t>AUG’26</a:t>
                      </a:r>
                    </a:p>
                  </a:txBody>
                  <a:tcPr/>
                </a:tc>
                <a:tc>
                  <a:txBody>
                    <a:bodyPr/>
                    <a:lstStyle/>
                    <a:p>
                      <a:r>
                        <a:rPr lang="en-US" sz="1000"/>
                        <a:t>SEP’26</a:t>
                      </a:r>
                    </a:p>
                  </a:txBody>
                  <a:tcPr/>
                </a:tc>
                <a:tc>
                  <a:txBody>
                    <a:bodyPr/>
                    <a:lstStyle/>
                    <a:p>
                      <a:r>
                        <a:rPr lang="en-US" sz="1000"/>
                        <a:t>OCT’26</a:t>
                      </a:r>
                    </a:p>
                  </a:txBody>
                  <a:tcPr/>
                </a:tc>
                <a:tc>
                  <a:txBody>
                    <a:bodyPr/>
                    <a:lstStyle/>
                    <a:p>
                      <a:r>
                        <a:rPr lang="en-US" sz="1000"/>
                        <a:t>NOV’26</a:t>
                      </a:r>
                    </a:p>
                  </a:txBody>
                  <a:tcPr/>
                </a:tc>
                <a:tc>
                  <a:txBody>
                    <a:bodyPr/>
                    <a:lstStyle/>
                    <a:p>
                      <a:r>
                        <a:rPr lang="en-US" sz="1000"/>
                        <a:t>DEC’26</a:t>
                      </a:r>
                    </a:p>
                  </a:txBody>
                  <a:tcPr/>
                </a:tc>
                <a:extLst>
                  <a:ext uri="{0D108BD9-81ED-4DB2-BD59-A6C34878D82A}">
                    <a16:rowId xmlns:a16="http://schemas.microsoft.com/office/drawing/2014/main" val="3936757"/>
                  </a:ext>
                </a:extLst>
              </a:tr>
              <a:tr h="349596">
                <a:tc>
                  <a:txBody>
                    <a:bodyPr/>
                    <a:lstStyle/>
                    <a:p>
                      <a:pPr algn="ctr"/>
                      <a:r>
                        <a:rPr lang="en-US" sz="1000">
                          <a:solidFill>
                            <a:schemeClr val="bg1"/>
                          </a:solidFill>
                        </a:rPr>
                        <a:t>0. CIP</a:t>
                      </a:r>
                    </a:p>
                  </a:txBody>
                  <a:tcPr vert="vert270" anchor="ctr">
                    <a:solidFill>
                      <a:srgbClr val="5B9BD5"/>
                    </a:solidFill>
                  </a:tcPr>
                </a:tc>
                <a:tc>
                  <a:txBody>
                    <a:bodyPr/>
                    <a:lstStyle/>
                    <a:p>
                      <a:pPr marL="0" algn="l" defTabSz="914400" rtl="0" eaLnBrk="1" fontAlgn="ctr" latinLnBrk="0" hangingPunct="1">
                        <a:buNone/>
                      </a:pPr>
                      <a:r>
                        <a:rPr lang="en-US" sz="1000" b="0" i="1" u="none" strike="noStrike" kern="1200">
                          <a:solidFill>
                            <a:schemeClr val="tx1"/>
                          </a:solidFill>
                          <a:effectLst/>
                          <a:latin typeface="FedEx Sans"/>
                          <a:ea typeface="+mn-ea"/>
                          <a:cs typeface="+mn-cs"/>
                        </a:rPr>
                        <a:t>0.0 Continuous Improvement plan</a:t>
                      </a:r>
                    </a:p>
                  </a:txBody>
                  <a:tcPr>
                    <a:lnB w="12700" cap="flat" cmpd="sng" algn="ctr">
                      <a:solidFill>
                        <a:schemeClr val="tx1"/>
                      </a:solidFill>
                      <a:prstDash val="solid"/>
                      <a:round/>
                      <a:headEnd type="none" w="med" len="med"/>
                      <a:tailEnd type="none" w="med" len="med"/>
                    </a:lnB>
                    <a:solidFill>
                      <a:srgbClr val="DDEBF7"/>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27005145"/>
                  </a:ext>
                </a:extLst>
              </a:tr>
              <a:tr h="274320">
                <a:tc rowSpan="6">
                  <a:txBody>
                    <a:bodyPr/>
                    <a:lstStyle/>
                    <a:p>
                      <a:pPr algn="ctr"/>
                      <a:r>
                        <a:rPr lang="en-US" sz="1000">
                          <a:solidFill>
                            <a:schemeClr val="bg1"/>
                          </a:solidFill>
                        </a:rPr>
                        <a:t>1. Case Category Inclusion</a:t>
                      </a:r>
                    </a:p>
                  </a:txBody>
                  <a:tcPr vert="vert270" anchor="ctr">
                    <a:solidFill>
                      <a:srgbClr val="305496"/>
                    </a:solidFill>
                  </a:tcPr>
                </a:tc>
                <a:tc>
                  <a:txBody>
                    <a:bodyPr/>
                    <a:lstStyle/>
                    <a:p>
                      <a:pPr algn="l" fontAlgn="ctr">
                        <a:buNone/>
                      </a:pPr>
                      <a:r>
                        <a:rPr lang="en-US" sz="1000" b="0" i="1" u="none" strike="noStrike">
                          <a:solidFill>
                            <a:schemeClr val="tx1"/>
                          </a:solidFill>
                          <a:effectLst/>
                          <a:latin typeface="FedEx Sans"/>
                        </a:rPr>
                        <a:t>1.1 Adjust Potential</a:t>
                      </a:r>
                    </a:p>
                  </a:txBody>
                  <a:tcPr marL="95250" marR="6350" marT="6350" marB="0" anchor="ct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D9E1F2"/>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83478261"/>
                  </a:ext>
                </a:extLst>
              </a:tr>
              <a:tr h="274320">
                <a:tc vMerge="1">
                  <a:txBody>
                    <a:bodyPr/>
                    <a:lstStyle/>
                    <a:p>
                      <a:endParaRPr lang="en-US"/>
                    </a:p>
                  </a:txBody>
                  <a:tcPr/>
                </a:tc>
                <a:tc>
                  <a:txBody>
                    <a:bodyPr/>
                    <a:lstStyle/>
                    <a:p>
                      <a:pPr algn="l" fontAlgn="ctr">
                        <a:buNone/>
                      </a:pPr>
                      <a:r>
                        <a:rPr lang="en-US" sz="1000" b="0" i="1" u="none" strike="noStrike">
                          <a:solidFill>
                            <a:schemeClr val="tx1"/>
                          </a:solidFill>
                          <a:effectLst/>
                          <a:latin typeface="FedEx Sans"/>
                        </a:rPr>
                        <a:t>1.2 BDS fields</a:t>
                      </a:r>
                    </a:p>
                  </a:txBody>
                  <a:tcPr marL="95250" marR="6350" marT="635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D9E1F2"/>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08096877"/>
                  </a:ext>
                </a:extLst>
              </a:tr>
              <a:tr h="274320">
                <a:tc vMerge="1">
                  <a:txBody>
                    <a:bodyPr/>
                    <a:lstStyle/>
                    <a:p>
                      <a:endParaRPr lang="en-US"/>
                    </a:p>
                  </a:txBody>
                  <a:tcPr/>
                </a:tc>
                <a:tc>
                  <a:txBody>
                    <a:bodyPr/>
                    <a:lstStyle/>
                    <a:p>
                      <a:pPr algn="l" fontAlgn="ctr">
                        <a:buNone/>
                      </a:pPr>
                      <a:r>
                        <a:rPr lang="en-US" sz="1000" b="0" i="1" u="none" strike="noStrike">
                          <a:solidFill>
                            <a:schemeClr val="tx1"/>
                          </a:solidFill>
                          <a:effectLst/>
                          <a:latin typeface="FedEx Sans"/>
                        </a:rPr>
                        <a:t>1.3 DM/HQ</a:t>
                      </a:r>
                    </a:p>
                  </a:txBody>
                  <a:tcPr marL="95250" marR="6350" marT="635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D9E1F2"/>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4768737"/>
                  </a:ext>
                </a:extLst>
              </a:tr>
              <a:tr h="274320">
                <a:tc vMerge="1">
                  <a:txBody>
                    <a:bodyPr/>
                    <a:lstStyle/>
                    <a:p>
                      <a:endParaRPr lang="en-US"/>
                    </a:p>
                  </a:txBody>
                  <a:tcPr/>
                </a:tc>
                <a:tc>
                  <a:txBody>
                    <a:bodyPr/>
                    <a:lstStyle/>
                    <a:p>
                      <a:pPr algn="l" fontAlgn="ctr">
                        <a:buNone/>
                      </a:pPr>
                      <a:r>
                        <a:rPr lang="en-US" sz="1000" b="0" i="1" u="none" strike="noStrike">
                          <a:solidFill>
                            <a:schemeClr val="tx1"/>
                          </a:solidFill>
                          <a:effectLst/>
                          <a:latin typeface="FedEx Sans"/>
                        </a:rPr>
                        <a:t>1.4 Out of Business</a:t>
                      </a:r>
                    </a:p>
                  </a:txBody>
                  <a:tcPr marL="95250" marR="6350" marT="635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D9E1F2"/>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8177015"/>
                  </a:ext>
                </a:extLst>
              </a:tr>
              <a:tr h="274320">
                <a:tc vMerge="1">
                  <a:txBody>
                    <a:bodyPr/>
                    <a:lstStyle/>
                    <a:p>
                      <a:endParaRPr lang="en-US"/>
                    </a:p>
                  </a:txBody>
                  <a:tcPr/>
                </a:tc>
                <a:tc>
                  <a:txBody>
                    <a:bodyPr/>
                    <a:lstStyle/>
                    <a:p>
                      <a:pPr algn="l" fontAlgn="ctr">
                        <a:buNone/>
                      </a:pPr>
                      <a:r>
                        <a:rPr lang="en-US" sz="1000" b="0" i="1" u="none" strike="noStrike">
                          <a:solidFill>
                            <a:schemeClr val="tx1"/>
                          </a:solidFill>
                          <a:effectLst/>
                          <a:latin typeface="FedEx Sans"/>
                        </a:rPr>
                        <a:t>1.5 Attribute updates</a:t>
                      </a:r>
                    </a:p>
                  </a:txBody>
                  <a:tcPr marL="95250" marR="6350" marT="635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D9E1F2"/>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14174059"/>
                  </a:ext>
                </a:extLst>
              </a:tr>
              <a:tr h="274320">
                <a:tc vMerge="1">
                  <a:txBody>
                    <a:bodyPr/>
                    <a:lstStyle/>
                    <a:p>
                      <a:endParaRPr lang="en-US"/>
                    </a:p>
                  </a:txBody>
                  <a:tcPr/>
                </a:tc>
                <a:tc>
                  <a:txBody>
                    <a:bodyPr/>
                    <a:lstStyle/>
                    <a:p>
                      <a:pPr algn="l" fontAlgn="ctr">
                        <a:buNone/>
                      </a:pPr>
                      <a:r>
                        <a:rPr lang="en-US" sz="1000" b="0" i="1" u="none" strike="noStrike">
                          <a:solidFill>
                            <a:schemeClr val="tx1"/>
                          </a:solidFill>
                          <a:effectLst/>
                          <a:latin typeface="FedEx Sans"/>
                        </a:rPr>
                        <a:t>1.6 USI Field</a:t>
                      </a:r>
                    </a:p>
                  </a:txBody>
                  <a:tcPr marL="95250" marR="6350" marT="6350" marB="0" anchor="ct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9E1F2"/>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7880598"/>
                  </a:ext>
                </a:extLst>
              </a:tr>
              <a:tr h="681644">
                <a:tc>
                  <a:txBody>
                    <a:bodyPr/>
                    <a:lstStyle/>
                    <a:p>
                      <a:pPr algn="ctr"/>
                      <a:r>
                        <a:rPr lang="en-US" sz="1000">
                          <a:solidFill>
                            <a:schemeClr val="bg1"/>
                          </a:solidFill>
                        </a:rPr>
                        <a:t>2. Field BDS</a:t>
                      </a:r>
                    </a:p>
                  </a:txBody>
                  <a:tcPr vert="vert270" anchor="ctr">
                    <a:solidFill>
                      <a:srgbClr val="C65911"/>
                    </a:solidFill>
                  </a:tcPr>
                </a:tc>
                <a:tc>
                  <a:txBody>
                    <a:bodyPr/>
                    <a:lstStyle/>
                    <a:p>
                      <a:pPr algn="l" fontAlgn="ctr">
                        <a:buNone/>
                      </a:pPr>
                      <a:r>
                        <a:rPr lang="en-US" sz="1000" b="0" i="1" u="none" strike="noStrike">
                          <a:solidFill>
                            <a:schemeClr val="tx1"/>
                          </a:solidFill>
                          <a:effectLst/>
                          <a:latin typeface="FedEx Sans"/>
                        </a:rPr>
                        <a:t>2.0 Field BDS end-to-end handling</a:t>
                      </a:r>
                    </a:p>
                  </a:txBody>
                  <a:tcPr marL="952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CE4D6"/>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15525143"/>
                  </a:ext>
                </a:extLst>
              </a:tr>
              <a:tr h="182880">
                <a:tc rowSpan="5">
                  <a:txBody>
                    <a:bodyPr/>
                    <a:lstStyle/>
                    <a:p>
                      <a:pPr algn="ctr"/>
                      <a:r>
                        <a:rPr lang="en-US" sz="1000">
                          <a:solidFill>
                            <a:schemeClr val="bg1"/>
                          </a:solidFill>
                        </a:rPr>
                        <a:t>3. Globalization</a:t>
                      </a:r>
                      <a:r>
                        <a:rPr lang="en-US" sz="1000" baseline="30000">
                          <a:solidFill>
                            <a:schemeClr val="bg1"/>
                          </a:solidFill>
                        </a:rPr>
                        <a:t>1</a:t>
                      </a:r>
                    </a:p>
                  </a:txBody>
                  <a:tcPr vert="vert270" anchor="ctr">
                    <a:solidFill>
                      <a:schemeClr val="accent4"/>
                    </a:solidFill>
                  </a:tcPr>
                </a:tc>
                <a:tc>
                  <a:txBody>
                    <a:bodyPr/>
                    <a:lstStyle/>
                    <a:p>
                      <a:pPr algn="l" fontAlgn="ctr">
                        <a:buNone/>
                      </a:pPr>
                      <a:r>
                        <a:rPr lang="en-US" sz="1000" b="0" i="1" u="none" strike="noStrike">
                          <a:solidFill>
                            <a:schemeClr val="tx1"/>
                          </a:solidFill>
                          <a:effectLst/>
                          <a:latin typeface="FedEx Sans"/>
                        </a:rPr>
                        <a:t>3.1 Canada</a:t>
                      </a:r>
                    </a:p>
                  </a:txBody>
                  <a:tcPr marL="95250" marR="6350" marT="6350" marB="0" anchor="ct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accent6"/>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12700" cap="flat" cmpd="sng" algn="ctr">
                      <a:solidFill>
                        <a:schemeClr val="tx1"/>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8742975"/>
                  </a:ext>
                </a:extLst>
              </a:tr>
              <a:tr h="182880">
                <a:tc vMerge="1">
                  <a:txBody>
                    <a:bodyPr/>
                    <a:lstStyle/>
                    <a:p>
                      <a:pPr algn="ctr"/>
                      <a:endParaRPr lang="en-US"/>
                    </a:p>
                  </a:txBody>
                  <a:tcPr vert="vert270" anchor="ctr"/>
                </a:tc>
                <a:tc>
                  <a:txBody>
                    <a:bodyPr/>
                    <a:lstStyle/>
                    <a:p>
                      <a:pPr algn="l" fontAlgn="ctr">
                        <a:buNone/>
                      </a:pPr>
                      <a:r>
                        <a:rPr lang="en-US" sz="1000" b="0" i="1" u="none" strike="noStrike">
                          <a:solidFill>
                            <a:schemeClr val="tx1"/>
                          </a:solidFill>
                          <a:effectLst/>
                          <a:latin typeface="FedEx Sans"/>
                        </a:rPr>
                        <a:t>3.2 LAC</a:t>
                      </a:r>
                    </a:p>
                  </a:txBody>
                  <a:tcPr marL="95250" marR="6350" marT="635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accent6"/>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85790619"/>
                  </a:ext>
                </a:extLst>
              </a:tr>
              <a:tr h="182880">
                <a:tc vMerge="1">
                  <a:txBody>
                    <a:bodyPr/>
                    <a:lstStyle/>
                    <a:p>
                      <a:pPr algn="ctr"/>
                      <a:endParaRPr lang="en-US"/>
                    </a:p>
                  </a:txBody>
                  <a:tcPr vert="vert270" anchor="ctr"/>
                </a:tc>
                <a:tc>
                  <a:txBody>
                    <a:bodyPr/>
                    <a:lstStyle/>
                    <a:p>
                      <a:pPr algn="l" fontAlgn="ctr">
                        <a:buNone/>
                      </a:pPr>
                      <a:r>
                        <a:rPr lang="en-US" sz="1000" b="0" i="1" u="none" strike="noStrike">
                          <a:solidFill>
                            <a:schemeClr val="tx1"/>
                          </a:solidFill>
                          <a:effectLst/>
                          <a:latin typeface="FedEx Sans"/>
                        </a:rPr>
                        <a:t>3.3 EU</a:t>
                      </a:r>
                    </a:p>
                  </a:txBody>
                  <a:tcPr marL="95250" marR="6350" marT="635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accent6"/>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8676167"/>
                  </a:ext>
                </a:extLst>
              </a:tr>
              <a:tr h="182880">
                <a:tc vMerge="1">
                  <a:txBody>
                    <a:bodyPr/>
                    <a:lstStyle/>
                    <a:p>
                      <a:pPr algn="ctr"/>
                      <a:endParaRPr lang="en-US"/>
                    </a:p>
                  </a:txBody>
                  <a:tcPr vert="vert270" anchor="ctr"/>
                </a:tc>
                <a:tc>
                  <a:txBody>
                    <a:bodyPr/>
                    <a:lstStyle/>
                    <a:p>
                      <a:pPr algn="l" fontAlgn="ctr">
                        <a:buNone/>
                      </a:pPr>
                      <a:r>
                        <a:rPr lang="en-US" sz="1000" b="0" i="1" u="none" strike="noStrike">
                          <a:solidFill>
                            <a:schemeClr val="tx1"/>
                          </a:solidFill>
                          <a:effectLst/>
                          <a:latin typeface="FedEx Sans"/>
                        </a:rPr>
                        <a:t>3.4 APAC</a:t>
                      </a:r>
                    </a:p>
                  </a:txBody>
                  <a:tcPr marL="95250" marR="6350" marT="635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accent6"/>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65433386"/>
                  </a:ext>
                </a:extLst>
              </a:tr>
              <a:tr h="182880">
                <a:tc vMerge="1">
                  <a:txBody>
                    <a:bodyPr/>
                    <a:lstStyle/>
                    <a:p>
                      <a:pPr algn="ctr"/>
                      <a:endParaRPr lang="en-US"/>
                    </a:p>
                  </a:txBody>
                  <a:tcPr vert="vert270" anchor="ctr"/>
                </a:tc>
                <a:tc>
                  <a:txBody>
                    <a:bodyPr/>
                    <a:lstStyle/>
                    <a:p>
                      <a:pPr algn="l" fontAlgn="ctr">
                        <a:buNone/>
                      </a:pPr>
                      <a:r>
                        <a:rPr lang="en-US" sz="1000" b="0" i="1" u="none" strike="noStrike">
                          <a:solidFill>
                            <a:schemeClr val="tx1"/>
                          </a:solidFill>
                          <a:effectLst/>
                          <a:latin typeface="FedEx Sans"/>
                        </a:rPr>
                        <a:t>3.5 MEISA</a:t>
                      </a:r>
                    </a:p>
                  </a:txBody>
                  <a:tcPr marL="95250" marR="6350" marT="6350" marB="0" anchor="ct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sz="1000"/>
                    </a:p>
                  </a:txBody>
                  <a:tcPr>
                    <a:lnT w="6350"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00322994"/>
                  </a:ext>
                </a:extLst>
              </a:tr>
            </a:tbl>
          </a:graphicData>
        </a:graphic>
      </p:graphicFrame>
      <p:grpSp>
        <p:nvGrpSpPr>
          <p:cNvPr id="9" name="Group 8">
            <a:extLst>
              <a:ext uri="{FF2B5EF4-FFF2-40B4-BE49-F238E27FC236}">
                <a16:creationId xmlns:a16="http://schemas.microsoft.com/office/drawing/2014/main" id="{C9C36760-2CD6-FA89-4FDC-21651445B4A7}"/>
              </a:ext>
            </a:extLst>
          </p:cNvPr>
          <p:cNvGrpSpPr/>
          <p:nvPr/>
        </p:nvGrpSpPr>
        <p:grpSpPr>
          <a:xfrm>
            <a:off x="3590992" y="2207721"/>
            <a:ext cx="597121" cy="159327"/>
            <a:chOff x="3597342" y="2207721"/>
            <a:chExt cx="597121" cy="159327"/>
          </a:xfrm>
        </p:grpSpPr>
        <p:cxnSp>
          <p:nvCxnSpPr>
            <p:cNvPr id="8" name="Straight Arrow Connector 7">
              <a:extLst>
                <a:ext uri="{FF2B5EF4-FFF2-40B4-BE49-F238E27FC236}">
                  <a16:creationId xmlns:a16="http://schemas.microsoft.com/office/drawing/2014/main" id="{6F75D820-FCC0-4FF9-B95F-42008B928D01}"/>
                </a:ext>
              </a:extLst>
            </p:cNvPr>
            <p:cNvCxnSpPr>
              <a:cxnSpLocks/>
              <a:stCxn id="10" idx="6"/>
              <a:endCxn id="12" idx="1"/>
            </p:cNvCxnSpPr>
            <p:nvPr/>
          </p:nvCxnSpPr>
          <p:spPr>
            <a:xfrm>
              <a:off x="3707070" y="2287384"/>
              <a:ext cx="367898" cy="1"/>
            </a:xfrm>
            <a:prstGeom prst="straightConnector1">
              <a:avLst/>
            </a:prstGeom>
            <a:ln w="19050">
              <a:solidFill>
                <a:srgbClr val="30549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71063B4A-0D2D-C5DF-DF69-A9F3270BF814}"/>
                </a:ext>
              </a:extLst>
            </p:cNvPr>
            <p:cNvSpPr/>
            <p:nvPr/>
          </p:nvSpPr>
          <p:spPr>
            <a:xfrm>
              <a:off x="3597342" y="2234048"/>
              <a:ext cx="109728" cy="106672"/>
            </a:xfrm>
            <a:prstGeom prst="ellipse">
              <a:avLst/>
            </a:prstGeom>
            <a:solidFill>
              <a:srgbClr val="3054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0ACFB0B8-D467-7D17-9C7D-09A0254C528B}"/>
                </a:ext>
              </a:extLst>
            </p:cNvPr>
            <p:cNvSpPr/>
            <p:nvPr/>
          </p:nvSpPr>
          <p:spPr>
            <a:xfrm>
              <a:off x="4035136" y="2207721"/>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6750E103-38AF-683A-852D-2353618175F4}"/>
              </a:ext>
            </a:extLst>
          </p:cNvPr>
          <p:cNvGrpSpPr/>
          <p:nvPr/>
        </p:nvGrpSpPr>
        <p:grpSpPr>
          <a:xfrm>
            <a:off x="3590992" y="2478321"/>
            <a:ext cx="1620311" cy="159327"/>
            <a:chOff x="3597342" y="2216469"/>
            <a:chExt cx="1620311" cy="159327"/>
          </a:xfrm>
        </p:grpSpPr>
        <p:cxnSp>
          <p:nvCxnSpPr>
            <p:cNvPr id="19" name="Straight Arrow Connector 18">
              <a:extLst>
                <a:ext uri="{FF2B5EF4-FFF2-40B4-BE49-F238E27FC236}">
                  <a16:creationId xmlns:a16="http://schemas.microsoft.com/office/drawing/2014/main" id="{46964ED7-DFD7-E319-DA93-C1EB1B6EB83B}"/>
                </a:ext>
              </a:extLst>
            </p:cNvPr>
            <p:cNvCxnSpPr>
              <a:cxnSpLocks/>
              <a:stCxn id="20" idx="6"/>
              <a:endCxn id="21" idx="1"/>
            </p:cNvCxnSpPr>
            <p:nvPr/>
          </p:nvCxnSpPr>
          <p:spPr>
            <a:xfrm>
              <a:off x="3707070" y="2287384"/>
              <a:ext cx="1391088" cy="8749"/>
            </a:xfrm>
            <a:prstGeom prst="straightConnector1">
              <a:avLst/>
            </a:prstGeom>
            <a:ln w="19050">
              <a:solidFill>
                <a:srgbClr val="30549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B0209923-492C-ED80-2C32-50E00C2BFAFD}"/>
                </a:ext>
              </a:extLst>
            </p:cNvPr>
            <p:cNvSpPr/>
            <p:nvPr/>
          </p:nvSpPr>
          <p:spPr>
            <a:xfrm>
              <a:off x="3597342" y="2234048"/>
              <a:ext cx="109728" cy="106672"/>
            </a:xfrm>
            <a:prstGeom prst="ellipse">
              <a:avLst/>
            </a:prstGeom>
            <a:solidFill>
              <a:srgbClr val="3054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481D482A-4BB4-4F40-11E3-80186E7A5546}"/>
                </a:ext>
              </a:extLst>
            </p:cNvPr>
            <p:cNvSpPr/>
            <p:nvPr/>
          </p:nvSpPr>
          <p:spPr>
            <a:xfrm>
              <a:off x="5058326" y="2216469"/>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52AD65AC-E604-E8CF-0B53-E62A9A52382D}"/>
              </a:ext>
            </a:extLst>
          </p:cNvPr>
          <p:cNvGrpSpPr/>
          <p:nvPr/>
        </p:nvGrpSpPr>
        <p:grpSpPr>
          <a:xfrm>
            <a:off x="3590992" y="2791450"/>
            <a:ext cx="1620314" cy="159327"/>
            <a:chOff x="3597342" y="2207721"/>
            <a:chExt cx="1620314" cy="159327"/>
          </a:xfrm>
        </p:grpSpPr>
        <p:cxnSp>
          <p:nvCxnSpPr>
            <p:cNvPr id="23" name="Straight Arrow Connector 22">
              <a:extLst>
                <a:ext uri="{FF2B5EF4-FFF2-40B4-BE49-F238E27FC236}">
                  <a16:creationId xmlns:a16="http://schemas.microsoft.com/office/drawing/2014/main" id="{418D9F63-B365-926B-DA4F-F313C4DE5FB9}"/>
                </a:ext>
              </a:extLst>
            </p:cNvPr>
            <p:cNvCxnSpPr>
              <a:cxnSpLocks/>
              <a:stCxn id="24" idx="6"/>
              <a:endCxn id="25" idx="1"/>
            </p:cNvCxnSpPr>
            <p:nvPr/>
          </p:nvCxnSpPr>
          <p:spPr>
            <a:xfrm>
              <a:off x="3707070" y="2287384"/>
              <a:ext cx="1391091" cy="1"/>
            </a:xfrm>
            <a:prstGeom prst="straightConnector1">
              <a:avLst/>
            </a:prstGeom>
            <a:ln w="19050">
              <a:solidFill>
                <a:srgbClr val="30549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8A8985EA-870E-AEA1-6D33-1FD2EC74FF9B}"/>
                </a:ext>
              </a:extLst>
            </p:cNvPr>
            <p:cNvSpPr/>
            <p:nvPr/>
          </p:nvSpPr>
          <p:spPr>
            <a:xfrm>
              <a:off x="3597342" y="2234048"/>
              <a:ext cx="109728" cy="106672"/>
            </a:xfrm>
            <a:prstGeom prst="ellipse">
              <a:avLst/>
            </a:prstGeom>
            <a:solidFill>
              <a:srgbClr val="3054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24">
              <a:extLst>
                <a:ext uri="{FF2B5EF4-FFF2-40B4-BE49-F238E27FC236}">
                  <a16:creationId xmlns:a16="http://schemas.microsoft.com/office/drawing/2014/main" id="{429B566D-760C-D3F1-1643-C5457BED129A}"/>
                </a:ext>
              </a:extLst>
            </p:cNvPr>
            <p:cNvSpPr/>
            <p:nvPr/>
          </p:nvSpPr>
          <p:spPr>
            <a:xfrm>
              <a:off x="5058329" y="2207721"/>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F92B58CE-26DF-0FE1-499F-E4590DD797A2}"/>
              </a:ext>
            </a:extLst>
          </p:cNvPr>
          <p:cNvGrpSpPr/>
          <p:nvPr/>
        </p:nvGrpSpPr>
        <p:grpSpPr>
          <a:xfrm>
            <a:off x="4134893" y="3046833"/>
            <a:ext cx="1076412" cy="159327"/>
            <a:chOff x="3597342" y="2197775"/>
            <a:chExt cx="1076412" cy="159327"/>
          </a:xfrm>
        </p:grpSpPr>
        <p:cxnSp>
          <p:nvCxnSpPr>
            <p:cNvPr id="27" name="Straight Arrow Connector 26">
              <a:extLst>
                <a:ext uri="{FF2B5EF4-FFF2-40B4-BE49-F238E27FC236}">
                  <a16:creationId xmlns:a16="http://schemas.microsoft.com/office/drawing/2014/main" id="{B9949AA9-2B28-EA4D-AC78-67A4C3F84099}"/>
                </a:ext>
              </a:extLst>
            </p:cNvPr>
            <p:cNvCxnSpPr>
              <a:cxnSpLocks/>
              <a:stCxn id="28" idx="6"/>
              <a:endCxn id="29" idx="1"/>
            </p:cNvCxnSpPr>
            <p:nvPr/>
          </p:nvCxnSpPr>
          <p:spPr>
            <a:xfrm flipV="1">
              <a:off x="3707070" y="2277439"/>
              <a:ext cx="847189" cy="9945"/>
            </a:xfrm>
            <a:prstGeom prst="straightConnector1">
              <a:avLst/>
            </a:prstGeom>
            <a:ln w="19050">
              <a:solidFill>
                <a:srgbClr val="30549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97460E49-2343-36F5-D9BB-0AFDBD243EE6}"/>
                </a:ext>
              </a:extLst>
            </p:cNvPr>
            <p:cNvSpPr/>
            <p:nvPr/>
          </p:nvSpPr>
          <p:spPr>
            <a:xfrm>
              <a:off x="3597342" y="2234048"/>
              <a:ext cx="109728" cy="106672"/>
            </a:xfrm>
            <a:prstGeom prst="ellipse">
              <a:avLst/>
            </a:prstGeom>
            <a:solidFill>
              <a:srgbClr val="3054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a:extLst>
                <a:ext uri="{FF2B5EF4-FFF2-40B4-BE49-F238E27FC236}">
                  <a16:creationId xmlns:a16="http://schemas.microsoft.com/office/drawing/2014/main" id="{914647B8-1A15-47FC-A316-1CEB6610240B}"/>
                </a:ext>
              </a:extLst>
            </p:cNvPr>
            <p:cNvSpPr/>
            <p:nvPr/>
          </p:nvSpPr>
          <p:spPr>
            <a:xfrm>
              <a:off x="4514427" y="2197775"/>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57B9A717-4A59-E6DD-B113-52BD66CE1FFE}"/>
              </a:ext>
            </a:extLst>
          </p:cNvPr>
          <p:cNvGrpSpPr/>
          <p:nvPr/>
        </p:nvGrpSpPr>
        <p:grpSpPr>
          <a:xfrm>
            <a:off x="3590992" y="3322771"/>
            <a:ext cx="597121" cy="159327"/>
            <a:chOff x="3597342" y="2207721"/>
            <a:chExt cx="597121" cy="159327"/>
          </a:xfrm>
        </p:grpSpPr>
        <p:cxnSp>
          <p:nvCxnSpPr>
            <p:cNvPr id="31" name="Straight Arrow Connector 30">
              <a:extLst>
                <a:ext uri="{FF2B5EF4-FFF2-40B4-BE49-F238E27FC236}">
                  <a16:creationId xmlns:a16="http://schemas.microsoft.com/office/drawing/2014/main" id="{6D0E65B6-C287-B180-BD60-5D7E32195BB6}"/>
                </a:ext>
              </a:extLst>
            </p:cNvPr>
            <p:cNvCxnSpPr>
              <a:cxnSpLocks/>
              <a:stCxn id="32" idx="6"/>
              <a:endCxn id="33" idx="1"/>
            </p:cNvCxnSpPr>
            <p:nvPr/>
          </p:nvCxnSpPr>
          <p:spPr>
            <a:xfrm>
              <a:off x="3707070" y="2287384"/>
              <a:ext cx="367898" cy="1"/>
            </a:xfrm>
            <a:prstGeom prst="straightConnector1">
              <a:avLst/>
            </a:prstGeom>
            <a:ln w="19050">
              <a:solidFill>
                <a:srgbClr val="30549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B1C02ABE-7A88-4966-3CC2-D6869119237A}"/>
                </a:ext>
              </a:extLst>
            </p:cNvPr>
            <p:cNvSpPr/>
            <p:nvPr/>
          </p:nvSpPr>
          <p:spPr>
            <a:xfrm>
              <a:off x="3597342" y="2234048"/>
              <a:ext cx="109728" cy="106672"/>
            </a:xfrm>
            <a:prstGeom prst="ellipse">
              <a:avLst/>
            </a:prstGeom>
            <a:solidFill>
              <a:srgbClr val="3054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Isosceles Triangle 32">
              <a:extLst>
                <a:ext uri="{FF2B5EF4-FFF2-40B4-BE49-F238E27FC236}">
                  <a16:creationId xmlns:a16="http://schemas.microsoft.com/office/drawing/2014/main" id="{D9F35ADB-AECF-72C1-FFD5-5FC5A430997D}"/>
                </a:ext>
              </a:extLst>
            </p:cNvPr>
            <p:cNvSpPr/>
            <p:nvPr/>
          </p:nvSpPr>
          <p:spPr>
            <a:xfrm>
              <a:off x="4035136" y="2207721"/>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72358A4D-D215-5A8D-FE33-162C278B9E57}"/>
              </a:ext>
            </a:extLst>
          </p:cNvPr>
          <p:cNvGrpSpPr/>
          <p:nvPr/>
        </p:nvGrpSpPr>
        <p:grpSpPr>
          <a:xfrm>
            <a:off x="3590992" y="3584238"/>
            <a:ext cx="1620312" cy="159327"/>
            <a:chOff x="3597342" y="2194163"/>
            <a:chExt cx="1620312" cy="159327"/>
          </a:xfrm>
        </p:grpSpPr>
        <p:cxnSp>
          <p:nvCxnSpPr>
            <p:cNvPr id="35" name="Straight Arrow Connector 34">
              <a:extLst>
                <a:ext uri="{FF2B5EF4-FFF2-40B4-BE49-F238E27FC236}">
                  <a16:creationId xmlns:a16="http://schemas.microsoft.com/office/drawing/2014/main" id="{E70FBE76-11DA-7539-AEFD-55661D847FD1}"/>
                </a:ext>
              </a:extLst>
            </p:cNvPr>
            <p:cNvCxnSpPr>
              <a:cxnSpLocks/>
              <a:stCxn id="36" idx="6"/>
              <a:endCxn id="37" idx="1"/>
            </p:cNvCxnSpPr>
            <p:nvPr/>
          </p:nvCxnSpPr>
          <p:spPr>
            <a:xfrm flipV="1">
              <a:off x="3707070" y="2273827"/>
              <a:ext cx="1391089" cy="13557"/>
            </a:xfrm>
            <a:prstGeom prst="straightConnector1">
              <a:avLst/>
            </a:prstGeom>
            <a:ln w="19050">
              <a:solidFill>
                <a:srgbClr val="305496"/>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029C4330-D716-7092-1882-2CFA10AB9A42}"/>
                </a:ext>
              </a:extLst>
            </p:cNvPr>
            <p:cNvSpPr/>
            <p:nvPr/>
          </p:nvSpPr>
          <p:spPr>
            <a:xfrm>
              <a:off x="3597342" y="2234048"/>
              <a:ext cx="109728" cy="106672"/>
            </a:xfrm>
            <a:prstGeom prst="ellipse">
              <a:avLst/>
            </a:prstGeom>
            <a:solidFill>
              <a:srgbClr val="3054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Isosceles Triangle 36">
              <a:extLst>
                <a:ext uri="{FF2B5EF4-FFF2-40B4-BE49-F238E27FC236}">
                  <a16:creationId xmlns:a16="http://schemas.microsoft.com/office/drawing/2014/main" id="{BC7E2085-4169-9F13-9179-85A2CB88A783}"/>
                </a:ext>
              </a:extLst>
            </p:cNvPr>
            <p:cNvSpPr/>
            <p:nvPr/>
          </p:nvSpPr>
          <p:spPr>
            <a:xfrm>
              <a:off x="5058327" y="2194163"/>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0148EFDE-885F-99C0-A26C-B8172BE80858}"/>
              </a:ext>
            </a:extLst>
          </p:cNvPr>
          <p:cNvGrpSpPr/>
          <p:nvPr/>
        </p:nvGrpSpPr>
        <p:grpSpPr>
          <a:xfrm>
            <a:off x="3583653" y="1898089"/>
            <a:ext cx="597121" cy="159327"/>
            <a:chOff x="3597342" y="2207721"/>
            <a:chExt cx="597121" cy="159327"/>
          </a:xfrm>
        </p:grpSpPr>
        <p:cxnSp>
          <p:nvCxnSpPr>
            <p:cNvPr id="39" name="Straight Arrow Connector 38">
              <a:extLst>
                <a:ext uri="{FF2B5EF4-FFF2-40B4-BE49-F238E27FC236}">
                  <a16:creationId xmlns:a16="http://schemas.microsoft.com/office/drawing/2014/main" id="{7C010129-63BF-EE5B-566A-9D15BA1A5503}"/>
                </a:ext>
              </a:extLst>
            </p:cNvPr>
            <p:cNvCxnSpPr>
              <a:cxnSpLocks/>
              <a:stCxn id="40" idx="6"/>
              <a:endCxn id="41" idx="1"/>
            </p:cNvCxnSpPr>
            <p:nvPr/>
          </p:nvCxnSpPr>
          <p:spPr>
            <a:xfrm>
              <a:off x="3707070" y="2287384"/>
              <a:ext cx="367898" cy="1"/>
            </a:xfrm>
            <a:prstGeom prst="straightConnector1">
              <a:avLst/>
            </a:prstGeom>
            <a:ln w="19050">
              <a:solidFill>
                <a:srgbClr val="5B9BD5"/>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A98A5170-4672-59DB-E3DA-EDBE636FDBB1}"/>
                </a:ext>
              </a:extLst>
            </p:cNvPr>
            <p:cNvSpPr/>
            <p:nvPr/>
          </p:nvSpPr>
          <p:spPr>
            <a:xfrm>
              <a:off x="3597342" y="2234048"/>
              <a:ext cx="109728" cy="106672"/>
            </a:xfrm>
            <a:prstGeom prst="ellipse">
              <a:avLst/>
            </a:prstGeom>
            <a:solidFill>
              <a:srgbClr val="5B9BD5"/>
            </a:solidFill>
            <a:ln>
              <a:solidFill>
                <a:srgbClr val="5B9BD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Isosceles Triangle 40">
              <a:extLst>
                <a:ext uri="{FF2B5EF4-FFF2-40B4-BE49-F238E27FC236}">
                  <a16:creationId xmlns:a16="http://schemas.microsoft.com/office/drawing/2014/main" id="{780B39AD-DC19-9958-7E60-BB53C7B8211B}"/>
                </a:ext>
              </a:extLst>
            </p:cNvPr>
            <p:cNvSpPr/>
            <p:nvPr/>
          </p:nvSpPr>
          <p:spPr>
            <a:xfrm>
              <a:off x="4035136" y="2207721"/>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EBB44413-6211-5AF4-9C95-BE11A5A53DA1}"/>
              </a:ext>
            </a:extLst>
          </p:cNvPr>
          <p:cNvGrpSpPr/>
          <p:nvPr/>
        </p:nvGrpSpPr>
        <p:grpSpPr>
          <a:xfrm>
            <a:off x="3590992" y="4065827"/>
            <a:ext cx="1620310" cy="159327"/>
            <a:chOff x="3597342" y="2207721"/>
            <a:chExt cx="1620310" cy="159327"/>
          </a:xfrm>
        </p:grpSpPr>
        <p:cxnSp>
          <p:nvCxnSpPr>
            <p:cNvPr id="43" name="Straight Arrow Connector 42">
              <a:extLst>
                <a:ext uri="{FF2B5EF4-FFF2-40B4-BE49-F238E27FC236}">
                  <a16:creationId xmlns:a16="http://schemas.microsoft.com/office/drawing/2014/main" id="{A32B83C4-E9EC-55ED-4B29-40D7568A5FB6}"/>
                </a:ext>
              </a:extLst>
            </p:cNvPr>
            <p:cNvCxnSpPr>
              <a:cxnSpLocks/>
              <a:stCxn id="44" idx="6"/>
              <a:endCxn id="45" idx="1"/>
            </p:cNvCxnSpPr>
            <p:nvPr/>
          </p:nvCxnSpPr>
          <p:spPr>
            <a:xfrm>
              <a:off x="3707070" y="2287384"/>
              <a:ext cx="1391087" cy="1"/>
            </a:xfrm>
            <a:prstGeom prst="straightConnector1">
              <a:avLst/>
            </a:prstGeom>
            <a:ln w="19050">
              <a:solidFill>
                <a:srgbClr val="C6591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3270A470-425B-1427-B6DC-489781897449}"/>
                </a:ext>
              </a:extLst>
            </p:cNvPr>
            <p:cNvSpPr/>
            <p:nvPr/>
          </p:nvSpPr>
          <p:spPr>
            <a:xfrm>
              <a:off x="3597342" y="2234048"/>
              <a:ext cx="109728" cy="106672"/>
            </a:xfrm>
            <a:prstGeom prst="ellipse">
              <a:avLst/>
            </a:prstGeom>
            <a:solidFill>
              <a:schemeClr val="bg2"/>
            </a:solidFill>
            <a:ln>
              <a:solidFill>
                <a:srgbClr val="C659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Isosceles Triangle 44">
              <a:extLst>
                <a:ext uri="{FF2B5EF4-FFF2-40B4-BE49-F238E27FC236}">
                  <a16:creationId xmlns:a16="http://schemas.microsoft.com/office/drawing/2014/main" id="{1DA88D73-75D2-B85F-0BC8-56E768545976}"/>
                </a:ext>
              </a:extLst>
            </p:cNvPr>
            <p:cNvSpPr/>
            <p:nvPr/>
          </p:nvSpPr>
          <p:spPr>
            <a:xfrm>
              <a:off x="5058325" y="2207721"/>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a:extLst>
              <a:ext uri="{FF2B5EF4-FFF2-40B4-BE49-F238E27FC236}">
                <a16:creationId xmlns:a16="http://schemas.microsoft.com/office/drawing/2014/main" id="{26A59971-4410-F54B-4DEF-5D4755A4E8BA}"/>
              </a:ext>
            </a:extLst>
          </p:cNvPr>
          <p:cNvGrpSpPr/>
          <p:nvPr/>
        </p:nvGrpSpPr>
        <p:grpSpPr>
          <a:xfrm>
            <a:off x="4916164" y="4526856"/>
            <a:ext cx="1293720" cy="159327"/>
            <a:chOff x="4525818" y="2207720"/>
            <a:chExt cx="1293720" cy="159327"/>
          </a:xfrm>
        </p:grpSpPr>
        <p:cxnSp>
          <p:nvCxnSpPr>
            <p:cNvPr id="7" name="Straight Arrow Connector 6">
              <a:extLst>
                <a:ext uri="{FF2B5EF4-FFF2-40B4-BE49-F238E27FC236}">
                  <a16:creationId xmlns:a16="http://schemas.microsoft.com/office/drawing/2014/main" id="{DFF7E494-09AC-9807-2794-3C9159FE5A42}"/>
                </a:ext>
              </a:extLst>
            </p:cNvPr>
            <p:cNvCxnSpPr>
              <a:cxnSpLocks/>
              <a:endCxn id="46" idx="1"/>
            </p:cNvCxnSpPr>
            <p:nvPr/>
          </p:nvCxnSpPr>
          <p:spPr>
            <a:xfrm>
              <a:off x="4611422" y="2287384"/>
              <a:ext cx="1088621" cy="0"/>
            </a:xfrm>
            <a:prstGeom prst="straightConnector1">
              <a:avLst/>
            </a:prstGeom>
            <a:ln w="19050">
              <a:solidFill>
                <a:srgbClr val="8E8E8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2AFAAF9F-27AA-2716-903D-3734FD26324F}"/>
                </a:ext>
              </a:extLst>
            </p:cNvPr>
            <p:cNvSpPr/>
            <p:nvPr/>
          </p:nvSpPr>
          <p:spPr>
            <a:xfrm>
              <a:off x="4525818" y="2243556"/>
              <a:ext cx="109728" cy="106672"/>
            </a:xfrm>
            <a:prstGeom prst="ellipse">
              <a:avLst/>
            </a:prstGeom>
            <a:solidFill>
              <a:srgbClr val="8E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Isosceles Triangle 45">
              <a:extLst>
                <a:ext uri="{FF2B5EF4-FFF2-40B4-BE49-F238E27FC236}">
                  <a16:creationId xmlns:a16="http://schemas.microsoft.com/office/drawing/2014/main" id="{AA4D59EF-2691-6788-7444-E029A73E9191}"/>
                </a:ext>
              </a:extLst>
            </p:cNvPr>
            <p:cNvSpPr/>
            <p:nvPr/>
          </p:nvSpPr>
          <p:spPr>
            <a:xfrm>
              <a:off x="5660211" y="2207720"/>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a:extLst>
              <a:ext uri="{FF2B5EF4-FFF2-40B4-BE49-F238E27FC236}">
                <a16:creationId xmlns:a16="http://schemas.microsoft.com/office/drawing/2014/main" id="{D477D3FD-DF95-C0BF-A2D5-5AC48857D737}"/>
              </a:ext>
            </a:extLst>
          </p:cNvPr>
          <p:cNvSpPr txBox="1"/>
          <p:nvPr/>
        </p:nvSpPr>
        <p:spPr>
          <a:xfrm>
            <a:off x="6383263" y="6322052"/>
            <a:ext cx="4970537" cy="342530"/>
          </a:xfrm>
          <a:prstGeom prst="rect">
            <a:avLst/>
          </a:prstGeom>
          <a:noFill/>
        </p:spPr>
        <p:txBody>
          <a:bodyPr wrap="square" lIns="0" tIns="0" rIns="0" bIns="0" rtlCol="0">
            <a:spAutoFit/>
          </a:bodyPr>
          <a:lstStyle/>
          <a:p>
            <a:pPr marL="228600" indent="-228600" algn="l">
              <a:lnSpc>
                <a:spcPct val="130000"/>
              </a:lnSpc>
              <a:spcAft>
                <a:spcPts val="0"/>
              </a:spcAft>
              <a:buAutoNum type="arabicPeriod"/>
            </a:pPr>
            <a:r>
              <a:rPr lang="en-US" sz="900">
                <a:solidFill>
                  <a:schemeClr val="tx1"/>
                </a:solidFill>
              </a:rPr>
              <a:t>Globalization workstream has a dependency on the ongoing “Globalization initiative” . Currently, only ATC cases are processed for these regions</a:t>
            </a:r>
          </a:p>
        </p:txBody>
      </p:sp>
      <p:grpSp>
        <p:nvGrpSpPr>
          <p:cNvPr id="62" name="Group 61">
            <a:extLst>
              <a:ext uri="{FF2B5EF4-FFF2-40B4-BE49-F238E27FC236}">
                <a16:creationId xmlns:a16="http://schemas.microsoft.com/office/drawing/2014/main" id="{97B7DF72-ADFD-86F2-F833-50E03FC8ABE0}"/>
              </a:ext>
            </a:extLst>
          </p:cNvPr>
          <p:cNvGrpSpPr/>
          <p:nvPr/>
        </p:nvGrpSpPr>
        <p:grpSpPr>
          <a:xfrm>
            <a:off x="5487240" y="10223769"/>
            <a:ext cx="1293720" cy="159327"/>
            <a:chOff x="4525818" y="2207720"/>
            <a:chExt cx="1293720" cy="159327"/>
          </a:xfrm>
        </p:grpSpPr>
        <p:cxnSp>
          <p:nvCxnSpPr>
            <p:cNvPr id="63" name="Straight Arrow Connector 62">
              <a:extLst>
                <a:ext uri="{FF2B5EF4-FFF2-40B4-BE49-F238E27FC236}">
                  <a16:creationId xmlns:a16="http://schemas.microsoft.com/office/drawing/2014/main" id="{11235991-1D6B-39AD-A6D7-8BED72B08F06}"/>
                </a:ext>
              </a:extLst>
            </p:cNvPr>
            <p:cNvCxnSpPr>
              <a:cxnSpLocks/>
              <a:endCxn id="65" idx="1"/>
            </p:cNvCxnSpPr>
            <p:nvPr/>
          </p:nvCxnSpPr>
          <p:spPr>
            <a:xfrm>
              <a:off x="4611422" y="2287384"/>
              <a:ext cx="1088621" cy="0"/>
            </a:xfrm>
            <a:prstGeom prst="straightConnector1">
              <a:avLst/>
            </a:prstGeom>
            <a:ln w="19050">
              <a:solidFill>
                <a:schemeClr val="accent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5070D0C5-5881-C039-1E63-F0ABB15F0031}"/>
                </a:ext>
              </a:extLst>
            </p:cNvPr>
            <p:cNvSpPr/>
            <p:nvPr/>
          </p:nvSpPr>
          <p:spPr>
            <a:xfrm>
              <a:off x="4525818" y="2243556"/>
              <a:ext cx="109728" cy="10667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Isosceles Triangle 64">
              <a:extLst>
                <a:ext uri="{FF2B5EF4-FFF2-40B4-BE49-F238E27FC236}">
                  <a16:creationId xmlns:a16="http://schemas.microsoft.com/office/drawing/2014/main" id="{344509AA-0250-374E-8A5E-6D38450A7450}"/>
                </a:ext>
              </a:extLst>
            </p:cNvPr>
            <p:cNvSpPr/>
            <p:nvPr/>
          </p:nvSpPr>
          <p:spPr>
            <a:xfrm>
              <a:off x="5660211" y="2207720"/>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CCC9C891-75DD-41FA-7B3F-B5E77C6E9A8D}"/>
              </a:ext>
            </a:extLst>
          </p:cNvPr>
          <p:cNvGrpSpPr/>
          <p:nvPr/>
        </p:nvGrpSpPr>
        <p:grpSpPr>
          <a:xfrm>
            <a:off x="4916164" y="4780856"/>
            <a:ext cx="1293720" cy="159327"/>
            <a:chOff x="4525818" y="2207720"/>
            <a:chExt cx="1293720" cy="159327"/>
          </a:xfrm>
        </p:grpSpPr>
        <p:cxnSp>
          <p:nvCxnSpPr>
            <p:cNvPr id="82" name="Straight Arrow Connector 81">
              <a:extLst>
                <a:ext uri="{FF2B5EF4-FFF2-40B4-BE49-F238E27FC236}">
                  <a16:creationId xmlns:a16="http://schemas.microsoft.com/office/drawing/2014/main" id="{07295F28-47AB-2F4E-D721-9AA294A36929}"/>
                </a:ext>
              </a:extLst>
            </p:cNvPr>
            <p:cNvCxnSpPr>
              <a:cxnSpLocks/>
              <a:endCxn id="84" idx="1"/>
            </p:cNvCxnSpPr>
            <p:nvPr/>
          </p:nvCxnSpPr>
          <p:spPr>
            <a:xfrm>
              <a:off x="4611422" y="2287384"/>
              <a:ext cx="1088621" cy="0"/>
            </a:xfrm>
            <a:prstGeom prst="straightConnector1">
              <a:avLst/>
            </a:prstGeom>
            <a:ln w="19050">
              <a:solidFill>
                <a:srgbClr val="8E8E8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3C9E1A59-777F-C604-DCA7-92BA8BDA92F9}"/>
                </a:ext>
              </a:extLst>
            </p:cNvPr>
            <p:cNvSpPr/>
            <p:nvPr/>
          </p:nvSpPr>
          <p:spPr>
            <a:xfrm>
              <a:off x="4525818" y="2243556"/>
              <a:ext cx="109728" cy="106672"/>
            </a:xfrm>
            <a:prstGeom prst="ellipse">
              <a:avLst/>
            </a:prstGeom>
            <a:solidFill>
              <a:srgbClr val="8E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Isosceles Triangle 83">
              <a:extLst>
                <a:ext uri="{FF2B5EF4-FFF2-40B4-BE49-F238E27FC236}">
                  <a16:creationId xmlns:a16="http://schemas.microsoft.com/office/drawing/2014/main" id="{E1EA2EF4-8A45-F62C-EF79-AA12C6E70D39}"/>
                </a:ext>
              </a:extLst>
            </p:cNvPr>
            <p:cNvSpPr/>
            <p:nvPr/>
          </p:nvSpPr>
          <p:spPr>
            <a:xfrm>
              <a:off x="5660211" y="2207720"/>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AE49985E-E19F-E7AC-9657-ECA3C8886A2C}"/>
              </a:ext>
            </a:extLst>
          </p:cNvPr>
          <p:cNvGrpSpPr/>
          <p:nvPr/>
        </p:nvGrpSpPr>
        <p:grpSpPr>
          <a:xfrm>
            <a:off x="4916164" y="5014322"/>
            <a:ext cx="1293720" cy="159327"/>
            <a:chOff x="4525818" y="2207720"/>
            <a:chExt cx="1293720" cy="159327"/>
          </a:xfrm>
        </p:grpSpPr>
        <p:cxnSp>
          <p:nvCxnSpPr>
            <p:cNvPr id="86" name="Straight Arrow Connector 85">
              <a:extLst>
                <a:ext uri="{FF2B5EF4-FFF2-40B4-BE49-F238E27FC236}">
                  <a16:creationId xmlns:a16="http://schemas.microsoft.com/office/drawing/2014/main" id="{AB2BE8CD-0F34-6A91-7D50-FD3FCEBC10D1}"/>
                </a:ext>
              </a:extLst>
            </p:cNvPr>
            <p:cNvCxnSpPr>
              <a:cxnSpLocks/>
              <a:endCxn id="88" idx="1"/>
            </p:cNvCxnSpPr>
            <p:nvPr/>
          </p:nvCxnSpPr>
          <p:spPr>
            <a:xfrm>
              <a:off x="4611422" y="2287384"/>
              <a:ext cx="1088621" cy="0"/>
            </a:xfrm>
            <a:prstGeom prst="straightConnector1">
              <a:avLst/>
            </a:prstGeom>
            <a:ln w="19050">
              <a:solidFill>
                <a:srgbClr val="8E8E8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7" name="Oval 86">
              <a:extLst>
                <a:ext uri="{FF2B5EF4-FFF2-40B4-BE49-F238E27FC236}">
                  <a16:creationId xmlns:a16="http://schemas.microsoft.com/office/drawing/2014/main" id="{78E3CC02-E940-9E82-5D34-D0905DA8DE7F}"/>
                </a:ext>
              </a:extLst>
            </p:cNvPr>
            <p:cNvSpPr/>
            <p:nvPr/>
          </p:nvSpPr>
          <p:spPr>
            <a:xfrm>
              <a:off x="4525818" y="2243556"/>
              <a:ext cx="109728" cy="106672"/>
            </a:xfrm>
            <a:prstGeom prst="ellipse">
              <a:avLst/>
            </a:prstGeom>
            <a:solidFill>
              <a:srgbClr val="8E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Isosceles Triangle 87">
              <a:extLst>
                <a:ext uri="{FF2B5EF4-FFF2-40B4-BE49-F238E27FC236}">
                  <a16:creationId xmlns:a16="http://schemas.microsoft.com/office/drawing/2014/main" id="{084D9276-04D7-F2E0-51D8-EAA7E90B06BC}"/>
                </a:ext>
              </a:extLst>
            </p:cNvPr>
            <p:cNvSpPr/>
            <p:nvPr/>
          </p:nvSpPr>
          <p:spPr>
            <a:xfrm>
              <a:off x="5660211" y="2207720"/>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9" name="Group 88">
            <a:extLst>
              <a:ext uri="{FF2B5EF4-FFF2-40B4-BE49-F238E27FC236}">
                <a16:creationId xmlns:a16="http://schemas.microsoft.com/office/drawing/2014/main" id="{B0F4E346-589A-2176-D333-24EB4500F163}"/>
              </a:ext>
            </a:extLst>
          </p:cNvPr>
          <p:cNvGrpSpPr/>
          <p:nvPr/>
        </p:nvGrpSpPr>
        <p:grpSpPr>
          <a:xfrm>
            <a:off x="4916580" y="5266783"/>
            <a:ext cx="1293720" cy="159327"/>
            <a:chOff x="4525818" y="2207720"/>
            <a:chExt cx="1293720" cy="159327"/>
          </a:xfrm>
        </p:grpSpPr>
        <p:cxnSp>
          <p:nvCxnSpPr>
            <p:cNvPr id="90" name="Straight Arrow Connector 89">
              <a:extLst>
                <a:ext uri="{FF2B5EF4-FFF2-40B4-BE49-F238E27FC236}">
                  <a16:creationId xmlns:a16="http://schemas.microsoft.com/office/drawing/2014/main" id="{F14ADBF4-28A9-C48B-C9DC-070991249D0F}"/>
                </a:ext>
              </a:extLst>
            </p:cNvPr>
            <p:cNvCxnSpPr>
              <a:cxnSpLocks/>
              <a:endCxn id="92" idx="1"/>
            </p:cNvCxnSpPr>
            <p:nvPr/>
          </p:nvCxnSpPr>
          <p:spPr>
            <a:xfrm>
              <a:off x="4611422" y="2287384"/>
              <a:ext cx="1088621" cy="0"/>
            </a:xfrm>
            <a:prstGeom prst="straightConnector1">
              <a:avLst/>
            </a:prstGeom>
            <a:ln w="19050">
              <a:solidFill>
                <a:srgbClr val="8E8E8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1" name="Oval 90">
              <a:extLst>
                <a:ext uri="{FF2B5EF4-FFF2-40B4-BE49-F238E27FC236}">
                  <a16:creationId xmlns:a16="http://schemas.microsoft.com/office/drawing/2014/main" id="{9D0AEA0A-3FCE-A5C2-54F0-7607A22FE9FC}"/>
                </a:ext>
              </a:extLst>
            </p:cNvPr>
            <p:cNvSpPr/>
            <p:nvPr/>
          </p:nvSpPr>
          <p:spPr>
            <a:xfrm>
              <a:off x="4525818" y="2243556"/>
              <a:ext cx="109728" cy="106672"/>
            </a:xfrm>
            <a:prstGeom prst="ellipse">
              <a:avLst/>
            </a:prstGeom>
            <a:solidFill>
              <a:srgbClr val="8E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Isosceles Triangle 91">
              <a:extLst>
                <a:ext uri="{FF2B5EF4-FFF2-40B4-BE49-F238E27FC236}">
                  <a16:creationId xmlns:a16="http://schemas.microsoft.com/office/drawing/2014/main" id="{6D8236BB-2915-1846-ECBB-5FB288FFA434}"/>
                </a:ext>
              </a:extLst>
            </p:cNvPr>
            <p:cNvSpPr/>
            <p:nvPr/>
          </p:nvSpPr>
          <p:spPr>
            <a:xfrm>
              <a:off x="5660211" y="2207720"/>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3" name="Group 92">
            <a:extLst>
              <a:ext uri="{FF2B5EF4-FFF2-40B4-BE49-F238E27FC236}">
                <a16:creationId xmlns:a16="http://schemas.microsoft.com/office/drawing/2014/main" id="{1B6B5653-A708-E4CC-E479-4AFD57FD9029}"/>
              </a:ext>
            </a:extLst>
          </p:cNvPr>
          <p:cNvGrpSpPr/>
          <p:nvPr/>
        </p:nvGrpSpPr>
        <p:grpSpPr>
          <a:xfrm>
            <a:off x="4916580" y="5479357"/>
            <a:ext cx="1293720" cy="159327"/>
            <a:chOff x="4525818" y="2207720"/>
            <a:chExt cx="1293720" cy="159327"/>
          </a:xfrm>
        </p:grpSpPr>
        <p:cxnSp>
          <p:nvCxnSpPr>
            <p:cNvPr id="94" name="Straight Arrow Connector 93">
              <a:extLst>
                <a:ext uri="{FF2B5EF4-FFF2-40B4-BE49-F238E27FC236}">
                  <a16:creationId xmlns:a16="http://schemas.microsoft.com/office/drawing/2014/main" id="{D064F024-140F-8AFA-FE3B-B655F1E5A67A}"/>
                </a:ext>
              </a:extLst>
            </p:cNvPr>
            <p:cNvCxnSpPr>
              <a:cxnSpLocks/>
              <a:endCxn id="96" idx="1"/>
            </p:cNvCxnSpPr>
            <p:nvPr/>
          </p:nvCxnSpPr>
          <p:spPr>
            <a:xfrm>
              <a:off x="4611422" y="2287384"/>
              <a:ext cx="1088621" cy="0"/>
            </a:xfrm>
            <a:prstGeom prst="straightConnector1">
              <a:avLst/>
            </a:prstGeom>
            <a:ln w="19050">
              <a:solidFill>
                <a:srgbClr val="8E8E8E"/>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539FEE29-3603-4FC6-ED18-A56C1D6FED49}"/>
                </a:ext>
              </a:extLst>
            </p:cNvPr>
            <p:cNvSpPr/>
            <p:nvPr/>
          </p:nvSpPr>
          <p:spPr>
            <a:xfrm>
              <a:off x="4525818" y="2243556"/>
              <a:ext cx="109728" cy="106672"/>
            </a:xfrm>
            <a:prstGeom prst="ellipse">
              <a:avLst/>
            </a:prstGeom>
            <a:solidFill>
              <a:srgbClr val="8E8E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a:extLst>
                <a:ext uri="{FF2B5EF4-FFF2-40B4-BE49-F238E27FC236}">
                  <a16:creationId xmlns:a16="http://schemas.microsoft.com/office/drawing/2014/main" id="{0B7A6DFB-E567-DAD4-4F8A-1B24D9815A0D}"/>
                </a:ext>
              </a:extLst>
            </p:cNvPr>
            <p:cNvSpPr/>
            <p:nvPr/>
          </p:nvSpPr>
          <p:spPr>
            <a:xfrm>
              <a:off x="5660211" y="2207720"/>
              <a:ext cx="159327" cy="159327"/>
            </a:xfrm>
            <a:prstGeom prst="triangle">
              <a:avLst/>
            </a:prstGeom>
            <a:solidFill>
              <a:srgbClr val="008A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81254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79A79-77E3-DAD0-6247-9BD5EB768447}"/>
            </a:ext>
          </a:extLst>
        </p:cNvPr>
        <p:cNvGrpSpPr/>
        <p:nvPr/>
      </p:nvGrpSpPr>
      <p:grpSpPr>
        <a:xfrm>
          <a:off x="0" y="0"/>
          <a:ext cx="0" cy="0"/>
          <a:chOff x="0" y="0"/>
          <a:chExt cx="0" cy="0"/>
        </a:xfrm>
      </p:grpSpPr>
      <p:sp>
        <p:nvSpPr>
          <p:cNvPr id="2" name="Vertical Title 1">
            <a:extLst>
              <a:ext uri="{FF2B5EF4-FFF2-40B4-BE49-F238E27FC236}">
                <a16:creationId xmlns:a16="http://schemas.microsoft.com/office/drawing/2014/main" id="{7FA29E05-936C-D941-322D-F5ED3EB66B84}"/>
              </a:ext>
            </a:extLst>
          </p:cNvPr>
          <p:cNvSpPr>
            <a:spLocks noGrp="1"/>
          </p:cNvSpPr>
          <p:nvPr>
            <p:ph type="title" orient="vert"/>
          </p:nvPr>
        </p:nvSpPr>
        <p:spPr/>
        <p:txBody>
          <a:bodyPr/>
          <a:lstStyle/>
          <a:p>
            <a:r>
              <a:rPr lang="en-US"/>
              <a:t>Plans ahead</a:t>
            </a:r>
          </a:p>
        </p:txBody>
      </p:sp>
      <p:sp>
        <p:nvSpPr>
          <p:cNvPr id="4" name="Footer Placeholder 3">
            <a:extLst>
              <a:ext uri="{FF2B5EF4-FFF2-40B4-BE49-F238E27FC236}">
                <a16:creationId xmlns:a16="http://schemas.microsoft.com/office/drawing/2014/main" id="{C21065CC-28BC-6CA6-BB1D-113DD47C4B3C}"/>
              </a:ext>
            </a:extLst>
          </p:cNvPr>
          <p:cNvSpPr>
            <a:spLocks noGrp="1"/>
          </p:cNvSpPr>
          <p:nvPr>
            <p:ph type="ftr" sz="quarter" idx="11"/>
          </p:nvPr>
        </p:nvSpPr>
        <p:spPr/>
        <p:txBody>
          <a:bodyPr/>
          <a:lstStyle/>
          <a:p>
            <a:pPr>
              <a:lnSpc>
                <a:spcPct val="90000"/>
              </a:lnSpc>
            </a:pPr>
            <a:r>
              <a:rPr lang="en-US" b="1">
                <a:latin typeface="FedEx Sans" panose="020B0603020203020204" pitchFamily="34" charset="0"/>
                <a:ea typeface="FedEx Sans" panose="020B0603020203020204" pitchFamily="34" charset="0"/>
                <a:cs typeface="FedEx Sans" panose="020B0603020203020204" pitchFamily="34" charset="0"/>
              </a:rPr>
              <a:t>&lt;Customize with Department&gt;</a:t>
            </a:r>
            <a:br>
              <a:rPr lang="en-US">
                <a:latin typeface="+mj-lt"/>
              </a:rPr>
            </a:br>
            <a:r>
              <a:rPr lang="en-US">
                <a:latin typeface="FedEx Sans" panose="020B0603020203020204" pitchFamily="34" charset="0"/>
                <a:ea typeface="FedEx Sans" panose="020B0603020203020204" pitchFamily="34" charset="0"/>
                <a:cs typeface="FedEx Sans" panose="020B0603020203020204" pitchFamily="34" charset="0"/>
              </a:rPr>
              <a:t>FedEx Proprietary &amp; Confidential © </a:t>
            </a:r>
          </a:p>
        </p:txBody>
      </p:sp>
      <p:sp>
        <p:nvSpPr>
          <p:cNvPr id="5" name="Slide Number Placeholder 4">
            <a:extLst>
              <a:ext uri="{FF2B5EF4-FFF2-40B4-BE49-F238E27FC236}">
                <a16:creationId xmlns:a16="http://schemas.microsoft.com/office/drawing/2014/main" id="{B3B98182-9739-3CA0-96F6-15EB6B570F81}"/>
              </a:ext>
            </a:extLst>
          </p:cNvPr>
          <p:cNvSpPr>
            <a:spLocks noGrp="1"/>
          </p:cNvSpPr>
          <p:nvPr>
            <p:ph type="sldNum" sz="quarter" idx="12"/>
          </p:nvPr>
        </p:nvSpPr>
        <p:spPr/>
        <p:txBody>
          <a:bodyPr/>
          <a:lstStyle/>
          <a:p>
            <a:fld id="{64B53FD8-04EE-4F67-B5CA-77D45BC12F90}" type="slidenum">
              <a:rPr lang="en-US" smtClean="0"/>
              <a:pPr/>
              <a:t>37</a:t>
            </a:fld>
            <a:endParaRPr lang="en-US" sz="800"/>
          </a:p>
        </p:txBody>
      </p:sp>
      <p:sp>
        <p:nvSpPr>
          <p:cNvPr id="6" name="Rectangle 5">
            <a:extLst>
              <a:ext uri="{FF2B5EF4-FFF2-40B4-BE49-F238E27FC236}">
                <a16:creationId xmlns:a16="http://schemas.microsoft.com/office/drawing/2014/main" id="{B008C271-7BF8-5169-E708-F00D486AD6B0}"/>
              </a:ext>
            </a:extLst>
          </p:cNvPr>
          <p:cNvSpPr/>
          <p:nvPr/>
        </p:nvSpPr>
        <p:spPr>
          <a:xfrm>
            <a:off x="609188" y="1837944"/>
            <a:ext cx="3600000" cy="39502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l"/>
            <a:r>
              <a:rPr lang="en-US" sz="1200" b="1"/>
              <a:t>Purpose: </a:t>
            </a:r>
            <a:r>
              <a:rPr lang="en-US" sz="1200" b="1">
                <a:highlight>
                  <a:srgbClr val="FFFF00"/>
                </a:highlight>
              </a:rPr>
              <a:t>Used for updating attributes in iSell</a:t>
            </a:r>
          </a:p>
          <a:p>
            <a:pPr marL="285750" indent="-285750" algn="l">
              <a:buFont typeface="Arial" panose="020B0604020202020204" pitchFamily="34" charset="0"/>
              <a:buChar char="•"/>
            </a:pPr>
            <a:endParaRPr lang="en-US" sz="1200" b="1"/>
          </a:p>
          <a:p>
            <a:pPr marL="285750" indent="-285750" algn="l">
              <a:buFont typeface="Arial" panose="020B0604020202020204" pitchFamily="34" charset="0"/>
              <a:buChar char="•"/>
            </a:pPr>
            <a:r>
              <a:rPr lang="en-US" sz="1200" b="1"/>
              <a:t>Current State: </a:t>
            </a:r>
            <a:r>
              <a:rPr lang="en-US" sz="1200"/>
              <a:t>US team loads ATC feedback (from??) into the backend database after business validation</a:t>
            </a:r>
          </a:p>
          <a:p>
            <a:pPr marL="285750" indent="-285750" algn="l">
              <a:buFont typeface="Arial" panose="020B0604020202020204" pitchFamily="34" charset="0"/>
              <a:buChar char="•"/>
            </a:pPr>
            <a:r>
              <a:rPr lang="en-US" sz="1200" b="1"/>
              <a:t>Automation Implemented (WIP): </a:t>
            </a:r>
            <a:r>
              <a:rPr lang="en-US" sz="1200"/>
              <a:t>Built a workflow for real-time ATC data view, edit, and submission by TPO Specialists.</a:t>
            </a:r>
          </a:p>
          <a:p>
            <a:pPr marL="285750" indent="-285750" algn="l">
              <a:buFont typeface="Arial" panose="020B0604020202020204" pitchFamily="34" charset="0"/>
              <a:buChar char="•"/>
            </a:pPr>
            <a:r>
              <a:rPr lang="en-US" sz="1200" b="1"/>
              <a:t>Future State (Target: Jul '26): </a:t>
            </a:r>
            <a:r>
              <a:rPr lang="en-US" sz="1200"/>
              <a:t>End-to-end ownership of the ATC upload process, from data</a:t>
            </a:r>
            <a:endParaRPr lang="en-US" sz="1200" b="1"/>
          </a:p>
          <a:p>
            <a:pPr marL="505206" lvl="3" indent="-285750" algn="l"/>
            <a:r>
              <a:rPr lang="en-US" sz="1200"/>
              <a:t>Built automated workflow for real-time ATC data view, edit, and submission by TPO Specialists (Completed)</a:t>
            </a:r>
          </a:p>
          <a:p>
            <a:pPr marL="505206" lvl="3" indent="-285750" algn="l"/>
            <a:r>
              <a:rPr lang="en-US" sz="1200"/>
              <a:t>(I transformation to L1 table loading</a:t>
            </a:r>
          </a:p>
          <a:p>
            <a:pPr marL="285750" indent="-285750" algn="l">
              <a:buFont typeface="Arial" panose="020B0604020202020204" pitchFamily="34" charset="0"/>
              <a:buChar char="•"/>
            </a:pPr>
            <a:r>
              <a:rPr lang="en-US" sz="1200" b="1"/>
              <a:t>Business Impact:</a:t>
            </a:r>
            <a:r>
              <a:rPr lang="en-US" sz="1200"/>
              <a:t> Reduce ATC update turnaround time from </a:t>
            </a:r>
            <a:r>
              <a:rPr lang="en-US" sz="1200" b="1"/>
              <a:t>7 days</a:t>
            </a:r>
            <a:r>
              <a:rPr lang="en-US" sz="1200"/>
              <a:t> to </a:t>
            </a:r>
            <a:r>
              <a:rPr lang="en-US" sz="1200" b="1"/>
              <a:t>~24 hours</a:t>
            </a:r>
            <a:r>
              <a:rPr lang="en-US" sz="1200"/>
              <a:t>.</a:t>
            </a:r>
          </a:p>
        </p:txBody>
      </p:sp>
      <p:sp>
        <p:nvSpPr>
          <p:cNvPr id="3" name="Shape 15">
            <a:extLst>
              <a:ext uri="{FF2B5EF4-FFF2-40B4-BE49-F238E27FC236}">
                <a16:creationId xmlns:a16="http://schemas.microsoft.com/office/drawing/2014/main" id="{C61EAE22-CABB-3CE6-9930-A1BCCA153453}"/>
              </a:ext>
            </a:extLst>
          </p:cNvPr>
          <p:cNvSpPr/>
          <p:nvPr/>
        </p:nvSpPr>
        <p:spPr>
          <a:xfrm>
            <a:off x="4299276" y="1837943"/>
            <a:ext cx="3600000" cy="633113"/>
          </a:xfrm>
          <a:prstGeom prst="rect">
            <a:avLst/>
          </a:prstGeom>
          <a:solidFill>
            <a:schemeClr val="bg1">
              <a:lumMod val="95000"/>
            </a:schemeClr>
          </a:solidFill>
          <a:ln w="12700">
            <a:solidFill>
              <a:srgbClr val="1E293B"/>
            </a:solidFill>
            <a:prstDash val="solid"/>
          </a:ln>
        </p:spPr>
        <p:txBody>
          <a:bodyPr/>
          <a:lstStyle/>
          <a:p>
            <a:pPr algn="ctr">
              <a:spcAft>
                <a:spcPts val="0"/>
              </a:spcAft>
            </a:pPr>
            <a:r>
              <a:rPr lang="en-IN" b="1">
                <a:latin typeface="Segoe UI" panose="020B0502040204020203" pitchFamily="34" charset="0"/>
              </a:rPr>
              <a:t>Feedback Automation </a:t>
            </a:r>
          </a:p>
          <a:p>
            <a:pPr algn="ctr">
              <a:spcAft>
                <a:spcPts val="0"/>
              </a:spcAft>
            </a:pPr>
            <a:r>
              <a:rPr lang="en-IN" b="1">
                <a:latin typeface="Segoe UI" panose="020B0502040204020203" pitchFamily="34" charset="0"/>
              </a:rPr>
              <a:t>Framework</a:t>
            </a:r>
            <a:endParaRPr lang="en-IN" b="1">
              <a:latin typeface="+mj-lt"/>
            </a:endParaRPr>
          </a:p>
        </p:txBody>
      </p:sp>
      <p:pic>
        <p:nvPicPr>
          <p:cNvPr id="12" name="Picture 11">
            <a:extLst>
              <a:ext uri="{FF2B5EF4-FFF2-40B4-BE49-F238E27FC236}">
                <a16:creationId xmlns:a16="http://schemas.microsoft.com/office/drawing/2014/main" id="{8850AF80-8060-410E-0BCA-1E0FD729339D}"/>
              </a:ext>
            </a:extLst>
          </p:cNvPr>
          <p:cNvPicPr>
            <a:picLocks noChangeAspect="1"/>
          </p:cNvPicPr>
          <p:nvPr/>
        </p:nvPicPr>
        <p:blipFill>
          <a:blip r:embed="rId3"/>
          <a:stretch>
            <a:fillRect/>
          </a:stretch>
        </p:blipFill>
        <p:spPr>
          <a:xfrm>
            <a:off x="4426470" y="1913465"/>
            <a:ext cx="476240" cy="482600"/>
          </a:xfrm>
          <a:prstGeom prst="rect">
            <a:avLst/>
          </a:prstGeom>
        </p:spPr>
      </p:pic>
      <p:sp>
        <p:nvSpPr>
          <p:cNvPr id="9" name="Shape 15">
            <a:extLst>
              <a:ext uri="{FF2B5EF4-FFF2-40B4-BE49-F238E27FC236}">
                <a16:creationId xmlns:a16="http://schemas.microsoft.com/office/drawing/2014/main" id="{88F0D292-004C-5115-A41A-7FFF18EA3827}"/>
              </a:ext>
            </a:extLst>
          </p:cNvPr>
          <p:cNvSpPr/>
          <p:nvPr/>
        </p:nvSpPr>
        <p:spPr>
          <a:xfrm>
            <a:off x="609187" y="1832499"/>
            <a:ext cx="3600000" cy="633113"/>
          </a:xfrm>
          <a:prstGeom prst="rect">
            <a:avLst/>
          </a:prstGeom>
          <a:solidFill>
            <a:schemeClr val="bg1">
              <a:lumMod val="95000"/>
            </a:schemeClr>
          </a:solidFill>
          <a:ln w="12700">
            <a:solidFill>
              <a:srgbClr val="1E293B"/>
            </a:solidFill>
            <a:prstDash val="solid"/>
          </a:ln>
        </p:spPr>
        <p:txBody>
          <a:bodyPr/>
          <a:lstStyle/>
          <a:p>
            <a:pPr algn="ctr"/>
            <a:r>
              <a:rPr lang="en-IN" b="1">
                <a:latin typeface="+mj-lt"/>
              </a:rPr>
              <a:t>Sales Feedback </a:t>
            </a:r>
          </a:p>
          <a:p>
            <a:pPr algn="ctr"/>
            <a:r>
              <a:rPr lang="en-IN" b="1">
                <a:latin typeface="+mj-lt"/>
              </a:rPr>
              <a:t>Form Automation</a:t>
            </a:r>
          </a:p>
        </p:txBody>
      </p:sp>
      <p:pic>
        <p:nvPicPr>
          <p:cNvPr id="10" name="Picture 9">
            <a:extLst>
              <a:ext uri="{FF2B5EF4-FFF2-40B4-BE49-F238E27FC236}">
                <a16:creationId xmlns:a16="http://schemas.microsoft.com/office/drawing/2014/main" id="{B11D780B-33BF-7920-40E8-9B8C53F9F386}"/>
              </a:ext>
            </a:extLst>
          </p:cNvPr>
          <p:cNvPicPr>
            <a:picLocks noChangeAspect="1"/>
          </p:cNvPicPr>
          <p:nvPr/>
        </p:nvPicPr>
        <p:blipFill>
          <a:blip r:embed="rId3"/>
          <a:stretch>
            <a:fillRect/>
          </a:stretch>
        </p:blipFill>
        <p:spPr>
          <a:xfrm>
            <a:off x="713963" y="1913465"/>
            <a:ext cx="482600" cy="482600"/>
          </a:xfrm>
          <a:prstGeom prst="rect">
            <a:avLst/>
          </a:prstGeom>
        </p:spPr>
      </p:pic>
      <p:sp>
        <p:nvSpPr>
          <p:cNvPr id="13" name="TextBox 12">
            <a:extLst>
              <a:ext uri="{FF2B5EF4-FFF2-40B4-BE49-F238E27FC236}">
                <a16:creationId xmlns:a16="http://schemas.microsoft.com/office/drawing/2014/main" id="{E1E60EC0-9BD5-A875-4048-93DF30D51302}"/>
              </a:ext>
            </a:extLst>
          </p:cNvPr>
          <p:cNvSpPr txBox="1"/>
          <p:nvPr/>
        </p:nvSpPr>
        <p:spPr>
          <a:xfrm>
            <a:off x="3253426" y="5792886"/>
            <a:ext cx="1040378" cy="202299"/>
          </a:xfrm>
          <a:prstGeom prst="rect">
            <a:avLst/>
          </a:prstGeom>
          <a:noFill/>
        </p:spPr>
        <p:txBody>
          <a:bodyPr wrap="square" lIns="0" tIns="0" rIns="0" bIns="0" rtlCol="0" anchor="t">
            <a:spAutoFit/>
          </a:bodyPr>
          <a:lstStyle/>
          <a:p>
            <a:pPr algn="l">
              <a:lnSpc>
                <a:spcPct val="130000"/>
              </a:lnSpc>
            </a:pPr>
            <a:r>
              <a:rPr lang="en-US" sz="1100" b="1">
                <a:solidFill>
                  <a:srgbClr val="4D148C"/>
                </a:solidFill>
                <a:latin typeface="FedEx Sans"/>
              </a:rPr>
              <a:t>Live by Jul’26</a:t>
            </a:r>
            <a:endParaRPr lang="en-US" sz="1100" b="1" i="0">
              <a:solidFill>
                <a:srgbClr val="4D148C"/>
              </a:solidFill>
              <a:latin typeface="FedEx Sans" panose="020B0603020203020204" pitchFamily="34" charset="0"/>
              <a:ea typeface="FedEx Sans" panose="020B0603020203020204" pitchFamily="34" charset="0"/>
              <a:cs typeface="FedEx Sans" panose="020B0603020203020204" pitchFamily="34" charset="0"/>
            </a:endParaRPr>
          </a:p>
        </p:txBody>
      </p:sp>
      <p:sp>
        <p:nvSpPr>
          <p:cNvPr id="14" name="TextBox 13">
            <a:extLst>
              <a:ext uri="{FF2B5EF4-FFF2-40B4-BE49-F238E27FC236}">
                <a16:creationId xmlns:a16="http://schemas.microsoft.com/office/drawing/2014/main" id="{4D4811E1-DD67-513F-15D4-90208AC21272}"/>
              </a:ext>
            </a:extLst>
          </p:cNvPr>
          <p:cNvSpPr txBox="1"/>
          <p:nvPr/>
        </p:nvSpPr>
        <p:spPr>
          <a:xfrm>
            <a:off x="6867483" y="5792886"/>
            <a:ext cx="1040378" cy="202299"/>
          </a:xfrm>
          <a:prstGeom prst="rect">
            <a:avLst/>
          </a:prstGeom>
          <a:noFill/>
        </p:spPr>
        <p:txBody>
          <a:bodyPr wrap="square" lIns="0" tIns="0" rIns="0" bIns="0" rtlCol="0" anchor="t">
            <a:spAutoFit/>
          </a:bodyPr>
          <a:lstStyle/>
          <a:p>
            <a:pPr algn="l">
              <a:lnSpc>
                <a:spcPct val="130000"/>
              </a:lnSpc>
            </a:pPr>
            <a:r>
              <a:rPr lang="en-US" sz="1100" b="1">
                <a:solidFill>
                  <a:srgbClr val="4D148C"/>
                </a:solidFill>
                <a:latin typeface="FedEx Sans"/>
              </a:rPr>
              <a:t>Live by Jul’26</a:t>
            </a:r>
            <a:endParaRPr lang="en-US" sz="1100" b="1" i="0">
              <a:solidFill>
                <a:srgbClr val="4D148C"/>
              </a:solidFill>
              <a:latin typeface="FedEx Sans" panose="020B0603020203020204" pitchFamily="34" charset="0"/>
              <a:ea typeface="FedEx Sans" panose="020B0603020203020204" pitchFamily="34" charset="0"/>
              <a:cs typeface="FedEx Sans" panose="020B0603020203020204" pitchFamily="34" charset="0"/>
            </a:endParaRPr>
          </a:p>
        </p:txBody>
      </p:sp>
      <p:pic>
        <p:nvPicPr>
          <p:cNvPr id="16" name="Graphic 15" descr="Gears with solid fill">
            <a:extLst>
              <a:ext uri="{FF2B5EF4-FFF2-40B4-BE49-F238E27FC236}">
                <a16:creationId xmlns:a16="http://schemas.microsoft.com/office/drawing/2014/main" id="{F6237244-F1DA-4C4F-680F-DA44077696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83605" y="2629352"/>
            <a:ext cx="457200" cy="457200"/>
          </a:xfrm>
          <a:prstGeom prst="rect">
            <a:avLst/>
          </a:prstGeom>
        </p:spPr>
      </p:pic>
      <p:pic>
        <p:nvPicPr>
          <p:cNvPr id="18" name="Graphic 17" descr="Continuous Improvement outline">
            <a:extLst>
              <a:ext uri="{FF2B5EF4-FFF2-40B4-BE49-F238E27FC236}">
                <a16:creationId xmlns:a16="http://schemas.microsoft.com/office/drawing/2014/main" id="{D809349A-BED4-C85D-1FA8-02418289B1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316206" y="4705122"/>
            <a:ext cx="537610" cy="537610"/>
          </a:xfrm>
          <a:prstGeom prst="rect">
            <a:avLst/>
          </a:prstGeom>
        </p:spPr>
      </p:pic>
      <p:grpSp>
        <p:nvGrpSpPr>
          <p:cNvPr id="26" name="Group 25">
            <a:extLst>
              <a:ext uri="{FF2B5EF4-FFF2-40B4-BE49-F238E27FC236}">
                <a16:creationId xmlns:a16="http://schemas.microsoft.com/office/drawing/2014/main" id="{778FDA29-9F24-BB0B-12AB-797DB1A5D8C1}"/>
              </a:ext>
            </a:extLst>
          </p:cNvPr>
          <p:cNvGrpSpPr/>
          <p:nvPr/>
        </p:nvGrpSpPr>
        <p:grpSpPr>
          <a:xfrm>
            <a:off x="4297496" y="2465612"/>
            <a:ext cx="3600000" cy="3332718"/>
            <a:chOff x="4293804" y="2455434"/>
            <a:chExt cx="3600000" cy="3332718"/>
          </a:xfrm>
        </p:grpSpPr>
        <p:sp>
          <p:nvSpPr>
            <p:cNvPr id="7" name="Rectangle 6">
              <a:extLst>
                <a:ext uri="{FF2B5EF4-FFF2-40B4-BE49-F238E27FC236}">
                  <a16:creationId xmlns:a16="http://schemas.microsoft.com/office/drawing/2014/main" id="{225FECF4-771C-F82C-D021-034E11173D38}"/>
                </a:ext>
              </a:extLst>
            </p:cNvPr>
            <p:cNvSpPr/>
            <p:nvPr/>
          </p:nvSpPr>
          <p:spPr>
            <a:xfrm>
              <a:off x="4293804" y="2455434"/>
              <a:ext cx="3600000" cy="33327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sz="1200" b="1"/>
            </a:p>
            <a:p>
              <a:pPr marL="450850"/>
              <a:r>
                <a:rPr lang="en-IN" sz="1200" b="1"/>
                <a:t> </a:t>
              </a:r>
              <a:r>
                <a:rPr lang="en-IN" sz="1200" b="1" u="sng"/>
                <a:t>Input &amp; Rule Processing</a:t>
              </a:r>
              <a:endParaRPr lang="en-IN" sz="1200" u="sng"/>
            </a:p>
            <a:p>
              <a:pPr marL="450850"/>
              <a:r>
                <a:rPr lang="en-IN" sz="1200"/>
                <a:t>Captures user inputs and applies rule-based logic for categorization.</a:t>
              </a:r>
            </a:p>
            <a:p>
              <a:pPr marL="450850"/>
              <a:r>
                <a:rPr lang="en-IN" sz="1200"/>
                <a:t> </a:t>
              </a:r>
            </a:p>
            <a:p>
              <a:pPr marL="450850"/>
              <a:r>
                <a:rPr lang="en-IN" sz="1200" b="1"/>
                <a:t> </a:t>
              </a:r>
              <a:r>
                <a:rPr lang="en-IN" sz="1200" b="1" u="sng"/>
                <a:t>Feedback Capture &amp; Structuring</a:t>
              </a:r>
              <a:endParaRPr lang="en-IN" sz="1200" u="sng"/>
            </a:p>
            <a:p>
              <a:pPr marL="450850"/>
              <a:r>
                <a:rPr lang="en-IN" sz="1200"/>
                <a:t>Collects dynamic feedback and stores it in a structured format.</a:t>
              </a:r>
            </a:p>
            <a:p>
              <a:pPr marL="450850"/>
              <a:endParaRPr lang="en-IN" sz="1200" b="1"/>
            </a:p>
            <a:p>
              <a:pPr marL="450850"/>
              <a:r>
                <a:rPr lang="en-IN" sz="1200" b="1" u="sng"/>
                <a:t>Insights &amp; Continuous Improvement</a:t>
              </a:r>
              <a:endParaRPr lang="en-IN" sz="1200" u="sng"/>
            </a:p>
            <a:p>
              <a:pPr marL="450850"/>
              <a:r>
                <a:rPr lang="en-IN" sz="1200"/>
                <a:t>Generates insights for dashboards and drives continuous tool improvement.</a:t>
              </a:r>
            </a:p>
            <a:p>
              <a:endParaRPr lang="en-IN" sz="1200"/>
            </a:p>
          </p:txBody>
        </p:sp>
        <p:pic>
          <p:nvPicPr>
            <p:cNvPr id="22" name="Graphic 21" descr="Thumbs up sign outline">
              <a:extLst>
                <a:ext uri="{FF2B5EF4-FFF2-40B4-BE49-F238E27FC236}">
                  <a16:creationId xmlns:a16="http://schemas.microsoft.com/office/drawing/2014/main" id="{7EC3299E-FC3E-5848-3022-5772EB27605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83605" y="2987028"/>
              <a:ext cx="263652" cy="263652"/>
            </a:xfrm>
            <a:prstGeom prst="rect">
              <a:avLst/>
            </a:prstGeom>
          </p:spPr>
        </p:pic>
      </p:grpSp>
      <p:pic>
        <p:nvPicPr>
          <p:cNvPr id="28" name="Graphic 27" descr="Continuous Improvement with solid fill">
            <a:extLst>
              <a:ext uri="{FF2B5EF4-FFF2-40B4-BE49-F238E27FC236}">
                <a16:creationId xmlns:a16="http://schemas.microsoft.com/office/drawing/2014/main" id="{1ED3ACF9-17F1-3172-7C19-2AC48BB4D91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70906" y="4851400"/>
            <a:ext cx="442758" cy="442758"/>
          </a:xfrm>
          <a:prstGeom prst="rect">
            <a:avLst/>
          </a:prstGeom>
        </p:spPr>
      </p:pic>
      <p:pic>
        <p:nvPicPr>
          <p:cNvPr id="29" name="Graphic 28" descr="Thumbs up sign outline">
            <a:extLst>
              <a:ext uri="{FF2B5EF4-FFF2-40B4-BE49-F238E27FC236}">
                <a16:creationId xmlns:a16="http://schemas.microsoft.com/office/drawing/2014/main" id="{3D48E7B5-759F-EB98-F4EB-48AF2EFAB64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0800000">
            <a:off x="4590164" y="3106354"/>
            <a:ext cx="263652" cy="263652"/>
          </a:xfrm>
          <a:prstGeom prst="rect">
            <a:avLst/>
          </a:prstGeom>
        </p:spPr>
      </p:pic>
      <p:pic>
        <p:nvPicPr>
          <p:cNvPr id="31" name="Graphic 30" descr="Person with idea outline">
            <a:extLst>
              <a:ext uri="{FF2B5EF4-FFF2-40B4-BE49-F238E27FC236}">
                <a16:creationId xmlns:a16="http://schemas.microsoft.com/office/drawing/2014/main" id="{3FF08C14-4797-E307-A7AA-22C513834BE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19600" y="3923165"/>
            <a:ext cx="352905" cy="352905"/>
          </a:xfrm>
          <a:prstGeom prst="rect">
            <a:avLst/>
          </a:prstGeom>
        </p:spPr>
      </p:pic>
      <p:sp>
        <p:nvSpPr>
          <p:cNvPr id="21" name="Rectangle 20">
            <a:extLst>
              <a:ext uri="{FF2B5EF4-FFF2-40B4-BE49-F238E27FC236}">
                <a16:creationId xmlns:a16="http://schemas.microsoft.com/office/drawing/2014/main" id="{FFC4F325-C6E0-1286-DD07-F41E7BE40943}"/>
              </a:ext>
            </a:extLst>
          </p:cNvPr>
          <p:cNvSpPr/>
          <p:nvPr/>
        </p:nvSpPr>
        <p:spPr>
          <a:xfrm>
            <a:off x="8023226" y="1837944"/>
            <a:ext cx="3600000" cy="39502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sz="1200"/>
          </a:p>
          <a:p>
            <a:pPr marL="285750" indent="-285750" algn="l">
              <a:buFont typeface="Arial"/>
              <a:buChar char="•"/>
            </a:pPr>
            <a:endParaRPr lang="en-US" sz="1200"/>
          </a:p>
          <a:p>
            <a:pPr marL="285750" indent="-285750" algn="l">
              <a:buFont typeface="Arial"/>
              <a:buChar char="•"/>
            </a:pPr>
            <a:r>
              <a:rPr lang="en-US" sz="1200"/>
              <a:t>Created EAI enterprise Application I'd(1)</a:t>
            </a:r>
          </a:p>
          <a:p>
            <a:pPr marL="285750" indent="-285750" algn="l">
              <a:buFont typeface="Arial"/>
              <a:buChar char="•"/>
            </a:pPr>
            <a:r>
              <a:rPr lang="en-US" sz="1200"/>
              <a:t>Successful set up of Python Server.(2)</a:t>
            </a:r>
          </a:p>
          <a:p>
            <a:pPr marL="285750" indent="-285750" algn="l">
              <a:buFont typeface="Arial"/>
              <a:buChar char="•"/>
            </a:pPr>
            <a:r>
              <a:rPr lang="en-US" sz="1200"/>
              <a:t>Deployment on python server – TBD.(4)</a:t>
            </a:r>
          </a:p>
          <a:p>
            <a:pPr marL="285750" indent="-285750" algn="l">
              <a:buFont typeface="Arial"/>
              <a:buChar char="•"/>
            </a:pPr>
            <a:r>
              <a:rPr lang="en-US" sz="1200"/>
              <a:t>Gemini API key – TBD as project prioritization is done by AI labs team.(5)</a:t>
            </a:r>
          </a:p>
          <a:p>
            <a:pPr marL="285750" indent="-285750" algn="l">
              <a:buFont typeface="Arial"/>
              <a:buChar char="•"/>
            </a:pPr>
            <a:r>
              <a:rPr lang="en-US" sz="1200"/>
              <a:t>FIRST process (info sec team) (3)</a:t>
            </a:r>
          </a:p>
          <a:p>
            <a:pPr marL="285750" indent="-285750" algn="l">
              <a:buFont typeface="Arial"/>
              <a:buChar char="•"/>
            </a:pPr>
            <a:r>
              <a:rPr lang="en-US" sz="1200"/>
              <a:t>Stakeholder: Chuck</a:t>
            </a:r>
          </a:p>
          <a:p>
            <a:pPr marL="285750" indent="-285750" algn="l">
              <a:buFont typeface="Arial"/>
              <a:buChar char="•"/>
            </a:pPr>
            <a:endParaRPr lang="en-US" sz="1200"/>
          </a:p>
          <a:p>
            <a:pPr algn="l"/>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a:p>
            <a:pPr marL="285750" indent="-285750" algn="l">
              <a:buFont typeface="Arial"/>
              <a:buChar char="•"/>
            </a:pPr>
            <a:endParaRPr lang="en-US"/>
          </a:p>
        </p:txBody>
      </p:sp>
      <p:sp>
        <p:nvSpPr>
          <p:cNvPr id="23" name="Shape 15">
            <a:extLst>
              <a:ext uri="{FF2B5EF4-FFF2-40B4-BE49-F238E27FC236}">
                <a16:creationId xmlns:a16="http://schemas.microsoft.com/office/drawing/2014/main" id="{E642AF03-A248-CCA1-95AE-B9EC908730F5}"/>
              </a:ext>
            </a:extLst>
          </p:cNvPr>
          <p:cNvSpPr/>
          <p:nvPr/>
        </p:nvSpPr>
        <p:spPr>
          <a:xfrm>
            <a:off x="8022189" y="1832400"/>
            <a:ext cx="3600000" cy="633113"/>
          </a:xfrm>
          <a:prstGeom prst="rect">
            <a:avLst/>
          </a:prstGeom>
          <a:solidFill>
            <a:schemeClr val="bg1">
              <a:lumMod val="95000"/>
            </a:schemeClr>
          </a:solidFill>
          <a:ln w="12700">
            <a:solidFill>
              <a:srgbClr val="1E293B"/>
            </a:solidFill>
            <a:prstDash val="solid"/>
          </a:ln>
        </p:spPr>
        <p:txBody>
          <a:bodyPr lIns="91440" tIns="180000" rIns="91440" bIns="45720" anchor="t"/>
          <a:lstStyle/>
          <a:p>
            <a:pPr algn="ctr">
              <a:spcAft>
                <a:spcPts val="0"/>
              </a:spcAft>
            </a:pPr>
            <a:r>
              <a:rPr lang="en-IN" b="1">
                <a:latin typeface="+mj-lt"/>
              </a:rPr>
              <a:t>     Deployment Status</a:t>
            </a:r>
          </a:p>
        </p:txBody>
      </p:sp>
      <p:sp>
        <p:nvSpPr>
          <p:cNvPr id="24" name="TextBox 23">
            <a:extLst>
              <a:ext uri="{FF2B5EF4-FFF2-40B4-BE49-F238E27FC236}">
                <a16:creationId xmlns:a16="http://schemas.microsoft.com/office/drawing/2014/main" id="{6F064590-A93D-F292-D9F4-83F2A47EF24C}"/>
              </a:ext>
            </a:extLst>
          </p:cNvPr>
          <p:cNvSpPr txBox="1"/>
          <p:nvPr/>
        </p:nvSpPr>
        <p:spPr>
          <a:xfrm>
            <a:off x="10580121" y="5788152"/>
            <a:ext cx="1040378" cy="202299"/>
          </a:xfrm>
          <a:prstGeom prst="rect">
            <a:avLst/>
          </a:prstGeom>
          <a:noFill/>
        </p:spPr>
        <p:txBody>
          <a:bodyPr wrap="square" lIns="0" tIns="0" rIns="0" bIns="0" rtlCol="0" anchor="t">
            <a:spAutoFit/>
          </a:bodyPr>
          <a:lstStyle/>
          <a:p>
            <a:pPr algn="l">
              <a:lnSpc>
                <a:spcPct val="130000"/>
              </a:lnSpc>
            </a:pPr>
            <a:r>
              <a:rPr lang="en-US" sz="1100" b="1">
                <a:solidFill>
                  <a:srgbClr val="4D148C"/>
                </a:solidFill>
                <a:latin typeface="FedEx Sans"/>
              </a:rPr>
              <a:t>Live by Jul’26</a:t>
            </a:r>
            <a:endParaRPr lang="en-US" sz="1100" b="1" i="0">
              <a:solidFill>
                <a:srgbClr val="4D148C"/>
              </a:solidFill>
              <a:latin typeface="FedEx Sans" panose="020B0603020203020204" pitchFamily="34" charset="0"/>
              <a:ea typeface="FedEx Sans" panose="020B0603020203020204" pitchFamily="34" charset="0"/>
              <a:cs typeface="FedEx Sans" panose="020B0603020203020204" pitchFamily="34" charset="0"/>
            </a:endParaRPr>
          </a:p>
        </p:txBody>
      </p:sp>
      <p:pic>
        <p:nvPicPr>
          <p:cNvPr id="25" name="Picture 24">
            <a:extLst>
              <a:ext uri="{FF2B5EF4-FFF2-40B4-BE49-F238E27FC236}">
                <a16:creationId xmlns:a16="http://schemas.microsoft.com/office/drawing/2014/main" id="{7A61BD9E-A050-6FB3-3EBD-F9DABEF52EB1}"/>
              </a:ext>
            </a:extLst>
          </p:cNvPr>
          <p:cNvPicPr>
            <a:picLocks noChangeAspect="1"/>
          </p:cNvPicPr>
          <p:nvPr/>
        </p:nvPicPr>
        <p:blipFill>
          <a:blip r:embed="rId9"/>
          <a:stretch>
            <a:fillRect/>
          </a:stretch>
        </p:blipFill>
        <p:spPr>
          <a:xfrm flipH="1">
            <a:off x="8191499" y="1874171"/>
            <a:ext cx="542925" cy="542925"/>
          </a:xfrm>
          <a:prstGeom prst="rect">
            <a:avLst/>
          </a:prstGeom>
        </p:spPr>
      </p:pic>
      <p:graphicFrame>
        <p:nvGraphicFramePr>
          <p:cNvPr id="8" name="Object 7">
            <a:extLst>
              <a:ext uri="{FF2B5EF4-FFF2-40B4-BE49-F238E27FC236}">
                <a16:creationId xmlns:a16="http://schemas.microsoft.com/office/drawing/2014/main" id="{FD280D3B-48F2-BD4F-A308-2361E2E49230}"/>
              </a:ext>
            </a:extLst>
          </p:cNvPr>
          <p:cNvGraphicFramePr>
            <a:graphicFrameLocks noChangeAspect="1"/>
          </p:cNvGraphicFramePr>
          <p:nvPr>
            <p:extLst>
              <p:ext uri="{D42A27DB-BD31-4B8C-83A1-F6EECF244321}">
                <p14:modId xmlns:p14="http://schemas.microsoft.com/office/powerpoint/2010/main" val="2671379587"/>
              </p:ext>
            </p:extLst>
          </p:nvPr>
        </p:nvGraphicFramePr>
        <p:xfrm>
          <a:off x="11421534" y="6199780"/>
          <a:ext cx="914400" cy="806450"/>
        </p:xfrm>
        <a:graphic>
          <a:graphicData uri="http://schemas.openxmlformats.org/presentationml/2006/ole">
            <mc:AlternateContent xmlns:mc="http://schemas.openxmlformats.org/markup-compatibility/2006">
              <mc:Choice xmlns:v="urn:schemas-microsoft-com:vml" Requires="v">
                <p:oleObj name="Worksheet" showAsIcon="1" r:id="rId10" imgW="914603" imgH="806585" progId="Excel.Sheet.12">
                  <p:embed/>
                </p:oleObj>
              </mc:Choice>
              <mc:Fallback>
                <p:oleObj name="Worksheet" showAsIcon="1" r:id="rId10" imgW="914603" imgH="806585" progId="Excel.Sheet.12">
                  <p:embed/>
                  <p:pic>
                    <p:nvPicPr>
                      <p:cNvPr id="8" name="Object 7">
                        <a:extLst>
                          <a:ext uri="{FF2B5EF4-FFF2-40B4-BE49-F238E27FC236}">
                            <a16:creationId xmlns:a16="http://schemas.microsoft.com/office/drawing/2014/main" id="{FD280D3B-48F2-BD4F-A308-2361E2E49230}"/>
                          </a:ext>
                        </a:extLst>
                      </p:cNvPr>
                      <p:cNvPicPr/>
                      <p:nvPr/>
                    </p:nvPicPr>
                    <p:blipFill>
                      <a:blip r:embed="rId11"/>
                      <a:stretch>
                        <a:fillRect/>
                      </a:stretch>
                    </p:blipFill>
                    <p:spPr>
                      <a:xfrm>
                        <a:off x="11421534" y="6199780"/>
                        <a:ext cx="914400" cy="806450"/>
                      </a:xfrm>
                      <a:prstGeom prst="rect">
                        <a:avLst/>
                      </a:prstGeom>
                    </p:spPr>
                  </p:pic>
                </p:oleObj>
              </mc:Fallback>
            </mc:AlternateContent>
          </a:graphicData>
        </a:graphic>
      </p:graphicFrame>
    </p:spTree>
    <p:extLst>
      <p:ext uri="{BB962C8B-B14F-4D97-AF65-F5344CB8AC3E}">
        <p14:creationId xmlns:p14="http://schemas.microsoft.com/office/powerpoint/2010/main" val="2274389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24" grpId="0"/>
    </p:bldLst>
  </p:timing>
  <p:extLst>
    <p:ext uri="{6950BFC3-D8DA-4A85-94F7-54DA5524770B}">
      <p188:commentRel xmlns:p188="http://schemas.microsoft.com/office/powerpoint/2018/8/main" r:id="rId2"/>
    </p:ext>
  </p:extLst>
</p:sld>
</file>

<file path=ppt/tags/tag1.xml><?xml version="1.0" encoding="utf-8"?>
<p:tagLst xmlns:a="http://schemas.openxmlformats.org/drawingml/2006/main" xmlns:r="http://schemas.openxmlformats.org/officeDocument/2006/relationships" xmlns:p="http://schemas.openxmlformats.org/presentationml/2006/main">
  <p:tag name="POWER_USER_LINKS_STATUS_TAG" val="&lt;?xml version=&quot;1.0&quot; encoding=&quot;utf-16&quot;?&gt;&#10;&lt;PuLinks xmlns:xsd=&quot;http://www.w3.org/2001/XMLSchema&quot; xmlns:xsi=&quot;http://www.w3.org/2001/XMLSchema-instance&quot;&gt;&#10;  &lt;PuLink status=&quot;1&quot; id=&quot;POWER_USER_LINK_14559B52_819F_4DFF_8860_5E2ABCE5A849&quot; /&gt;&#10;&lt;/PuLinks&gt;"/>
</p:tagLst>
</file>

<file path=ppt/tags/tag2.xml><?xml version="1.0" encoding="utf-8"?>
<p:tagLst xmlns:a="http://schemas.openxmlformats.org/drawingml/2006/main" xmlns:r="http://schemas.openxmlformats.org/officeDocument/2006/relationships" xmlns:p="http://schemas.openxmlformats.org/presentationml/2006/main">
  <p:tag name="POWER_USER_POWER_POINT_EXCEL_LINK_TAG_NAME" val="{&quot;Id&quot;:&quot;POWER_USER_LINK_076D5EEF_F7C9_4D57_A8BA_7FC250AC9A3F&quot;,&quot;SourceFullNameMaxLengthReached&quot;:false,&quot;SourceFullName&quot;:&quot;https://myfedex.sharepoint.com/teams/TPO-IndiaCOE/Shared Documents/TP and O - India COE/TP &amp; O Opitx/OPTIX Performance Data/Dec25-Optix Report.xlsx&quot;,&quot;LastUpdate&quot;:&quot;2026-02-21 11:17 PM&quot;,&quot;UpdatedBy&quot;:&quot;6755043&quot;,&quot;IsLinked&quot;:false,&quot;IsBrokenLink&quot;:false,&quot;Type&quot;:1,&quot;ShapeId&quot;:0,&quot;WorksheetName&quot;:null}"/>
</p:tagLst>
</file>

<file path=ppt/theme/theme1.xml><?xml version="1.0" encoding="utf-8"?>
<a:theme xmlns:a="http://schemas.openxmlformats.org/drawingml/2006/main" name="Title &amp; Closing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FedEx Theme" id="{4F9424CA-37FA-44FB-A305-7EB15FAF491C}" vid="{23CF3CE8-BB75-4F58-9DB3-0BB7D35D52BA}"/>
    </a:ext>
  </a:extLst>
</a:theme>
</file>

<file path=ppt/theme/theme2.xml><?xml version="1.0" encoding="utf-8"?>
<a:theme xmlns:a="http://schemas.openxmlformats.org/drawingml/2006/main" name="Agenda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3A215144-2BE9-824B-B4F7-CD83DB156EA0}"/>
    </a:ext>
  </a:extLst>
</a:theme>
</file>

<file path=ppt/theme/theme3.xml><?xml version="1.0" encoding="utf-8"?>
<a:theme xmlns:a="http://schemas.openxmlformats.org/drawingml/2006/main" name="Text Only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3F4E685E-BAEF-3E43-81AF-D897EA1B0B75}"/>
    </a:ext>
  </a:extLst>
</a:theme>
</file>

<file path=ppt/theme/theme4.xml><?xml version="1.0" encoding="utf-8"?>
<a:theme xmlns:a="http://schemas.openxmlformats.org/drawingml/2006/main" name="Highly Visual Slides">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86CE868E-2061-F142-994E-8E12ED53505A}"/>
    </a:ext>
  </a:extLst>
</a:theme>
</file>

<file path=ppt/theme/theme5.xml><?xml version="1.0" encoding="utf-8"?>
<a:theme xmlns:a="http://schemas.openxmlformats.org/drawingml/2006/main" name="Blank">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FedEx Brand Fonts">
      <a:majorFont>
        <a:latin typeface="FedEx Sans Bold"/>
        <a:ea typeface=""/>
        <a:cs typeface=""/>
      </a:majorFont>
      <a:minorFont>
        <a:latin typeface="FedEx Sans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05062021_FedEx_POTX_Template" id="{750C2AC7-97CD-044F-94CA-3E963731440F}" vid="{3F4E685E-BAEF-3E43-81AF-D897EA1B0B75}"/>
    </a:ext>
  </a:extLst>
</a:theme>
</file>

<file path=ppt/theme/theme6.xml><?xml version="1.0" encoding="utf-8"?>
<a:theme xmlns:a="http://schemas.openxmlformats.org/drawingml/2006/main" name="Theme Fedex">
  <a:themeElements>
    <a:clrScheme name="FedEx Brand Color Palette">
      <a:dk1>
        <a:srgbClr val="333333"/>
      </a:dk1>
      <a:lt1>
        <a:sysClr val="window" lastClr="FFFFFF"/>
      </a:lt1>
      <a:dk2>
        <a:srgbClr val="4D148C"/>
      </a:dk2>
      <a:lt2>
        <a:srgbClr val="FF6600"/>
      </a:lt2>
      <a:accent1>
        <a:srgbClr val="7D22C3"/>
      </a:accent1>
      <a:accent2>
        <a:srgbClr val="A63685"/>
      </a:accent2>
      <a:accent3>
        <a:srgbClr val="C74755"/>
      </a:accent3>
      <a:accent4>
        <a:srgbClr val="8E8E8E"/>
      </a:accent4>
      <a:accent5>
        <a:srgbClr val="E3E3E3"/>
      </a:accent5>
      <a:accent6>
        <a:srgbClr val="F2F2F2"/>
      </a:accent6>
      <a:hlink>
        <a:srgbClr val="333333"/>
      </a:hlink>
      <a:folHlink>
        <a:srgbClr val="4D148C"/>
      </a:folHlink>
    </a:clrScheme>
    <a:fontScheme name="Custom 1">
      <a:majorFont>
        <a:latin typeface="FedEx Sans Bold"/>
        <a:ea typeface=""/>
        <a:cs typeface=""/>
      </a:majorFont>
      <a:minorFont>
        <a:latin typeface="FedEx Sans Regular"/>
        <a:ea typeface=""/>
        <a:cs typeface=""/>
      </a:minorFont>
    </a:fontScheme>
    <a:fmtScheme name="Smokey Glass">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b="0" i="0" dirty="0" err="1">
            <a:latin typeface="FedEx Sans" panose="020B0603020203020204" pitchFamily="34" charset="0"/>
            <a:ea typeface="FedEx Sans" panose="020B0603020203020204" pitchFamily="34" charset="0"/>
            <a:cs typeface="FedEx Sans" panose="020B0603020203020204" pitchFamily="34" charset="0"/>
          </a:defRPr>
        </a:defPPr>
      </a:lstStyle>
    </a:txDef>
  </a:objectDefaults>
  <a:extraClrSchemeLst/>
  <a:custClrLst>
    <a:custClr name="Blend 17">
      <a:srgbClr val="671CAA"/>
    </a:custClr>
    <a:custClr name="Blend 46">
      <a:srgbClr val="932DA2"/>
    </a:custClr>
    <a:custClr name="Blend 65">
      <a:srgbClr val="B83F6A"/>
    </a:custClr>
    <a:custClr name="Blend 87">
      <a:srgbClr val="E45528"/>
    </a:custClr>
    <a:custClr name="Tint 1">
      <a:srgbClr val="825BAF"/>
    </a:custClr>
    <a:custClr name="Tint 2">
      <a:srgbClr val="A464D5"/>
    </a:custClr>
    <a:custClr name="Tint 3">
      <a:srgbClr val="C172AA"/>
    </a:custClr>
    <a:custClr name="Tint 4">
      <a:srgbClr val="D87E88"/>
    </a:custClr>
    <a:custClr name="Tint 5">
      <a:srgbClr val="FF914D"/>
    </a:custClr>
    <a:custClr name="Digital Blue">
      <a:srgbClr val="007AB7"/>
    </a:custClr>
    <a:custClr name="Digital Notification Green">
      <a:srgbClr val="008A00"/>
    </a:custClr>
    <a:custClr name="Digital Notification Red">
      <a:srgbClr val="DE002E"/>
    </a:custClr>
  </a:custClrLst>
  <a:extLst>
    <a:ext uri="{05A4C25C-085E-4340-85A3-A5531E510DB2}">
      <thm15:themeFamily xmlns:thm15="http://schemas.microsoft.com/office/thememl/2012/main" name="Theme Fedex" id="{16454B24-69BF-46A7-908D-8B029BA0B707}" vid="{6CB2283A-1B72-4EC2-B23B-E15A000F1259}"/>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58D04B7A402C46A451593E35BD9CAE" ma:contentTypeVersion="13" ma:contentTypeDescription="Create a new document." ma:contentTypeScope="" ma:versionID="ee7f7eae127d116d947a10c8d8d11547">
  <xsd:schema xmlns:xsd="http://www.w3.org/2001/XMLSchema" xmlns:xs="http://www.w3.org/2001/XMLSchema" xmlns:p="http://schemas.microsoft.com/office/2006/metadata/properties" xmlns:ns2="6e6de85d-1ec5-4319-934e-37d04795bcd8" xmlns:ns3="88a05dbc-54a1-42db-81b0-5cece09a42a8" targetNamespace="http://schemas.microsoft.com/office/2006/metadata/properties" ma:root="true" ma:fieldsID="49ef51935cf12c276acd975040e6f702" ns2:_="" ns3:_="">
    <xsd:import namespace="6e6de85d-1ec5-4319-934e-37d04795bcd8"/>
    <xsd:import namespace="88a05dbc-54a1-42db-81b0-5cece09a42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de85d-1ec5-4319-934e-37d04795bc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f2ce4d85-92b3-4db5-bc8f-b60fb9116dca"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8a05dbc-54a1-42db-81b0-5cece09a42a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7d3265fd-95bb-4a86-8c0d-a1c4966115cb}" ma:internalName="TaxCatchAll" ma:showField="CatchAllData" ma:web="88a05dbc-54a1-42db-81b0-5cece09a42a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8a05dbc-54a1-42db-81b0-5cece09a42a8" xsi:nil="true"/>
    <lcf76f155ced4ddcb4097134ff3c332f xmlns="6e6de85d-1ec5-4319-934e-37d04795bcd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0F59FEA-B833-4C24-9398-6CBBE98A1FC7}">
  <ds:schemaRefs>
    <ds:schemaRef ds:uri="6e6de85d-1ec5-4319-934e-37d04795bcd8"/>
    <ds:schemaRef ds:uri="88a05dbc-54a1-42db-81b0-5cece09a42a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0DE7838-8C03-4A6D-8DEE-F50EC4D35E90}">
  <ds:schemaRefs>
    <ds:schemaRef ds:uri="http://schemas.microsoft.com/sharepoint/v3/contenttype/forms"/>
  </ds:schemaRefs>
</ds:datastoreItem>
</file>

<file path=customXml/itemProps3.xml><?xml version="1.0" encoding="utf-8"?>
<ds:datastoreItem xmlns:ds="http://schemas.openxmlformats.org/officeDocument/2006/customXml" ds:itemID="{AA47237E-171A-43A3-925E-B77F25CB2A1D}">
  <ds:schemaRefs>
    <ds:schemaRef ds:uri="http://purl.org/dc/dcmitype/"/>
    <ds:schemaRef ds:uri="http://schemas.microsoft.com/office/2006/metadata/properties"/>
    <ds:schemaRef ds:uri="http://purl.org/dc/elements/1.1/"/>
    <ds:schemaRef ds:uri="88a05dbc-54a1-42db-81b0-5cece09a42a8"/>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6e6de85d-1ec5-4319-934e-37d04795bcd8"/>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FedEx Theme</Template>
  <TotalTime>2931</TotalTime>
  <Words>6571</Words>
  <Application>Microsoft Office PowerPoint</Application>
  <PresentationFormat>Widescreen</PresentationFormat>
  <Paragraphs>1265</Paragraphs>
  <Slides>37</Slides>
  <Notes>30</Notes>
  <HiddenSlides>12</HiddenSlides>
  <MMClips>0</MMClips>
  <ScaleCrop>false</ScaleCrop>
  <HeadingPairs>
    <vt:vector size="8" baseType="variant">
      <vt:variant>
        <vt:lpstr>Fonts Used</vt:lpstr>
      </vt:variant>
      <vt:variant>
        <vt:i4>14</vt:i4>
      </vt:variant>
      <vt:variant>
        <vt:lpstr>Theme</vt:lpstr>
      </vt:variant>
      <vt:variant>
        <vt:i4>6</vt:i4>
      </vt:variant>
      <vt:variant>
        <vt:lpstr>Embedded OLE Servers</vt:lpstr>
      </vt:variant>
      <vt:variant>
        <vt:i4>2</vt:i4>
      </vt:variant>
      <vt:variant>
        <vt:lpstr>Slide Titles</vt:lpstr>
      </vt:variant>
      <vt:variant>
        <vt:i4>37</vt:i4>
      </vt:variant>
    </vt:vector>
  </HeadingPairs>
  <TitlesOfParts>
    <vt:vector size="59" baseType="lpstr">
      <vt:lpstr>ＭＳ Ｐゴシック</vt:lpstr>
      <vt:lpstr>.AppleSystemUIFont</vt:lpstr>
      <vt:lpstr>Arial</vt:lpstr>
      <vt:lpstr>Arimo</vt:lpstr>
      <vt:lpstr>Calibri</vt:lpstr>
      <vt:lpstr>FedEx Sans</vt:lpstr>
      <vt:lpstr>FedEx Sans Bold</vt:lpstr>
      <vt:lpstr>FedEx Sans Light</vt:lpstr>
      <vt:lpstr>FedEx Sans Medium</vt:lpstr>
      <vt:lpstr>FedEx Sans Regular</vt:lpstr>
      <vt:lpstr>FedEx Sans XBold</vt:lpstr>
      <vt:lpstr>Segoe UI</vt:lpstr>
      <vt:lpstr>System Font Regular</vt:lpstr>
      <vt:lpstr>Wingdings</vt:lpstr>
      <vt:lpstr>Title &amp; Closing Slides</vt:lpstr>
      <vt:lpstr>Agenda Slides</vt:lpstr>
      <vt:lpstr>Text Only Slides</vt:lpstr>
      <vt:lpstr>Highly Visual Slides</vt:lpstr>
      <vt:lpstr>Blank</vt:lpstr>
      <vt:lpstr>Theme Fedex</vt:lpstr>
      <vt:lpstr>Worksheet</vt:lpstr>
      <vt:lpstr>Acrobat Document</vt:lpstr>
      <vt:lpstr>PowerPoint Presentation</vt:lpstr>
      <vt:lpstr>Agenda</vt:lpstr>
      <vt:lpstr>OPTIX Recap:      </vt:lpstr>
      <vt:lpstr>Current Progress &amp; Updates</vt:lpstr>
      <vt:lpstr>PowerPoint Presentation</vt:lpstr>
      <vt:lpstr>Demo : </vt:lpstr>
      <vt:lpstr>Meet our OPTIX Team!</vt:lpstr>
      <vt:lpstr>PowerPoint Presentation</vt:lpstr>
      <vt:lpstr>PowerPoint Presentation</vt:lpstr>
      <vt:lpstr>PowerPoint Presentation</vt:lpstr>
      <vt:lpstr>OPTIX Recap:     </vt:lpstr>
      <vt:lpstr>OPTIX Recap:     </vt:lpstr>
      <vt:lpstr>OPTIX Recap:     </vt:lpstr>
      <vt:lpstr>OPTIX Recap:     </vt:lpstr>
      <vt:lpstr>OPTIX Recap:      </vt:lpstr>
      <vt:lpstr>OPTIX Recap:     </vt:lpstr>
      <vt:lpstr>OPTIX Recap:     </vt:lpstr>
      <vt:lpstr>OPTIX Recap:     </vt:lpstr>
      <vt:lpstr>OPTIX Recap:     </vt:lpstr>
      <vt:lpstr>Progress made so far</vt:lpstr>
      <vt:lpstr>OPTIX VIDEO</vt:lpstr>
      <vt:lpstr>OPTIX VIDEO</vt:lpstr>
      <vt:lpstr>OPTIX reduces case handling time by ~64%, while maintaining 97% accuracy</vt:lpstr>
      <vt:lpstr>Opportunities to improve OPTIX Scalability (1/2)</vt:lpstr>
      <vt:lpstr>Opportunities to improve OPTIX Scalability (2/2)</vt:lpstr>
      <vt:lpstr>Shaping the Future: OPTIX Driving Speed, Scalability &amp; Smart Integration</vt:lpstr>
      <vt:lpstr>OPTIX Vision Solution Overview </vt:lpstr>
      <vt:lpstr>Plans ahead</vt:lpstr>
      <vt:lpstr>OPTIX Vision Video </vt:lpstr>
      <vt:lpstr>PowerPoint Presentation</vt:lpstr>
      <vt:lpstr>Meet our OPTIX Team!</vt:lpstr>
      <vt:lpstr>OPTIX VIDEO</vt:lpstr>
      <vt:lpstr>OPTIX Sales Feedback Form automation</vt:lpstr>
      <vt:lpstr>Feedback process</vt:lpstr>
      <vt:lpstr>Attachment Analysis</vt:lpstr>
      <vt:lpstr>OPTIX Timeline</vt:lpstr>
      <vt:lpstr>Plans ahead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Rebecca Janes</dc:creator>
  <cp:lastModifiedBy>Deeksha Gauba</cp:lastModifiedBy>
  <cp:revision>1</cp:revision>
  <cp:lastPrinted>2023-11-13T15:10:52Z</cp:lastPrinted>
  <dcterms:created xsi:type="dcterms:W3CDTF">2023-11-10T22:35:54Z</dcterms:created>
  <dcterms:modified xsi:type="dcterms:W3CDTF">2026-08-26T08:17:15Z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0x0101004458D04B7A402C46A451593E35BD9CAE</vt:lpwstr>
  </property>
  <property fmtid="{D5CDD505-2E9C-101B-9397-08002B2CF9AE}" pid="3" name="MediaServiceImageTags">
    <vt:lpwstr/>
  </property>
</Properties>
</file>